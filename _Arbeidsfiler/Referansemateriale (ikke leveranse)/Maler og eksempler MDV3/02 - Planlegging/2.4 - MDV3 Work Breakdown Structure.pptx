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8" r:id="rId5"/>
  </p:sldIdLst>
  <p:sldSz cx="42803763" cy="30275213"/>
  <p:notesSz cx="29818013" cy="423465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EAEAEA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 varScale="1">
        <p:scale>
          <a:sx n="43" d="100"/>
          <a:sy n="43" d="100"/>
        </p:scale>
        <p:origin x="261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D68A07-0A06-48BD-A4C2-A8C02EB9183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A2CDB5-4E12-45A9-9222-E984B29D8CFC}">
      <dgm:prSet phldrT="[Text]"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Magical Devices V3 (MDV3)</a:t>
          </a:r>
        </a:p>
      </dgm:t>
    </dgm:pt>
    <dgm:pt modelId="{06A5B8F6-208F-4C68-B683-DE532F59C222}" type="parTrans" cxnId="{42041810-CE7A-4D33-B617-A638CBF869EF}">
      <dgm:prSet/>
      <dgm:spPr/>
      <dgm:t>
        <a:bodyPr/>
        <a:lstStyle/>
        <a:p>
          <a:endParaRPr lang="en-US" sz="800"/>
        </a:p>
      </dgm:t>
    </dgm:pt>
    <dgm:pt modelId="{A73ED636-B5E3-4F0C-A615-9FBE0AE9D6AB}" type="sibTrans" cxnId="{42041810-CE7A-4D33-B617-A638CBF869EF}">
      <dgm:prSet/>
      <dgm:spPr/>
      <dgm:t>
        <a:bodyPr/>
        <a:lstStyle/>
        <a:p>
          <a:endParaRPr lang="en-US" sz="800"/>
        </a:p>
      </dgm:t>
    </dgm:pt>
    <dgm:pt modelId="{9A589A85-9A19-4D5B-970F-E323C3CAC88F}">
      <dgm:prSet phldrT="[Text]"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</a:p>
      </dgm:t>
    </dgm:pt>
    <dgm:pt modelId="{B8B63E5E-B75A-4BF4-BA49-83608999CFFE}" type="parTrans" cxnId="{28A345B4-0767-4EF0-BC18-EA255C11108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E2CA57-169A-4D02-B7D8-6F54B655CE02}" type="sibTrans" cxnId="{28A345B4-0767-4EF0-BC18-EA255C11108B}">
      <dgm:prSet/>
      <dgm:spPr/>
      <dgm:t>
        <a:bodyPr/>
        <a:lstStyle/>
        <a:p>
          <a:endParaRPr lang="en-US" sz="800"/>
        </a:p>
      </dgm:t>
    </dgm:pt>
    <dgm:pt modelId="{F62D1CC5-A046-45C6-802A-E18BAA5E5B26}">
      <dgm:prSet phldrT="[Text]"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gm:t>
    </dgm:pt>
    <dgm:pt modelId="{3554D000-F587-4F79-B788-3B90F5908638}" type="parTrans" cxnId="{630A58B6-2AFB-42D6-89AD-23FDE26F6B2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88BF0C-BE88-4E1D-9DBC-5814627BA9A3}" type="sibTrans" cxnId="{630A58B6-2AFB-42D6-89AD-23FDE26F6B21}">
      <dgm:prSet/>
      <dgm:spPr/>
      <dgm:t>
        <a:bodyPr/>
        <a:lstStyle/>
        <a:p>
          <a:endParaRPr lang="en-US" sz="800"/>
        </a:p>
      </dgm:t>
    </dgm:pt>
    <dgm:pt modelId="{D2BB2FCF-5D6A-4749-BBF4-E2608D4EF072}">
      <dgm:prSet phldrT="[Text]"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</a:p>
      </dgm:t>
    </dgm:pt>
    <dgm:pt modelId="{CA8C9DA8-B5AC-4D81-AC06-773BA8792F0F}" type="parTrans" cxnId="{D1C3AFAE-277D-42C7-A3A0-BEFA5D1F835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062EBC-BE9F-4E58-880E-3D0234A193D1}" type="sibTrans" cxnId="{D1C3AFAE-277D-42C7-A3A0-BEFA5D1F835D}">
      <dgm:prSet/>
      <dgm:spPr/>
      <dgm:t>
        <a:bodyPr/>
        <a:lstStyle/>
        <a:p>
          <a:endParaRPr lang="en-US" sz="800"/>
        </a:p>
      </dgm:t>
    </dgm:pt>
    <dgm:pt modelId="{90ACC8A9-768F-4319-B94A-3219BD720FB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 Draft</a:t>
          </a:r>
          <a:endParaRPr lang="en-US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2829BF-CD56-4CEB-8548-09B19467330B}" type="parTrans" cxnId="{174A0196-1308-44CA-86FB-460B426AB3F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18932E-FD85-4BE8-832B-48BEC8631AF0}" type="sibTrans" cxnId="{174A0196-1308-44CA-86FB-460B426AB3F2}">
      <dgm:prSet/>
      <dgm:spPr/>
      <dgm:t>
        <a:bodyPr/>
        <a:lstStyle/>
        <a:p>
          <a:endParaRPr lang="en-US" sz="800"/>
        </a:p>
      </dgm:t>
    </dgm:pt>
    <dgm:pt modelId="{0B887721-6914-4B61-957D-E8997B29B03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 Final</a:t>
          </a:r>
          <a:endParaRPr lang="en-US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EF6B14-BA45-421D-824E-85688B497459}" type="parTrans" cxnId="{8BD97822-8F03-4592-8BAE-DBF37B3DDFE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A16AA4-71C3-404A-AE49-B5644FF193DB}" type="sibTrans" cxnId="{8BD97822-8F03-4592-8BAE-DBF37B3DDFE5}">
      <dgm:prSet/>
      <dgm:spPr/>
      <dgm:t>
        <a:bodyPr/>
        <a:lstStyle/>
        <a:p>
          <a:endParaRPr lang="en-US" sz="800"/>
        </a:p>
      </dgm:t>
    </dgm:pt>
    <dgm:pt modelId="{48E9DDCF-4DDF-410F-B171-7EF0FA95F0C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 Draft</a:t>
          </a:r>
          <a:endParaRPr lang="en-US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1B50C5-53E8-43FE-B55A-3F97002990B9}" type="parTrans" cxnId="{B751D93C-AABF-457D-A34F-706A5868281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2F4797-77AA-4585-8AAE-E8DF908AA3D7}" type="sibTrans" cxnId="{B751D93C-AABF-457D-A34F-706A58682810}">
      <dgm:prSet/>
      <dgm:spPr/>
      <dgm:t>
        <a:bodyPr/>
        <a:lstStyle/>
        <a:p>
          <a:endParaRPr lang="en-US" sz="800"/>
        </a:p>
      </dgm:t>
    </dgm:pt>
    <dgm:pt modelId="{2F5BA0D3-6108-493A-930D-F9A41B7D789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 Final</a:t>
          </a:r>
          <a:endParaRPr lang="en-US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D2D15F-568B-454D-BD59-F2BE4D3F4E74}" type="parTrans" cxnId="{CF25BF18-3708-49E9-8828-CE8645AE09D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4D06B0-E4FF-4F22-9F4B-158847FBABAD}" type="sibTrans" cxnId="{CF25BF18-3708-49E9-8828-CE8645AE09D5}">
      <dgm:prSet/>
      <dgm:spPr/>
      <dgm:t>
        <a:bodyPr/>
        <a:lstStyle/>
        <a:p>
          <a:endParaRPr lang="en-US" sz="800"/>
        </a:p>
      </dgm:t>
    </dgm:pt>
    <dgm:pt modelId="{DF366E50-739B-4595-8BB8-E44C043D965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</a:t>
          </a:r>
        </a:p>
      </dgm:t>
    </dgm:pt>
    <dgm:pt modelId="{AFCE44E3-566B-4CB2-B660-526A0CEF92B5}" type="parTrans" cxnId="{BC89EE44-10B0-4FDE-9264-9DC83E49724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1F630E-3E33-4DDA-AC4E-510C0C94B4CA}" type="sibTrans" cxnId="{BC89EE44-10B0-4FDE-9264-9DC83E497240}">
      <dgm:prSet/>
      <dgm:spPr/>
      <dgm:t>
        <a:bodyPr/>
        <a:lstStyle/>
        <a:p>
          <a:endParaRPr lang="en-US" sz="800"/>
        </a:p>
      </dgm:t>
    </dgm:pt>
    <dgm:pt modelId="{40E682B0-7E4B-4FC3-A0C6-34FB98F4E01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gm:t>
    </dgm:pt>
    <dgm:pt modelId="{B032A5E1-987F-46CE-8B0F-39B0FDEF9163}" type="parTrans" cxnId="{29D9277A-947E-48B5-8795-F26DD00D56D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F4374A-9D0A-4926-93D1-E26573F19673}" type="sibTrans" cxnId="{29D9277A-947E-48B5-8795-F26DD00D56D1}">
      <dgm:prSet/>
      <dgm:spPr/>
      <dgm:t>
        <a:bodyPr/>
        <a:lstStyle/>
        <a:p>
          <a:endParaRPr lang="en-US" sz="800"/>
        </a:p>
      </dgm:t>
    </dgm:pt>
    <dgm:pt modelId="{BE832460-E5E9-4F49-A204-839F0934280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Certification</a:t>
          </a:r>
        </a:p>
      </dgm:t>
    </dgm:pt>
    <dgm:pt modelId="{9B7EC730-43E9-4144-B861-A62CBF80D70B}" type="parTrans" cxnId="{141C6B1E-C566-47AF-AF5A-FAE6300361F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E9E925-5AFA-4BF5-9591-858CABFC558D}" type="sibTrans" cxnId="{141C6B1E-C566-47AF-AF5A-FAE6300361F6}">
      <dgm:prSet/>
      <dgm:spPr/>
      <dgm:t>
        <a:bodyPr/>
        <a:lstStyle/>
        <a:p>
          <a:endParaRPr lang="en-US" sz="800"/>
        </a:p>
      </dgm:t>
    </dgm:pt>
    <dgm:pt modelId="{A7962A28-312D-4471-B495-6B55DA7A823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</a:p>
      </dgm:t>
    </dgm:pt>
    <dgm:pt modelId="{F4C2290F-5B1C-436C-A2A8-1891DCC4F165}" type="parTrans" cxnId="{3522FBE3-F2B2-4820-BE94-ED8F6320B06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2E4F0-BA0E-48F6-91B5-649CAFC97682}" type="sibTrans" cxnId="{3522FBE3-F2B2-4820-BE94-ED8F6320B06F}">
      <dgm:prSet/>
      <dgm:spPr/>
      <dgm:t>
        <a:bodyPr/>
        <a:lstStyle/>
        <a:p>
          <a:endParaRPr lang="en-US" sz="800"/>
        </a:p>
      </dgm:t>
    </dgm:pt>
    <dgm:pt modelId="{DA14AD23-FFB5-44A7-A338-6365E1708E5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gm:t>
    </dgm:pt>
    <dgm:pt modelId="{F0AF94AF-CF7F-4553-8AFD-C2C95DA9B528}" type="parTrans" cxnId="{42325C23-0DB7-42F5-BFB9-07AA45802CD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1A74D8-C076-4068-ABEB-452AB9B099AF}" type="sibTrans" cxnId="{42325C23-0DB7-42F5-BFB9-07AA45802CD8}">
      <dgm:prSet/>
      <dgm:spPr/>
      <dgm:t>
        <a:bodyPr/>
        <a:lstStyle/>
        <a:p>
          <a:endParaRPr lang="en-US" sz="800"/>
        </a:p>
      </dgm:t>
    </dgm:pt>
    <dgm:pt modelId="{0B98FF25-5DE8-4429-A124-1FD9436AA7D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gm:t>
    </dgm:pt>
    <dgm:pt modelId="{FACD946C-4901-41F2-95F9-29CF027DB6F9}" type="parTrans" cxnId="{D3EB90F4-436D-4FFB-A247-4CEE128D2C2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A92F17-0807-422F-AB1A-A7226E398D42}" type="sibTrans" cxnId="{D3EB90F4-436D-4FFB-A247-4CEE128D2C2A}">
      <dgm:prSet/>
      <dgm:spPr/>
      <dgm:t>
        <a:bodyPr/>
        <a:lstStyle/>
        <a:p>
          <a:endParaRPr lang="en-US" sz="800"/>
        </a:p>
      </dgm:t>
    </dgm:pt>
    <dgm:pt modelId="{B5EAFD24-138C-4289-9CEC-2FF28D17F13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</a:p>
      </dgm:t>
    </dgm:pt>
    <dgm:pt modelId="{000B6A64-643C-4E2A-A61B-79DD042015E8}" type="parTrans" cxnId="{40766B6D-1420-4165-AFC3-906EF6E9D854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FBC7B-1819-436C-BF2D-8CBA8A0546E5}" type="sibTrans" cxnId="{40766B6D-1420-4165-AFC3-906EF6E9D854}">
      <dgm:prSet/>
      <dgm:spPr/>
      <dgm:t>
        <a:bodyPr/>
        <a:lstStyle/>
        <a:p>
          <a:endParaRPr lang="en-US" sz="800"/>
        </a:p>
      </dgm:t>
    </dgm:pt>
    <dgm:pt modelId="{FCDC869E-C208-4BF0-99F9-5E254CA23CA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Design</a:t>
          </a:r>
        </a:p>
      </dgm:t>
    </dgm:pt>
    <dgm:pt modelId="{19AC1FBF-DD4D-4490-A337-D738B9732BF6}" type="parTrans" cxnId="{2EECEE06-66A6-4F7D-8668-12C43483ABF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DFFD81-97EF-41FE-A5CB-632310EE36C9}" type="sibTrans" cxnId="{2EECEE06-66A6-4F7D-8668-12C43483ABFF}">
      <dgm:prSet/>
      <dgm:spPr/>
      <dgm:t>
        <a:bodyPr/>
        <a:lstStyle/>
        <a:p>
          <a:endParaRPr lang="en-US" sz="800"/>
        </a:p>
      </dgm:t>
    </dgm:pt>
    <dgm:pt modelId="{7CA06230-365F-4163-90B9-9084D80FB55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</a:p>
      </dgm:t>
    </dgm:pt>
    <dgm:pt modelId="{0B23147A-C278-48A1-867A-0B614F278DCA}" type="parTrans" cxnId="{15DE76A7-2700-4D7B-99FC-05FC6924A33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CD34B4-52D2-4FF4-872B-069924D714A7}" type="sibTrans" cxnId="{15DE76A7-2700-4D7B-99FC-05FC6924A336}">
      <dgm:prSet/>
      <dgm:spPr/>
      <dgm:t>
        <a:bodyPr/>
        <a:lstStyle/>
        <a:p>
          <a:endParaRPr lang="en-US" sz="800"/>
        </a:p>
      </dgm:t>
    </dgm:pt>
    <dgm:pt modelId="{C197409B-43C9-4782-8DFA-D12BA3951A8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</a:p>
      </dgm:t>
    </dgm:pt>
    <dgm:pt modelId="{2DD5F2C6-F25D-4CAA-94A3-03FCE7126841}" type="parTrans" cxnId="{69EC70BB-389D-4929-BB7C-A17FB6C4B40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DF7241-4932-48E8-AFB4-9C8DF7434CD1}" type="sibTrans" cxnId="{69EC70BB-389D-4929-BB7C-A17FB6C4B408}">
      <dgm:prSet/>
      <dgm:spPr/>
      <dgm:t>
        <a:bodyPr/>
        <a:lstStyle/>
        <a:p>
          <a:endParaRPr lang="en-US" sz="800"/>
        </a:p>
      </dgm:t>
    </dgm:pt>
    <dgm:pt modelId="{742EA92D-5390-4ACA-BE91-BDDD2527E37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Planning</a:t>
          </a:r>
        </a:p>
      </dgm:t>
    </dgm:pt>
    <dgm:pt modelId="{05650E7E-5B1A-45D4-8FAE-957315A01A96}" type="parTrans" cxnId="{6002CCED-E6FE-4DBF-9E34-62A0C490661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548E4B-9DBA-418C-887D-29380E45A1A0}" type="sibTrans" cxnId="{6002CCED-E6FE-4DBF-9E34-62A0C490661E}">
      <dgm:prSet/>
      <dgm:spPr/>
      <dgm:t>
        <a:bodyPr/>
        <a:lstStyle/>
        <a:p>
          <a:endParaRPr lang="en-US" sz="800"/>
        </a:p>
      </dgm:t>
    </dgm:pt>
    <dgm:pt modelId="{D9281838-EF80-4D9D-9068-FCBBC435263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</a:p>
      </dgm:t>
    </dgm:pt>
    <dgm:pt modelId="{AF8C76C9-EE65-4ED7-8E36-D952CD77D7D1}" type="parTrans" cxnId="{E2068205-C0BF-4F40-B126-28D8A90DCFB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055B41-DCB2-45E1-95E8-764A111C2455}" type="sibTrans" cxnId="{E2068205-C0BF-4F40-B126-28D8A90DCFBE}">
      <dgm:prSet/>
      <dgm:spPr/>
      <dgm:t>
        <a:bodyPr/>
        <a:lstStyle/>
        <a:p>
          <a:endParaRPr lang="en-US" sz="800"/>
        </a:p>
      </dgm:t>
    </dgm:pt>
    <dgm:pt modelId="{D36D15DD-AF39-41FC-AF73-0A2E602E4F0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gm:t>
    </dgm:pt>
    <dgm:pt modelId="{32A7520F-7AA9-4650-BE5F-6ECB178B4B0E}" type="parTrans" cxnId="{028C008F-BC3D-4F7C-B50F-76E904DBAE3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BF3342-216A-470E-AD17-7C8F57747FA4}" type="sibTrans" cxnId="{028C008F-BC3D-4F7C-B50F-76E904DBAE3E}">
      <dgm:prSet/>
      <dgm:spPr/>
      <dgm:t>
        <a:bodyPr/>
        <a:lstStyle/>
        <a:p>
          <a:endParaRPr lang="en-US" sz="800"/>
        </a:p>
      </dgm:t>
    </dgm:pt>
    <dgm:pt modelId="{E54036C3-6746-4A22-8F0B-28C453A8A20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gm:t>
    </dgm:pt>
    <dgm:pt modelId="{1645B3C4-1F89-42CD-BD78-B3B658BD90BD}" type="parTrans" cxnId="{14FDCC2A-C90A-466C-BFD7-364B8955C7D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D99D39-FC0C-4180-B0C5-A0D65DCAD261}" type="sibTrans" cxnId="{14FDCC2A-C90A-466C-BFD7-364B8955C7D0}">
      <dgm:prSet/>
      <dgm:spPr/>
      <dgm:t>
        <a:bodyPr/>
        <a:lstStyle/>
        <a:p>
          <a:endParaRPr lang="en-US" sz="800"/>
        </a:p>
      </dgm:t>
    </dgm:pt>
    <dgm:pt modelId="{9825DAB7-EDFA-4548-946A-B352FF8CF6E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</a:p>
      </dgm:t>
    </dgm:pt>
    <dgm:pt modelId="{3EB13195-CF9C-4117-8326-CA6F97D16340}" type="parTrans" cxnId="{44AD1D9A-D354-4B7B-84F5-A77406598C1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E6F7F4-0046-418D-9D5A-28E369E01326}" type="sibTrans" cxnId="{44AD1D9A-D354-4B7B-84F5-A77406598C12}">
      <dgm:prSet/>
      <dgm:spPr/>
      <dgm:t>
        <a:bodyPr/>
        <a:lstStyle/>
        <a:p>
          <a:endParaRPr lang="en-US" sz="800"/>
        </a:p>
      </dgm:t>
    </dgm:pt>
    <dgm:pt modelId="{90B38AC3-B8C1-49CC-9D03-E92A35A801C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gm:t>
    </dgm:pt>
    <dgm:pt modelId="{7DE0C703-D90C-481C-A9DB-2D1475C52B88}" type="parTrans" cxnId="{8AB3B2D5-5B60-40DD-AFE5-6C6D8A163E6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33B2BB-2EED-40C3-A6AF-E8DCA045C87B}" type="sibTrans" cxnId="{8AB3B2D5-5B60-40DD-AFE5-6C6D8A163E6F}">
      <dgm:prSet/>
      <dgm:spPr/>
      <dgm:t>
        <a:bodyPr/>
        <a:lstStyle/>
        <a:p>
          <a:endParaRPr lang="en-US" sz="800"/>
        </a:p>
      </dgm:t>
    </dgm:pt>
    <dgm:pt modelId="{1276381E-FFCF-40EF-A119-A574119DB13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 Draft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948F4E-2602-4FFF-8BBE-0FF588B1E575}" type="parTrans" cxnId="{6F568657-5301-4E8B-BC37-F9045F41BD4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3ED501-DDB5-4DDE-9F71-7165266F8B7E}" type="sibTrans" cxnId="{6F568657-5301-4E8B-BC37-F9045F41BD4A}">
      <dgm:prSet/>
      <dgm:spPr/>
      <dgm:t>
        <a:bodyPr/>
        <a:lstStyle/>
        <a:p>
          <a:endParaRPr lang="en-CA" sz="800"/>
        </a:p>
      </dgm:t>
    </dgm:pt>
    <dgm:pt modelId="{D0D1F1DC-C210-4794-AF8B-B9E7CECE4E1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14C580-E8E8-48DE-9680-9F94A79DB827}" type="parTrans" cxnId="{F8A3AF76-EA89-4B36-BCD9-BE668452BCA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F605AD-6E59-4925-A585-7D3E9EE0930D}" type="sibTrans" cxnId="{F8A3AF76-EA89-4B36-BCD9-BE668452BCAD}">
      <dgm:prSet/>
      <dgm:spPr/>
      <dgm:t>
        <a:bodyPr/>
        <a:lstStyle/>
        <a:p>
          <a:endParaRPr lang="en-CA" sz="800"/>
        </a:p>
      </dgm:t>
    </dgm:pt>
    <dgm:pt modelId="{75C02CA7-25F6-4877-8574-5CC584D3E7A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 Draft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DE4959-B4C7-46D8-BE51-ED4B0051825E}" type="parTrans" cxnId="{1EA8FCA0-6DAB-4065-A807-368AB7E9CD2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8437C6-15E1-4054-B4E1-5C546BC2F582}" type="sibTrans" cxnId="{1EA8FCA0-6DAB-4065-A807-368AB7E9CD2C}">
      <dgm:prSet/>
      <dgm:spPr/>
      <dgm:t>
        <a:bodyPr/>
        <a:lstStyle/>
        <a:p>
          <a:endParaRPr lang="en-CA" sz="800"/>
        </a:p>
      </dgm:t>
    </dgm:pt>
    <dgm:pt modelId="{202AD5D4-65AD-42A8-AC0C-84D6B2CC4A9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0F7308-1893-47A8-8569-B49E998EA3B5}" type="parTrans" cxnId="{6E2A1448-E95E-40C4-B880-DAF8EB95DE2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2104C2-8B4D-4CB1-B769-49D9B6A244DE}" type="sibTrans" cxnId="{6E2A1448-E95E-40C4-B880-DAF8EB95DE25}">
      <dgm:prSet/>
      <dgm:spPr/>
      <dgm:t>
        <a:bodyPr/>
        <a:lstStyle/>
        <a:p>
          <a:endParaRPr lang="en-CA" sz="800"/>
        </a:p>
      </dgm:t>
    </dgm:pt>
    <dgm:pt modelId="{0B02AEEF-7834-448E-AFD2-EEE9D906851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F36B7A-77BE-4D75-BEDC-242B66CB657B}" type="parTrans" cxnId="{3C2E1C5E-4E82-4A2A-8B10-C380F2B7B0B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B9BF51-272C-477A-AB5E-BDF7EBECD337}" type="sibTrans" cxnId="{3C2E1C5E-4E82-4A2A-8B10-C380F2B7B0B5}">
      <dgm:prSet/>
      <dgm:spPr/>
      <dgm:t>
        <a:bodyPr/>
        <a:lstStyle/>
        <a:p>
          <a:endParaRPr lang="en-CA" sz="800"/>
        </a:p>
      </dgm:t>
    </dgm:pt>
    <dgm:pt modelId="{187EDEA1-FA6C-485B-99B7-5DD4C674C10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9D4760-2FD5-4E9F-B840-EDE843892E08}" type="parTrans" cxnId="{0BE4AA4C-9925-45CF-8A64-D732367B850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36ABF4-4A9A-4803-8BD3-C86D9914B490}" type="sibTrans" cxnId="{0BE4AA4C-9925-45CF-8A64-D732367B8501}">
      <dgm:prSet/>
      <dgm:spPr/>
      <dgm:t>
        <a:bodyPr/>
        <a:lstStyle/>
        <a:p>
          <a:endParaRPr lang="en-CA" sz="800"/>
        </a:p>
      </dgm:t>
    </dgm:pt>
    <dgm:pt modelId="{9C73C3C5-8F87-4ED9-AAB8-49C79C356D6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EC09F7-2817-46F3-906C-59E538E661D3}" type="parTrans" cxnId="{28F7A271-D2B5-4869-B906-0D3A338708F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ED01C6-92AC-4F7C-B7D3-6BEEE6DEF535}" type="sibTrans" cxnId="{28F7A271-D2B5-4869-B906-0D3A338708F6}">
      <dgm:prSet/>
      <dgm:spPr/>
      <dgm:t>
        <a:bodyPr/>
        <a:lstStyle/>
        <a:p>
          <a:endParaRPr lang="en-CA" sz="800"/>
        </a:p>
      </dgm:t>
    </dgm:pt>
    <dgm:pt modelId="{6908DDFF-D269-4FED-8794-B1BE3BED0E6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17DE72-9A40-489E-A3EA-9923EC338975}" type="parTrans" cxnId="{A4323322-47E8-492C-B7D1-06939130E97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72959E-6642-4719-B702-AA1ED11E87E2}" type="sibTrans" cxnId="{A4323322-47E8-492C-B7D1-06939130E97D}">
      <dgm:prSet/>
      <dgm:spPr/>
      <dgm:t>
        <a:bodyPr/>
        <a:lstStyle/>
        <a:p>
          <a:endParaRPr lang="en-CA" sz="800"/>
        </a:p>
      </dgm:t>
    </dgm:pt>
    <dgm:pt modelId="{11C7898F-0FED-4AEC-B702-280D40F9143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Certification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DB2E44-6B37-419A-BD17-5F5B2B7C18D8}" type="parTrans" cxnId="{A1F58A8E-2522-448F-9A1C-C3F20417505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DBEBF5-3D78-49B6-A808-21D460614088}" type="sibTrans" cxnId="{A1F58A8E-2522-448F-9A1C-C3F204175052}">
      <dgm:prSet/>
      <dgm:spPr/>
      <dgm:t>
        <a:bodyPr/>
        <a:lstStyle/>
        <a:p>
          <a:endParaRPr lang="en-CA" sz="800"/>
        </a:p>
      </dgm:t>
    </dgm:pt>
    <dgm:pt modelId="{4BE4E321-13DB-46F6-B836-C0536D46723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8577B5-C929-4096-A57F-CFEB2C6B683D}" type="parTrans" cxnId="{1A86C86E-6E43-40DD-BA2C-F7166281151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10B990-A63B-42D4-AA05-4B1D03C077BC}" type="sibTrans" cxnId="{1A86C86E-6E43-40DD-BA2C-F7166281151C}">
      <dgm:prSet/>
      <dgm:spPr/>
      <dgm:t>
        <a:bodyPr/>
        <a:lstStyle/>
        <a:p>
          <a:endParaRPr lang="en-CA" sz="800"/>
        </a:p>
      </dgm:t>
    </dgm:pt>
    <dgm:pt modelId="{68FC9444-A2AA-49A0-85D7-1C64B01932F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5E7EAC-8F7D-4C30-8B6E-FB7788B09D56}" type="parTrans" cxnId="{3EA7A553-6E2E-499A-810D-D15C7EB8063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663018-2538-4654-BD94-97A99C66082A}" type="sibTrans" cxnId="{3EA7A553-6E2E-499A-810D-D15C7EB8063D}">
      <dgm:prSet/>
      <dgm:spPr/>
      <dgm:t>
        <a:bodyPr/>
        <a:lstStyle/>
        <a:p>
          <a:endParaRPr lang="en-CA" sz="800"/>
        </a:p>
      </dgm:t>
    </dgm:pt>
    <dgm:pt modelId="{C7BE4D7B-0ED2-4647-9E9B-0AEE0050C74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8264FD-2B4F-4C13-B02E-A49E81E9B2A0}" type="parTrans" cxnId="{50AD9755-C847-4310-99A3-128168632AE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4981E5-A80C-46D6-A107-1E64A0B832DC}" type="sibTrans" cxnId="{50AD9755-C847-4310-99A3-128168632AE5}">
      <dgm:prSet/>
      <dgm:spPr/>
      <dgm:t>
        <a:bodyPr/>
        <a:lstStyle/>
        <a:p>
          <a:endParaRPr lang="en-CA" sz="800"/>
        </a:p>
      </dgm:t>
    </dgm:pt>
    <dgm:pt modelId="{A580CCD9-DE1B-42F1-B2FA-292DA6F437E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Development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90B8A0-8D28-4032-B6FE-2F4F4E6D4CBD}" type="parTrans" cxnId="{1DE59998-0C8B-4303-8F7F-9132B7C8E67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CB6680-B61E-4442-96B7-9ACFD07A2645}" type="sibTrans" cxnId="{1DE59998-0C8B-4303-8F7F-9132B7C8E67B}">
      <dgm:prSet/>
      <dgm:spPr/>
      <dgm:t>
        <a:bodyPr/>
        <a:lstStyle/>
        <a:p>
          <a:endParaRPr lang="en-CA" sz="800"/>
        </a:p>
      </dgm:t>
    </dgm:pt>
    <dgm:pt modelId="{E361FDF5-296B-48F6-8793-7168CDC3156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EF958B-1C27-407F-8C47-FC0F751E4BBC}" type="parTrans" cxnId="{3F5C18FA-E818-47B8-A752-75B3B969DDA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D56EC0-0199-4ED9-87C4-3802B6EC04B1}" type="sibTrans" cxnId="{3F5C18FA-E818-47B8-A752-75B3B969DDAB}">
      <dgm:prSet/>
      <dgm:spPr/>
      <dgm:t>
        <a:bodyPr/>
        <a:lstStyle/>
        <a:p>
          <a:endParaRPr lang="en-CA" sz="800"/>
        </a:p>
      </dgm:t>
    </dgm:pt>
    <dgm:pt modelId="{95F91A62-F2DE-4FD2-8D46-FB5B47FAA9F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5A073D-9C0C-4FD8-BE7E-6C31FEAA6798}" type="parTrans" cxnId="{70EDEC78-5118-4B77-A078-F1C66676C4A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01476E-B294-41CD-8690-B428BFDCFCF9}" type="sibTrans" cxnId="{70EDEC78-5118-4B77-A078-F1C66676C4A5}">
      <dgm:prSet/>
      <dgm:spPr/>
      <dgm:t>
        <a:bodyPr/>
        <a:lstStyle/>
        <a:p>
          <a:endParaRPr lang="en-CA" sz="800"/>
        </a:p>
      </dgm:t>
    </dgm:pt>
    <dgm:pt modelId="{26D73198-335D-43EA-B1C7-55F5498F9B5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5CB293-8EDD-476F-AD78-DB76F087E150}" type="parTrans" cxnId="{BFE12845-19BE-4C74-B491-5D988D99B8A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0D5F14-A188-4171-B6D3-DEC7E11C190A}" type="sibTrans" cxnId="{BFE12845-19BE-4C74-B491-5D988D99B8A3}">
      <dgm:prSet/>
      <dgm:spPr/>
      <dgm:t>
        <a:bodyPr/>
        <a:lstStyle/>
        <a:p>
          <a:endParaRPr lang="en-CA" sz="800"/>
        </a:p>
      </dgm:t>
    </dgm:pt>
    <dgm:pt modelId="{624AEC45-6F45-4608-BE09-0B1CAEAEA88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417028-FE0D-417A-AFAB-5B65ADAEF4E2}" type="parTrans" cxnId="{8FD6C94E-424C-4E95-86B9-F711ECF41E8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0AD4F5-7997-4029-B000-127C4465A96D}" type="sibTrans" cxnId="{8FD6C94E-424C-4E95-86B9-F711ECF41E80}">
      <dgm:prSet/>
      <dgm:spPr/>
      <dgm:t>
        <a:bodyPr/>
        <a:lstStyle/>
        <a:p>
          <a:endParaRPr lang="en-CA" sz="800"/>
        </a:p>
      </dgm:t>
    </dgm:pt>
    <dgm:pt modelId="{ADC78744-08C3-4086-AC14-CBDA7848BAF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Procurement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09B871-2018-4912-AA61-C10E3A3BFFC6}" type="parTrans" cxnId="{66E37F31-4B18-436B-9204-AB836386E1E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1F4BE0-C419-435A-B865-B3CDBF726E7C}" type="sibTrans" cxnId="{66E37F31-4B18-436B-9204-AB836386E1E3}">
      <dgm:prSet/>
      <dgm:spPr/>
      <dgm:t>
        <a:bodyPr/>
        <a:lstStyle/>
        <a:p>
          <a:endParaRPr lang="en-CA" sz="800"/>
        </a:p>
      </dgm:t>
    </dgm:pt>
    <dgm:pt modelId="{D6EE0E96-19C5-4540-9C49-B9F6643D673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E852E1-3EFF-4C66-92DB-441C45DC4422}" type="parTrans" cxnId="{DF24C1F9-1AF7-495B-BDE0-FFF49F2D4D2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799F9A-9076-40B6-A0CC-0F81CF7158C7}" type="sibTrans" cxnId="{DF24C1F9-1AF7-495B-BDE0-FFF49F2D4D2F}">
      <dgm:prSet/>
      <dgm:spPr/>
      <dgm:t>
        <a:bodyPr/>
        <a:lstStyle/>
        <a:p>
          <a:endParaRPr lang="en-CA" sz="800"/>
        </a:p>
      </dgm:t>
    </dgm:pt>
    <dgm:pt modelId="{7F32F1E8-6B16-41FA-89EB-7549CD4075B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1D9FC0-C45E-4345-B382-9EF1898DCB5E}" type="parTrans" cxnId="{9171CA1B-4B25-49CA-8569-2346DD22EEC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127009-0476-49DE-974B-C844079EB5C7}" type="sibTrans" cxnId="{9171CA1B-4B25-49CA-8569-2346DD22EEC6}">
      <dgm:prSet/>
      <dgm:spPr/>
      <dgm:t>
        <a:bodyPr/>
        <a:lstStyle/>
        <a:p>
          <a:endParaRPr lang="en-CA" sz="800"/>
        </a:p>
      </dgm:t>
    </dgm:pt>
    <dgm:pt modelId="{E36E3968-4665-4018-B98D-5C7242A3C92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2B014A-3B20-42E0-8377-D0E14C966A21}" type="parTrans" cxnId="{7FA9A298-1C00-47C8-A478-0C1A05EDBEC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893B4B-D77C-4C61-8F58-C10BA65FA1EA}" type="sibTrans" cxnId="{7FA9A298-1C00-47C8-A478-0C1A05EDBEC5}">
      <dgm:prSet/>
      <dgm:spPr/>
      <dgm:t>
        <a:bodyPr/>
        <a:lstStyle/>
        <a:p>
          <a:endParaRPr lang="en-CA" sz="800"/>
        </a:p>
      </dgm:t>
    </dgm:pt>
    <dgm:pt modelId="{0969998A-F7B8-4B86-ADF0-EA449A1C39A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9F1B92-A6C4-4080-816B-89D223BDD2E6}" type="parTrans" cxnId="{8ECD8396-4DD2-4F14-9F7A-4463067ABB7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C461F0-FB5C-40CD-B620-FB3FE3AA7C4B}" type="sibTrans" cxnId="{8ECD8396-4DD2-4F14-9F7A-4463067ABB75}">
      <dgm:prSet/>
      <dgm:spPr/>
      <dgm:t>
        <a:bodyPr/>
        <a:lstStyle/>
        <a:p>
          <a:endParaRPr lang="en-CA" sz="800"/>
        </a:p>
      </dgm:t>
    </dgm:pt>
    <dgm:pt modelId="{5AEB9D31-B3EA-4C21-86FE-5EDD9939C0D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7758FC-DD29-42CD-AE56-03EA2E4B97C8}" type="parTrans" cxnId="{8C423CEC-738E-43BE-A823-F07FA6AB1234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08FB2C-F5BA-43FE-B1F1-70E1F27F851F}" type="sibTrans" cxnId="{8C423CEC-738E-43BE-A823-F07FA6AB1234}">
      <dgm:prSet/>
      <dgm:spPr/>
      <dgm:t>
        <a:bodyPr/>
        <a:lstStyle/>
        <a:p>
          <a:endParaRPr lang="en-CA" sz="800"/>
        </a:p>
      </dgm:t>
    </dgm:pt>
    <dgm:pt modelId="{44AB1A96-E378-468C-8616-BE50F370205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8FBC9B-15F5-4F59-B93B-3CC28849CC5D}" type="parTrans" cxnId="{22FF8E94-4B37-4E59-841D-32252EB22FA7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A90592-9672-4D1C-B9EE-729A8A0C1370}" type="sibTrans" cxnId="{22FF8E94-4B37-4E59-841D-32252EB22FA7}">
      <dgm:prSet/>
      <dgm:spPr/>
      <dgm:t>
        <a:bodyPr/>
        <a:lstStyle/>
        <a:p>
          <a:endParaRPr lang="en-CA" sz="800"/>
        </a:p>
      </dgm:t>
    </dgm:pt>
    <dgm:pt modelId="{1F2DDBEF-03E0-4122-B202-2C9D0B858BC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FE5193-1E73-4910-9DE1-A0594FA41E1E}" type="parTrans" cxnId="{52E78A55-F30D-4198-9786-B98F8B25B6F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BCE2D1-59E2-45F1-A726-89D8488CAC9D}" type="sibTrans" cxnId="{52E78A55-F30D-4198-9786-B98F8B25B6FD}">
      <dgm:prSet/>
      <dgm:spPr/>
      <dgm:t>
        <a:bodyPr/>
        <a:lstStyle/>
        <a:p>
          <a:endParaRPr lang="en-CA" sz="800"/>
        </a:p>
      </dgm:t>
    </dgm:pt>
    <dgm:pt modelId="{4718AB96-EAB9-4BE3-9A85-EB96876066F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C1E942-34FE-46FE-AF04-D0C9E49ED6B4}" type="parTrans" cxnId="{45ECD00C-138D-4201-AAEE-7022B8843C3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A10F6B-C677-4CCF-BCF2-B3026075F962}" type="sibTrans" cxnId="{45ECD00C-138D-4201-AAEE-7022B8843C36}">
      <dgm:prSet/>
      <dgm:spPr/>
      <dgm:t>
        <a:bodyPr/>
        <a:lstStyle/>
        <a:p>
          <a:endParaRPr lang="en-CA" sz="800"/>
        </a:p>
      </dgm:t>
    </dgm:pt>
    <dgm:pt modelId="{E754F540-F36F-482E-A5D0-1077900075B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4ECA14-23BD-4F1F-A580-A3203F8DEEA4}" type="parTrans" cxnId="{464802B9-0943-4B53-A64F-0ADEAEDE3B4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1417B6-F05B-4FAA-9803-6AD3C9E38D1A}" type="sibTrans" cxnId="{464802B9-0943-4B53-A64F-0ADEAEDE3B4C}">
      <dgm:prSet/>
      <dgm:spPr/>
      <dgm:t>
        <a:bodyPr/>
        <a:lstStyle/>
        <a:p>
          <a:endParaRPr lang="en-CA" sz="800"/>
        </a:p>
      </dgm:t>
    </dgm:pt>
    <dgm:pt modelId="{A4137C56-B98A-437E-A31D-911D5B98FBA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AED074-A1A7-4DEC-95E7-E18A3AA6B105}" type="parTrans" cxnId="{830B347B-4E0D-43EC-B785-24BE2CC3A7B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4CBD96-83B6-4891-98A6-6A4A2E67FFFE}" type="sibTrans" cxnId="{830B347B-4E0D-43EC-B785-24BE2CC3A7BD}">
      <dgm:prSet/>
      <dgm:spPr/>
      <dgm:t>
        <a:bodyPr/>
        <a:lstStyle/>
        <a:p>
          <a:endParaRPr lang="en-CA" sz="800"/>
        </a:p>
      </dgm:t>
    </dgm:pt>
    <dgm:pt modelId="{0B2BB143-0F07-448B-83FC-279D804EE85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A940C8-67F4-44DD-9438-153EE46E6069}" type="parTrans" cxnId="{0170F3E1-3175-43C1-A9A1-7B5A99CD4B6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AD2BE9-F3EE-4601-A8F4-B43E81BE0F75}" type="sibTrans" cxnId="{0170F3E1-3175-43C1-A9A1-7B5A99CD4B68}">
      <dgm:prSet/>
      <dgm:spPr/>
      <dgm:t>
        <a:bodyPr/>
        <a:lstStyle/>
        <a:p>
          <a:endParaRPr lang="en-CA" sz="800"/>
        </a:p>
      </dgm:t>
    </dgm:pt>
    <dgm:pt modelId="{FB108984-5A1F-48B1-93FE-1F4A1A178C6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23DDFE-76FB-477B-B3DE-78568AAB9323}" type="parTrans" cxnId="{BA943CA6-8FC8-4BB3-A6BB-28F8D92B68F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3D0039-1968-4B7B-BC83-08DECE3A12BD}" type="sibTrans" cxnId="{BA943CA6-8FC8-4BB3-A6BB-28F8D92B68F3}">
      <dgm:prSet/>
      <dgm:spPr/>
      <dgm:t>
        <a:bodyPr/>
        <a:lstStyle/>
        <a:p>
          <a:endParaRPr lang="en-CA" sz="800"/>
        </a:p>
      </dgm:t>
    </dgm:pt>
    <dgm:pt modelId="{9EF050FE-BAF0-4DB6-BA53-BC11018AAAF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FE3B9D-E9FE-46AA-B803-F957EE570646}" type="parTrans" cxnId="{1EDB616E-37BE-4B07-A5BB-3237195C580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B4368D-9A6B-4DD5-8142-4DD36D69AA32}" type="sibTrans" cxnId="{1EDB616E-37BE-4B07-A5BB-3237195C580B}">
      <dgm:prSet/>
      <dgm:spPr/>
      <dgm:t>
        <a:bodyPr/>
        <a:lstStyle/>
        <a:p>
          <a:endParaRPr lang="en-CA" sz="800"/>
        </a:p>
      </dgm:t>
    </dgm:pt>
    <dgm:pt modelId="{0E8BB49B-9EE5-4791-B185-8EB1C2D3FE0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D3827-1A30-464D-92BB-2B5318F25FCF}" type="parTrans" cxnId="{0212B21B-5925-4FF0-9740-ED96F6E4E0A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4A4CB8-5D84-4E26-A5D8-C4B44EC56015}" type="sibTrans" cxnId="{0212B21B-5925-4FF0-9740-ED96F6E4E0A9}">
      <dgm:prSet/>
      <dgm:spPr/>
      <dgm:t>
        <a:bodyPr/>
        <a:lstStyle/>
        <a:p>
          <a:endParaRPr lang="en-CA" sz="800"/>
        </a:p>
      </dgm:t>
    </dgm:pt>
    <dgm:pt modelId="{C5F422ED-90D7-4BE2-9591-FD9FD4F9C44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1E80F3-2359-4631-A74C-F2FD4D35B1A1}" type="parTrans" cxnId="{AAFDA68F-692E-4801-BB7F-0132DE32CE4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B17EE7-8968-4776-B156-968BBADB1F5D}" type="sibTrans" cxnId="{AAFDA68F-692E-4801-BB7F-0132DE32CE4D}">
      <dgm:prSet/>
      <dgm:spPr/>
      <dgm:t>
        <a:bodyPr/>
        <a:lstStyle/>
        <a:p>
          <a:endParaRPr lang="en-CA" sz="800"/>
        </a:p>
      </dgm:t>
    </dgm:pt>
    <dgm:pt modelId="{8C7B505F-E2CC-4733-9FFB-ECDBBAA53B6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8C92CA-9E57-493C-9E82-9547AC62EE2B}" type="parTrans" cxnId="{6676D642-0900-4160-BA78-63B772FBEE5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8DCF2C-F956-4F60-A40B-43F5810D8FE9}" type="sibTrans" cxnId="{6676D642-0900-4160-BA78-63B772FBEE55}">
      <dgm:prSet/>
      <dgm:spPr/>
      <dgm:t>
        <a:bodyPr/>
        <a:lstStyle/>
        <a:p>
          <a:endParaRPr lang="en-CA" sz="800"/>
        </a:p>
      </dgm:t>
    </dgm:pt>
    <dgm:pt modelId="{9B220651-59B9-48C6-B756-8B8D891416F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5E6770-74A7-4EBD-8ED0-EC91F7FFF841}" type="parTrans" cxnId="{02CFA5CB-42AF-42B4-9DAD-2A8258A1C52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781C9A-8030-4E19-AE9E-CD0F1AC2552C}" type="sibTrans" cxnId="{02CFA5CB-42AF-42B4-9DAD-2A8258A1C521}">
      <dgm:prSet/>
      <dgm:spPr/>
      <dgm:t>
        <a:bodyPr/>
        <a:lstStyle/>
        <a:p>
          <a:endParaRPr lang="en-CA" sz="800"/>
        </a:p>
      </dgm:t>
    </dgm:pt>
    <dgm:pt modelId="{201FC444-B1A2-4AA6-830D-6E060318B78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Facility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4E5879-222B-49AB-B838-34428BCF6E93}" type="parTrans" cxnId="{D778607E-3FF6-45E5-9A91-DBE22963F44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EF883F-26A5-4404-924F-A315EF7E9DB2}" type="sibTrans" cxnId="{D778607E-3FF6-45E5-9A91-DBE22963F440}">
      <dgm:prSet/>
      <dgm:spPr/>
      <dgm:t>
        <a:bodyPr/>
        <a:lstStyle/>
        <a:p>
          <a:endParaRPr lang="en-CA" sz="800"/>
        </a:p>
      </dgm:t>
    </dgm:pt>
    <dgm:pt modelId="{74A0BC27-591C-41A6-86ED-F8B31B4FAD9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6879E3-298D-4EB3-B5C4-DEB86E3858FB}" type="parTrans" cxnId="{228426D7-5ADC-42CF-8BA3-E51CBB6D524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9A14D1-FCD2-4EF7-949D-8067BA71AA35}" type="sibTrans" cxnId="{228426D7-5ADC-42CF-8BA3-E51CBB6D5249}">
      <dgm:prSet/>
      <dgm:spPr/>
      <dgm:t>
        <a:bodyPr/>
        <a:lstStyle/>
        <a:p>
          <a:endParaRPr lang="en-CA" sz="800"/>
        </a:p>
      </dgm:t>
    </dgm:pt>
    <dgm:pt modelId="{8B2BB921-4290-4C33-8398-BC3C1422FC0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DAC0B9-0DE7-4AEA-8D84-59319736F0AF}" type="parTrans" cxnId="{5DDAA9F1-D04F-4C50-989A-10F56B80DD0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FAC73D-0A41-4B50-B7A6-8D8ACD61EE57}" type="sibTrans" cxnId="{5DDAA9F1-D04F-4C50-989A-10F56B80DD0C}">
      <dgm:prSet/>
      <dgm:spPr/>
      <dgm:t>
        <a:bodyPr/>
        <a:lstStyle/>
        <a:p>
          <a:endParaRPr lang="en-CA" sz="800"/>
        </a:p>
      </dgm:t>
    </dgm:pt>
    <dgm:pt modelId="{B7B90201-9CC3-4939-883B-F116E8E8869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1337FB-8E53-4E46-B81C-196055DB3BAA}" type="parTrans" cxnId="{A85E34E8-F781-4B91-8D41-B42EF0F0705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4DE05E-B544-40CB-960D-7A05CB2433BE}" type="sibTrans" cxnId="{A85E34E8-F781-4B91-8D41-B42EF0F0705B}">
      <dgm:prSet/>
      <dgm:spPr/>
      <dgm:t>
        <a:bodyPr/>
        <a:lstStyle/>
        <a:p>
          <a:endParaRPr lang="en-CA" sz="800"/>
        </a:p>
      </dgm:t>
    </dgm:pt>
    <dgm:pt modelId="{A472EBA8-DE97-4195-AE97-70624554AB8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Development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D12453-3FC5-47E4-80A0-AAE821BDE0E1}" type="parTrans" cxnId="{698F899A-7097-4A29-A25D-968E7DF103D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810217-A9B3-4949-9BD5-900888CA42FC}" type="sibTrans" cxnId="{698F899A-7097-4A29-A25D-968E7DF103DF}">
      <dgm:prSet/>
      <dgm:spPr/>
      <dgm:t>
        <a:bodyPr/>
        <a:lstStyle/>
        <a:p>
          <a:endParaRPr lang="en-CA" sz="800"/>
        </a:p>
      </dgm:t>
    </dgm:pt>
    <dgm:pt modelId="{E68945A2-65EC-4A20-9617-C120D8540D9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089BD5-DC8A-4D13-B32F-CD8C2793AE4A}" type="parTrans" cxnId="{CF6DFF80-F261-417A-AB6F-914739B588A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3C2A15-EBE8-4826-997D-F1D0A3613AC0}" type="sibTrans" cxnId="{CF6DFF80-F261-417A-AB6F-914739B588A0}">
      <dgm:prSet/>
      <dgm:spPr/>
      <dgm:t>
        <a:bodyPr/>
        <a:lstStyle/>
        <a:p>
          <a:endParaRPr lang="en-CA" sz="800"/>
        </a:p>
      </dgm:t>
    </dgm:pt>
    <dgm:pt modelId="{F2977A2C-3D79-4496-BB2C-6A637F3509A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5BE83E-4768-4390-BB87-BEB24416CE8D}" type="parTrans" cxnId="{2A955A74-75A9-44DD-99A1-978100CDBE7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5D7B29-285F-4A7F-95A7-FEE01F0F058A}" type="sibTrans" cxnId="{2A955A74-75A9-44DD-99A1-978100CDBE7A}">
      <dgm:prSet/>
      <dgm:spPr/>
      <dgm:t>
        <a:bodyPr/>
        <a:lstStyle/>
        <a:p>
          <a:endParaRPr lang="en-CA" sz="800"/>
        </a:p>
      </dgm:t>
    </dgm:pt>
    <dgm:pt modelId="{70238138-88DC-49F1-9558-F883AA1F351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F8E750-94F6-4726-97AA-6E7C5D8B03B4}" type="parTrans" cxnId="{CD59F4FC-EDBE-451E-95FC-1DC3A586BA0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5782A2-B2CB-45C8-B28B-ADEA87BF44EF}" type="sibTrans" cxnId="{CD59F4FC-EDBE-451E-95FC-1DC3A586BA03}">
      <dgm:prSet/>
      <dgm:spPr/>
      <dgm:t>
        <a:bodyPr/>
        <a:lstStyle/>
        <a:p>
          <a:endParaRPr lang="en-CA" sz="800"/>
        </a:p>
      </dgm:t>
    </dgm:pt>
    <dgm:pt modelId="{3024D0C7-B312-42C5-A9D1-714F0FE6544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046D41-F9A3-48A9-81E1-C87D35C9CB73}" type="parTrans" cxnId="{F7C21BBC-C5BB-4FF9-BE4E-761F3C1F18E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507E91-7710-431C-8CA6-6934BB65B895}" type="sibTrans" cxnId="{F7C21BBC-C5BB-4FF9-BE4E-761F3C1F18E3}">
      <dgm:prSet/>
      <dgm:spPr/>
      <dgm:t>
        <a:bodyPr/>
        <a:lstStyle/>
        <a:p>
          <a:endParaRPr lang="en-CA" sz="800"/>
        </a:p>
      </dgm:t>
    </dgm:pt>
    <dgm:pt modelId="{7724A5CC-82A1-4483-9FDE-9BC5168D2AE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F4F9CD-A8F2-404C-BB1C-A6CB18AEE87D}" type="parTrans" cxnId="{ADB7D638-08DE-487B-B122-06CE5383A11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482F39-FD6B-4E13-B825-6628D2B17073}" type="sibTrans" cxnId="{ADB7D638-08DE-487B-B122-06CE5383A11D}">
      <dgm:prSet/>
      <dgm:spPr/>
      <dgm:t>
        <a:bodyPr/>
        <a:lstStyle/>
        <a:p>
          <a:endParaRPr lang="en-CA" sz="800"/>
        </a:p>
      </dgm:t>
    </dgm:pt>
    <dgm:pt modelId="{F19EFBBD-82FF-4971-B93B-9004EFBF43B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1EC0D0-AEBB-4FF9-A2EB-EC4CE5DDE566}" type="parTrans" cxnId="{EDED640B-235A-48FE-9946-A838F05F7AE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7747E8-7CA2-4392-8415-4E3D86A4AD12}" type="sibTrans" cxnId="{EDED640B-235A-48FE-9946-A838F05F7AED}">
      <dgm:prSet/>
      <dgm:spPr/>
      <dgm:t>
        <a:bodyPr/>
        <a:lstStyle/>
        <a:p>
          <a:endParaRPr lang="en-CA" sz="800"/>
        </a:p>
      </dgm:t>
    </dgm:pt>
    <dgm:pt modelId="{63533CAC-DAB2-4170-A9C9-A3625B83AA6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CDDE57-5A85-400F-8C8D-5AC9E61DA385}" type="parTrans" cxnId="{39E09FAF-BE52-4D71-8C3F-369C50781AF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BF168E-11B3-43FB-A55B-7E35272672DE}" type="sibTrans" cxnId="{39E09FAF-BE52-4D71-8C3F-369C50781AFD}">
      <dgm:prSet/>
      <dgm:spPr/>
      <dgm:t>
        <a:bodyPr/>
        <a:lstStyle/>
        <a:p>
          <a:endParaRPr lang="en-CA" sz="800"/>
        </a:p>
      </dgm:t>
    </dgm:pt>
    <dgm:pt modelId="{B664DC8E-20F2-4EED-B1D3-A06C250C7F0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Procurement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E8798E-AC1E-4F26-9709-AD0803B711B5}" type="parTrans" cxnId="{10246992-9719-42EA-8EED-6BB9144D360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466D0D-771F-4BF6-A338-DF5DFE2B1CC2}" type="sibTrans" cxnId="{10246992-9719-42EA-8EED-6BB9144D360E}">
      <dgm:prSet/>
      <dgm:spPr/>
      <dgm:t>
        <a:bodyPr/>
        <a:lstStyle/>
        <a:p>
          <a:endParaRPr lang="en-CA" sz="800"/>
        </a:p>
      </dgm:t>
    </dgm:pt>
    <dgm:pt modelId="{623351D1-AFE0-42A2-AF9D-452B4980570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54883F-2EEE-4D1A-B4FE-5E4A89D565F2}" type="parTrans" cxnId="{8E7326F2-40FD-44A9-87F9-D7B1A9AB914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D668EB-5C4A-4982-83A2-72A9355590E2}" type="sibTrans" cxnId="{8E7326F2-40FD-44A9-87F9-D7B1A9AB9148}">
      <dgm:prSet/>
      <dgm:spPr/>
      <dgm:t>
        <a:bodyPr/>
        <a:lstStyle/>
        <a:p>
          <a:endParaRPr lang="en-CA" sz="800"/>
        </a:p>
      </dgm:t>
    </dgm:pt>
    <dgm:pt modelId="{6BC147E7-66E5-4F93-BDEC-17EEE486A6A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2829DD-DE01-4032-805D-B264DDF15CF0}" type="parTrans" cxnId="{67B40C76-31DA-4141-8EF7-595FDBE6274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1C9B44-07BE-4BC9-86A6-014794564C0F}" type="sibTrans" cxnId="{67B40C76-31DA-4141-8EF7-595FDBE6274C}">
      <dgm:prSet/>
      <dgm:spPr/>
      <dgm:t>
        <a:bodyPr/>
        <a:lstStyle/>
        <a:p>
          <a:endParaRPr lang="en-CA" sz="800"/>
        </a:p>
      </dgm:t>
    </dgm:pt>
    <dgm:pt modelId="{58FF33C0-DE45-4F5B-80A3-097091D5851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550525-E394-4860-A413-8FB4CA27CD2A}" type="parTrans" cxnId="{AE6022A3-7F1E-4184-8D61-1947E527D06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33FDC7-E389-4F80-8980-8DEDF7050F00}" type="sibTrans" cxnId="{AE6022A3-7F1E-4184-8D61-1947E527D065}">
      <dgm:prSet/>
      <dgm:spPr/>
      <dgm:t>
        <a:bodyPr/>
        <a:lstStyle/>
        <a:p>
          <a:endParaRPr lang="en-CA" sz="800"/>
        </a:p>
      </dgm:t>
    </dgm:pt>
    <dgm:pt modelId="{B9DC4626-7B1C-4D07-9034-CD3D9D82356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4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F9E3C2-ECC8-4548-81CA-7BF926A211CF}" type="parTrans" cxnId="{3222CE34-E71B-4EFA-8C95-6F5C69F6895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4C7EF-3560-4CD5-BC7D-5A782B27623B}" type="sibTrans" cxnId="{3222CE34-E71B-4EFA-8C95-6F5C69F6895B}">
      <dgm:prSet/>
      <dgm:spPr/>
      <dgm:t>
        <a:bodyPr/>
        <a:lstStyle/>
        <a:p>
          <a:endParaRPr lang="en-CA" sz="800"/>
        </a:p>
      </dgm:t>
    </dgm:pt>
    <dgm:pt modelId="{ABF22A80-BD80-4E90-ADC7-EAEDE1524FC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7A13EF-AB14-4C87-BCB9-1226E95E4A6D}" type="parTrans" cxnId="{F50DF319-6435-4BC1-BBA3-B128F464D92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40D359-7AD3-4F50-B265-329C87A357AD}" type="sibTrans" cxnId="{F50DF319-6435-4BC1-BBA3-B128F464D922}">
      <dgm:prSet/>
      <dgm:spPr/>
      <dgm:t>
        <a:bodyPr/>
        <a:lstStyle/>
        <a:p>
          <a:endParaRPr lang="en-CA" sz="800"/>
        </a:p>
      </dgm:t>
    </dgm:pt>
    <dgm:pt modelId="{7F9ACF5B-D10A-45E1-AC5E-85E71956B59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882C33-6410-4623-B3FD-AF4FA5395C3B}" type="parTrans" cxnId="{C9208358-5D3A-4C8A-9697-222A4F11543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117AA9-F97E-478A-B054-11EB5896EBE0}" type="sibTrans" cxnId="{C9208358-5D3A-4C8A-9697-222A4F11543A}">
      <dgm:prSet/>
      <dgm:spPr/>
      <dgm:t>
        <a:bodyPr/>
        <a:lstStyle/>
        <a:p>
          <a:endParaRPr lang="en-CA" sz="800"/>
        </a:p>
      </dgm:t>
    </dgm:pt>
    <dgm:pt modelId="{75DA4C9D-4490-4CDB-85AD-4077F39F3A4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89C24E-0BD4-467C-BCA8-F9608C5E60D4}" type="parTrans" cxnId="{5B924C1C-CE32-4C14-B107-D0AE63F8FF6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7C642A-E5A7-46A5-A874-F56920F5169E}" type="sibTrans" cxnId="{5B924C1C-CE32-4C14-B107-D0AE63F8FF69}">
      <dgm:prSet/>
      <dgm:spPr/>
      <dgm:t>
        <a:bodyPr/>
        <a:lstStyle/>
        <a:p>
          <a:endParaRPr lang="en-CA" sz="800"/>
        </a:p>
      </dgm:t>
    </dgm:pt>
    <dgm:pt modelId="{03288A97-D612-4DB6-8F32-82E3A4B35BC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3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93D849-7F10-4C1C-A85C-73A730A7D11A}" type="parTrans" cxnId="{B89B4CCC-D86D-48A8-AF53-B84DAE7EE8F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C0CADC-20C8-4157-B919-0D9865B437BE}" type="sibTrans" cxnId="{B89B4CCC-D86D-48A8-AF53-B84DAE7EE8F6}">
      <dgm:prSet/>
      <dgm:spPr/>
      <dgm:t>
        <a:bodyPr/>
        <a:lstStyle/>
        <a:p>
          <a:endParaRPr lang="en-CA" sz="800"/>
        </a:p>
      </dgm:t>
    </dgm:pt>
    <dgm:pt modelId="{0204BDD3-7E11-4A7B-B9A3-FAA744D275B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4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48D2D7-5F56-4E77-A57E-AEB9BB43FB5D}" type="parTrans" cxnId="{037502DD-5C3D-40D9-BE29-114CEBF985A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33BEA-F7DF-40A9-B2DC-9242CF67DCAD}" type="sibTrans" cxnId="{037502DD-5C3D-40D9-BE29-114CEBF985AC}">
      <dgm:prSet/>
      <dgm:spPr/>
      <dgm:t>
        <a:bodyPr/>
        <a:lstStyle/>
        <a:p>
          <a:endParaRPr lang="en-CA" sz="800"/>
        </a:p>
      </dgm:t>
    </dgm:pt>
    <dgm:pt modelId="{C155DD5D-EBE4-4599-BA1D-A2ECF96C2C4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06B9F1-0536-47A6-B3EC-EC714231E7D5}" type="parTrans" cxnId="{09205605-19AE-4566-9025-D949494BDDB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74AE90-0747-4741-9EC8-565F2FA6975A}" type="sibTrans" cxnId="{09205605-19AE-4566-9025-D949494BDDBC}">
      <dgm:prSet/>
      <dgm:spPr/>
      <dgm:t>
        <a:bodyPr/>
        <a:lstStyle/>
        <a:p>
          <a:endParaRPr lang="en-CA" sz="800"/>
        </a:p>
      </dgm:t>
    </dgm:pt>
    <dgm:pt modelId="{68B745C4-2643-411D-92EC-51F62BE6E65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Architecture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7A3853-3ADA-40B5-9802-A301182A78DE}" type="parTrans" cxnId="{199DB6BB-2591-4505-A2C7-4738344AB64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8FA0DC-582B-4229-A680-3F6FC7AA253A}" type="sibTrans" cxnId="{199DB6BB-2591-4505-A2C7-4738344AB643}">
      <dgm:prSet/>
      <dgm:spPr/>
      <dgm:t>
        <a:bodyPr/>
        <a:lstStyle/>
        <a:p>
          <a:endParaRPr lang="en-CA" sz="800"/>
        </a:p>
      </dgm:t>
    </dgm:pt>
    <dgm:pt modelId="{9441E866-1728-4D45-ACB9-BFBA0784902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55451C-2BD3-44C4-8DB6-1BFB663EABF0}" type="parTrans" cxnId="{357CCCD1-B6B4-431E-8F7D-BE62A5DFE23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9814F2-C722-41CA-A442-EAE51D2996BB}" type="sibTrans" cxnId="{357CCCD1-B6B4-431E-8F7D-BE62A5DFE238}">
      <dgm:prSet/>
      <dgm:spPr/>
      <dgm:t>
        <a:bodyPr/>
        <a:lstStyle/>
        <a:p>
          <a:endParaRPr lang="en-CA" sz="800"/>
        </a:p>
      </dgm:t>
    </dgm:pt>
    <dgm:pt modelId="{7B53DEC9-5DC1-4531-8DFE-0DECCE8D096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Test Procedures Draft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6D4E26-B392-4BFD-885F-A08A7D0AA3EB}" type="parTrans" cxnId="{1B09E591-5803-4436-A945-8E0267F4EF0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775B06-AA1A-4906-9493-CB78DA0E9320}" type="sibTrans" cxnId="{1B09E591-5803-4436-A945-8E0267F4EF0A}">
      <dgm:prSet/>
      <dgm:spPr/>
      <dgm:t>
        <a:bodyPr/>
        <a:lstStyle/>
        <a:p>
          <a:endParaRPr lang="en-CA" sz="800"/>
        </a:p>
      </dgm:t>
    </dgm:pt>
    <dgm:pt modelId="{76F9CFCC-845A-4058-894E-E88A7381922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Test Procedures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E1743D-C98A-482D-A960-BE09BA866259}" type="parTrans" cxnId="{8B05B451-2ADF-40C8-BCCC-5B3A5523B14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391385-C9F1-4184-BA49-0661A601CFE8}" type="sibTrans" cxnId="{8B05B451-2ADF-40C8-BCCC-5B3A5523B14A}">
      <dgm:prSet/>
      <dgm:spPr/>
      <dgm:t>
        <a:bodyPr/>
        <a:lstStyle/>
        <a:p>
          <a:endParaRPr lang="en-CA" sz="800"/>
        </a:p>
      </dgm:t>
    </dgm:pt>
    <dgm:pt modelId="{163E3B8E-4A6C-4F30-991C-614185AE49E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Certification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29B2A6-EEB4-4616-859C-B4BF63CD4AE2}" type="parTrans" cxnId="{942ACD8F-1559-467E-A707-39CEC8660A8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F298BB-E9E8-428C-901A-1AFBACADF564}" type="sibTrans" cxnId="{942ACD8F-1559-467E-A707-39CEC8660A83}">
      <dgm:prSet/>
      <dgm:spPr/>
      <dgm:t>
        <a:bodyPr/>
        <a:lstStyle/>
        <a:p>
          <a:endParaRPr lang="en-CA" sz="800"/>
        </a:p>
      </dgm:t>
    </dgm:pt>
    <dgm:pt modelId="{C8F37173-6759-4C46-ADCE-456EBEA8EB1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4629E1-23DF-4114-BA82-0FBEA369FDDB}" type="parTrans" cxnId="{ADC589AA-921D-49F1-B9EB-AF075E09D4C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7F8FC9-5DFC-4BCD-A048-F6E804A6CBDA}" type="sibTrans" cxnId="{ADC589AA-921D-49F1-B9EB-AF075E09D4C3}">
      <dgm:prSet/>
      <dgm:spPr/>
      <dgm:t>
        <a:bodyPr/>
        <a:lstStyle/>
        <a:p>
          <a:endParaRPr lang="en-CA" sz="800"/>
        </a:p>
      </dgm:t>
    </dgm:pt>
    <dgm:pt modelId="{33F344BD-43D8-4FAC-876C-FAA4AE47133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Certification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B1AD7E-9181-400E-8AD7-CC75756B8D4D}" type="parTrans" cxnId="{2B00B58D-22FF-4077-811B-AAAA190B142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D303A7-5D08-4AAD-8C31-6478BB601CEF}" type="sibTrans" cxnId="{2B00B58D-22FF-4077-811B-AAAA190B142C}">
      <dgm:prSet/>
      <dgm:spPr/>
      <dgm:t>
        <a:bodyPr/>
        <a:lstStyle/>
        <a:p>
          <a:endParaRPr lang="en-CA" sz="800"/>
        </a:p>
      </dgm:t>
    </dgm:pt>
    <dgm:pt modelId="{593E3876-C498-4010-AC8B-8F65EF1AA55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255F93-789D-4C05-84B6-589C6F075638}" type="parTrans" cxnId="{B4F6DD9D-47FE-4AAE-BE9F-C1E77D74A29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22AE8D-EA6A-427B-85B3-7921BAC7AEEA}" type="sibTrans" cxnId="{B4F6DD9D-47FE-4AAE-BE9F-C1E77D74A29F}">
      <dgm:prSet/>
      <dgm:spPr/>
      <dgm:t>
        <a:bodyPr/>
        <a:lstStyle/>
        <a:p>
          <a:endParaRPr lang="en-CA" sz="800"/>
        </a:p>
      </dgm:t>
    </dgm:pt>
    <dgm:pt modelId="{4EA07B48-C2AE-4983-A250-2FFD76F62A8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331853-0B01-4DC3-9000-11ED9DE37D1D}" type="parTrans" cxnId="{A8652BAD-D710-46A1-BC8C-398E77E3168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0317A6-53AC-4189-A3AA-C96203F3B063}" type="sibTrans" cxnId="{A8652BAD-D710-46A1-BC8C-398E77E3168A}">
      <dgm:prSet/>
      <dgm:spPr/>
      <dgm:t>
        <a:bodyPr/>
        <a:lstStyle/>
        <a:p>
          <a:endParaRPr lang="en-CA" sz="800"/>
        </a:p>
      </dgm:t>
    </dgm:pt>
    <dgm:pt modelId="{6B2D8762-78E7-486E-9CBB-28890933D19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17CBC9-02FC-4843-8929-8BE46B1C3824}" type="parTrans" cxnId="{0B7D7B3A-7667-40A3-BCAF-EE2D290A62B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3334B3-1648-4B1B-B537-68D6F96E2308}" type="sibTrans" cxnId="{0B7D7B3A-7667-40A3-BCAF-EE2D290A62BA}">
      <dgm:prSet/>
      <dgm:spPr/>
      <dgm:t>
        <a:bodyPr/>
        <a:lstStyle/>
        <a:p>
          <a:endParaRPr lang="en-CA" sz="800"/>
        </a:p>
      </dgm:t>
    </dgm:pt>
    <dgm:pt modelId="{9857A4DD-3DF8-48BA-9117-1C73048BE1B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28EB2B-597D-46D3-AB3A-2509C2681965}" type="parTrans" cxnId="{4ECFFAAB-2581-4931-8C85-592F6E55CB9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46F28D-E576-48C4-B396-732A08015841}" type="sibTrans" cxnId="{4ECFFAAB-2581-4931-8C85-592F6E55CB92}">
      <dgm:prSet/>
      <dgm:spPr/>
      <dgm:t>
        <a:bodyPr/>
        <a:lstStyle/>
        <a:p>
          <a:endParaRPr lang="en-CA" sz="800"/>
        </a:p>
      </dgm:t>
    </dgm:pt>
    <dgm:pt modelId="{6826D294-ED97-4621-863D-0B6459F5824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146787-17AF-4284-BB39-3971782866F3}" type="parTrans" cxnId="{4C127764-85A7-46FF-93EB-6AAB831212B7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F8A78E-7F17-4AC7-BDAB-898C7AECE1B8}" type="sibTrans" cxnId="{4C127764-85A7-46FF-93EB-6AAB831212B7}">
      <dgm:prSet/>
      <dgm:spPr/>
      <dgm:t>
        <a:bodyPr/>
        <a:lstStyle/>
        <a:p>
          <a:endParaRPr lang="en-CA" sz="800"/>
        </a:p>
      </dgm:t>
    </dgm:pt>
    <dgm:pt modelId="{3C060F7F-E0D3-4C9F-97A9-B1454AF5C58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D0F289-9B5F-4EE3-A156-62D554B5BEAA}" type="parTrans" cxnId="{26C76997-27B3-46A4-81C0-C3B7C1ACB91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98E151-DC1B-406D-95F0-382F89CBBC18}" type="sibTrans" cxnId="{26C76997-27B3-46A4-81C0-C3B7C1ACB912}">
      <dgm:prSet/>
      <dgm:spPr/>
      <dgm:t>
        <a:bodyPr/>
        <a:lstStyle/>
        <a:p>
          <a:endParaRPr lang="en-CA" sz="800"/>
        </a:p>
      </dgm:t>
    </dgm:pt>
    <dgm:pt modelId="{0ED5C13F-1DE1-49F6-B456-4A500289527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E01401-10FA-4619-BACA-B0BC7EF6FDB3}" type="parTrans" cxnId="{D6C4D9DF-E9F7-49BE-BEE4-9111B5D28717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8A9E0F-A752-46BD-9AAE-CA7B69B40674}" type="sibTrans" cxnId="{D6C4D9DF-E9F7-49BE-BEE4-9111B5D28717}">
      <dgm:prSet/>
      <dgm:spPr/>
      <dgm:t>
        <a:bodyPr/>
        <a:lstStyle/>
        <a:p>
          <a:endParaRPr lang="en-CA" sz="800"/>
        </a:p>
      </dgm:t>
    </dgm:pt>
    <dgm:pt modelId="{02F3D114-2295-47BC-B402-5A3B5D632A6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73F06B-FC5E-4823-9857-66FD5957587F}" type="parTrans" cxnId="{0A43A9AB-AC0C-4BF0-84D2-9700207E653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23C21F-6701-49CB-8A7D-CB1A1B228FCC}" type="sibTrans" cxnId="{0A43A9AB-AC0C-4BF0-84D2-9700207E6531}">
      <dgm:prSet/>
      <dgm:spPr/>
      <dgm:t>
        <a:bodyPr/>
        <a:lstStyle/>
        <a:p>
          <a:endParaRPr lang="en-CA" sz="800"/>
        </a:p>
      </dgm:t>
    </dgm:pt>
    <dgm:pt modelId="{C53367DB-7F9C-46F3-8ADD-A3195CCE0AD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4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CB3352-899C-4663-BD67-E1B47B08BA13}" type="parTrans" cxnId="{DABF7D0B-5CE1-4F57-86EC-F7E1040DC377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AD932B-270B-4042-98DC-BC77BBA73F8A}" type="sibTrans" cxnId="{DABF7D0B-5CE1-4F57-86EC-F7E1040DC377}">
      <dgm:prSet/>
      <dgm:spPr/>
      <dgm:t>
        <a:bodyPr/>
        <a:lstStyle/>
        <a:p>
          <a:endParaRPr lang="en-CA" sz="800"/>
        </a:p>
      </dgm:t>
    </dgm:pt>
    <dgm:pt modelId="{EDAD82DD-52EA-4B75-B948-32C1C402F5B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DDE468-FBC1-487B-95D5-1F78FFA7087C}" type="parTrans" cxnId="{B2B3C581-8AC5-472A-BB68-5FC5497DEDE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E1AA11-4B65-4E17-919B-E4FEFFDAC19F}" type="sibTrans" cxnId="{B2B3C581-8AC5-472A-BB68-5FC5497DEDEF}">
      <dgm:prSet/>
      <dgm:spPr/>
      <dgm:t>
        <a:bodyPr/>
        <a:lstStyle/>
        <a:p>
          <a:endParaRPr lang="en-CA" sz="800"/>
        </a:p>
      </dgm:t>
    </dgm:pt>
    <dgm:pt modelId="{AB7A68DB-48EA-49FF-8CD7-924B0951ED0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 Training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866418-755E-4171-A25C-564EB37C7CDE}" type="parTrans" cxnId="{B88A4BD3-C72C-447B-B1F4-16A8F84EE40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2F62E6-00FA-4E17-A809-AF62CD0D8256}" type="sibTrans" cxnId="{B88A4BD3-C72C-447B-B1F4-16A8F84EE405}">
      <dgm:prSet/>
      <dgm:spPr/>
      <dgm:t>
        <a:bodyPr/>
        <a:lstStyle/>
        <a:p>
          <a:endParaRPr lang="en-CA" sz="800"/>
        </a:p>
      </dgm:t>
    </dgm:pt>
    <dgm:pt modelId="{4237B43B-BDA5-469D-9FB3-ED069517C9F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52D94-37FB-4F66-9065-6F42540BD40C}" type="parTrans" cxnId="{FF7744B8-D6CA-4E8E-8376-87E96E8C746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098EB6-BA95-4C24-B735-69CD201972CA}" type="sibTrans" cxnId="{FF7744B8-D6CA-4E8E-8376-87E96E8C7463}">
      <dgm:prSet/>
      <dgm:spPr/>
      <dgm:t>
        <a:bodyPr/>
        <a:lstStyle/>
        <a:p>
          <a:endParaRPr lang="en-CA" sz="800"/>
        </a:p>
      </dgm:t>
    </dgm:pt>
    <dgm:pt modelId="{D8352F3A-4A7B-445C-963A-BE3685F4909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0AA924-A55A-4F79-9AF6-6322C95DDFC9}" type="parTrans" cxnId="{64B5E15D-C489-48A2-8247-C2B6BE715B8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31B48-4E80-49DB-95A7-7D065ACAF9C3}" type="sibTrans" cxnId="{64B5E15D-C489-48A2-8247-C2B6BE715B8B}">
      <dgm:prSet/>
      <dgm:spPr/>
      <dgm:t>
        <a:bodyPr/>
        <a:lstStyle/>
        <a:p>
          <a:endParaRPr lang="en-CA" sz="800"/>
        </a:p>
      </dgm:t>
    </dgm:pt>
    <dgm:pt modelId="{D7AD2C1D-3D74-4B09-98EB-B9AD0A426B0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 Training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F8C7B9-BF8D-4C76-B111-B65F009EA9EB}" type="parTrans" cxnId="{576053CB-BD4C-430E-9E06-D1A2A7B109F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F29C61-9AA4-4563-99B2-0D9AEC40B5C5}" type="sibTrans" cxnId="{576053CB-BD4C-430E-9E06-D1A2A7B109F2}">
      <dgm:prSet/>
      <dgm:spPr/>
      <dgm:t>
        <a:bodyPr/>
        <a:lstStyle/>
        <a:p>
          <a:endParaRPr lang="en-CA" sz="800"/>
        </a:p>
      </dgm:t>
    </dgm:pt>
    <dgm:pt modelId="{C66AC65B-05CA-4537-B09D-03836ADDD72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240462-2BF6-4823-A699-0475F1C98F77}" type="parTrans" cxnId="{E2774241-851C-404B-866A-7AA96FD9956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32E84D-27F4-401D-8D45-149E2C0E747F}" type="sibTrans" cxnId="{E2774241-851C-404B-866A-7AA96FD99566}">
      <dgm:prSet/>
      <dgm:spPr/>
      <dgm:t>
        <a:bodyPr/>
        <a:lstStyle/>
        <a:p>
          <a:endParaRPr lang="en-CA" sz="800"/>
        </a:p>
      </dgm:t>
    </dgm:pt>
    <dgm:pt modelId="{5A5672D4-F629-43DD-86BC-A742303A59B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EAA2E7-9647-48F8-9819-E1E4ECD9C1F6}" type="parTrans" cxnId="{522701EF-221A-478B-A942-FFF44C0384A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D1AABC-538A-47E9-94FA-C8B957D41D68}" type="sibTrans" cxnId="{522701EF-221A-478B-A942-FFF44C0384AD}">
      <dgm:prSet/>
      <dgm:spPr/>
      <dgm:t>
        <a:bodyPr/>
        <a:lstStyle/>
        <a:p>
          <a:endParaRPr lang="en-CA" sz="800"/>
        </a:p>
      </dgm:t>
    </dgm:pt>
    <dgm:pt modelId="{2E9CCB85-040E-4584-B1CA-97F39BEF60F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500906-9150-4DE9-8947-5D3D02E49B39}" type="parTrans" cxnId="{A3EFFD28-ACF1-49C0-92B6-7A86EB448CCB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53470D-0F51-44B3-857E-4268FED413B1}" type="sibTrans" cxnId="{A3EFFD28-ACF1-49C0-92B6-7A86EB448CCB}">
      <dgm:prSet/>
      <dgm:spPr/>
      <dgm:t>
        <a:bodyPr/>
        <a:lstStyle/>
        <a:p>
          <a:endParaRPr lang="en-CA" sz="800"/>
        </a:p>
      </dgm:t>
    </dgm:pt>
    <dgm:pt modelId="{43A5C799-0F40-4239-8BA5-5F7A79B805C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522B8D-1994-46D2-A7A6-7AC105A8CF9A}" type="parTrans" cxnId="{418BA2A9-55E3-438A-B45D-4BFAC2A723C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363007-23D1-430E-8F10-D5BA01362A4B}" type="sibTrans" cxnId="{418BA2A9-55E3-438A-B45D-4BFAC2A723CD}">
      <dgm:prSet/>
      <dgm:spPr/>
      <dgm:t>
        <a:bodyPr/>
        <a:lstStyle/>
        <a:p>
          <a:endParaRPr lang="en-CA" sz="800"/>
        </a:p>
      </dgm:t>
    </dgm:pt>
    <dgm:pt modelId="{E163B82B-3DB4-4D06-A264-51C2A1F7662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 Training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B661CE-948D-41FE-88C8-3C4A8FB598DF}" type="parTrans" cxnId="{46872301-5D18-4D5C-9BAD-269F297F056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76A89-FCFD-489B-836D-DD707F053511}" type="sibTrans" cxnId="{46872301-5D18-4D5C-9BAD-269F297F056F}">
      <dgm:prSet/>
      <dgm:spPr/>
      <dgm:t>
        <a:bodyPr/>
        <a:lstStyle/>
        <a:p>
          <a:endParaRPr lang="en-CA" sz="800"/>
        </a:p>
      </dgm:t>
    </dgm:pt>
    <dgm:pt modelId="{3F464C52-3FC9-467F-9549-28B28294E95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7D501B-18CD-4CE2-B925-EA9CFD3B3BCE}" type="parTrans" cxnId="{B080B463-FD33-4D87-B4BE-52D002D5D90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7232D0-DA24-4D0F-9671-BBAA8A78D3A4}" type="sibTrans" cxnId="{B080B463-FD33-4D87-B4BE-52D002D5D903}">
      <dgm:prSet/>
      <dgm:spPr/>
      <dgm:t>
        <a:bodyPr/>
        <a:lstStyle/>
        <a:p>
          <a:endParaRPr lang="en-CA" sz="800"/>
        </a:p>
      </dgm:t>
    </dgm:pt>
    <dgm:pt modelId="{4031127F-DAE9-491A-817B-4A3A321D6EA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93B434-01D9-46D8-9F37-261E0F4D5B6A}" type="parTrans" cxnId="{DC948E90-C98B-4F00-BB9C-D6BF011E50A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BA0EE8-6951-4F18-9961-E940E223C2CF}" type="sibTrans" cxnId="{DC948E90-C98B-4F00-BB9C-D6BF011E50A0}">
      <dgm:prSet/>
      <dgm:spPr/>
      <dgm:t>
        <a:bodyPr/>
        <a:lstStyle/>
        <a:p>
          <a:endParaRPr lang="en-CA" sz="800"/>
        </a:p>
      </dgm:t>
    </dgm:pt>
    <dgm:pt modelId="{6F1A4FA9-FADF-4AB0-8746-1A8DDE24530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Support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80ED5B-CB29-4541-BA78-7F575DDACADE}" type="parTrans" cxnId="{E253500C-0A1D-4577-9989-676ACD83E68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CF3D12-738F-44B7-9B72-DEECFBAE926F}" type="sibTrans" cxnId="{E253500C-0A1D-4577-9989-676ACD83E68E}">
      <dgm:prSet/>
      <dgm:spPr/>
      <dgm:t>
        <a:bodyPr/>
        <a:lstStyle/>
        <a:p>
          <a:endParaRPr lang="en-CA" sz="800"/>
        </a:p>
      </dgm:t>
    </dgm:pt>
    <dgm:pt modelId="{41A86E90-4C49-409E-B804-CD67942CA75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6E70A5-DDF0-4E98-8D9D-9512F8E2301F}" type="parTrans" cxnId="{F234EFFF-9D4E-4DF3-B352-D97BD18653D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C9FDB2-C912-41A4-B9B9-388F7F5BCBB2}" type="sibTrans" cxnId="{F234EFFF-9D4E-4DF3-B352-D97BD18653D1}">
      <dgm:prSet/>
      <dgm:spPr/>
      <dgm:t>
        <a:bodyPr/>
        <a:lstStyle/>
        <a:p>
          <a:endParaRPr lang="en-CA" sz="800"/>
        </a:p>
      </dgm:t>
    </dgm:pt>
    <dgm:pt modelId="{0C55F8A7-884A-428D-8573-93E0A81F805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C74B4C-002A-4A3A-BDE3-53F993DD5069}" type="parTrans" cxnId="{1421EF9C-E4BD-4A60-A8A9-54C32322EA7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7A522F-8BFE-4311-A475-B2AE7BBBAA5B}" type="sibTrans" cxnId="{1421EF9C-E4BD-4A60-A8A9-54C32322EA7F}">
      <dgm:prSet/>
      <dgm:spPr/>
      <dgm:t>
        <a:bodyPr/>
        <a:lstStyle/>
        <a:p>
          <a:endParaRPr lang="en-CA" sz="800"/>
        </a:p>
      </dgm:t>
    </dgm:pt>
    <dgm:pt modelId="{3A6F79B3-426D-48DA-BB40-427AA2B672D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CC7A88-0605-4ADD-8335-493FA1EDEE7E}" type="parTrans" cxnId="{23838E3E-2C8A-48DD-8880-6FD32C7379E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519DF2-C247-4311-B084-AD83038685AA}" type="sibTrans" cxnId="{23838E3E-2C8A-48DD-8880-6FD32C7379EA}">
      <dgm:prSet/>
      <dgm:spPr/>
      <dgm:t>
        <a:bodyPr/>
        <a:lstStyle/>
        <a:p>
          <a:endParaRPr lang="en-CA" sz="800"/>
        </a:p>
      </dgm:t>
    </dgm:pt>
    <dgm:pt modelId="{8849E7A5-4B44-469D-BF74-15B81BD7038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D94426-E2D0-448C-92FA-EAA6560D0C9A}" type="parTrans" cxnId="{2A3E8B77-CE2A-43A9-87D7-4FF1222F637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C3FFEE-D787-4662-A299-89C1540152C6}" type="sibTrans" cxnId="{2A3E8B77-CE2A-43A9-87D7-4FF1222F6378}">
      <dgm:prSet/>
      <dgm:spPr/>
      <dgm:t>
        <a:bodyPr/>
        <a:lstStyle/>
        <a:p>
          <a:endParaRPr lang="en-CA" sz="800"/>
        </a:p>
      </dgm:t>
    </dgm:pt>
    <dgm:pt modelId="{2C9F0035-B471-4203-A744-903728586A2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578AE4-ABBF-4F50-8689-7EF58766155C}" type="parTrans" cxnId="{41803294-2E91-4C01-9E0D-A3287DDD0A2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B87B4E-5FCA-49EA-ABEE-432633C757FC}" type="sibTrans" cxnId="{41803294-2E91-4C01-9E0D-A3287DDD0A26}">
      <dgm:prSet/>
      <dgm:spPr/>
      <dgm:t>
        <a:bodyPr/>
        <a:lstStyle/>
        <a:p>
          <a:endParaRPr lang="en-CA" sz="800"/>
        </a:p>
      </dgm:t>
    </dgm:pt>
    <dgm:pt modelId="{9D19086D-5DAB-4D3F-8A04-909BE97E28F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2BFEC8-4CAA-4CEF-A9A3-A6546282E622}" type="parTrans" cxnId="{3FD0342B-5E70-4990-BE5A-E3E4111DA8C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19C470-CFAE-4246-B12F-5E8ECA75B2D0}" type="sibTrans" cxnId="{3FD0342B-5E70-4990-BE5A-E3E4111DA8C9}">
      <dgm:prSet/>
      <dgm:spPr/>
      <dgm:t>
        <a:bodyPr/>
        <a:lstStyle/>
        <a:p>
          <a:endParaRPr lang="en-CA" sz="800"/>
        </a:p>
      </dgm:t>
    </dgm:pt>
    <dgm:pt modelId="{D284B5CC-64A4-4DD7-BCA3-A49F05CED18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66924B-A791-425F-9A18-9A15EBE836DB}" type="parTrans" cxnId="{C9B66388-EFAE-4F3C-BB7C-20EC0EEC54DE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6FC17C-77CB-437F-8D2E-8F92C9D5503B}" type="sibTrans" cxnId="{C9B66388-EFAE-4F3C-BB7C-20EC0EEC54DE}">
      <dgm:prSet/>
      <dgm:spPr/>
      <dgm:t>
        <a:bodyPr/>
        <a:lstStyle/>
        <a:p>
          <a:endParaRPr lang="en-CA" sz="800"/>
        </a:p>
      </dgm:t>
    </dgm:pt>
    <dgm:pt modelId="{EBD8699D-5781-4C55-84BC-E50B5ECAF6B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8B383F-1BBB-4002-9659-D8B615A58BAD}" type="parTrans" cxnId="{8555B95F-1D80-4B77-B87C-92E0D077EE14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407007-4500-4B0A-873E-FDB4CE7BF9C6}" type="sibTrans" cxnId="{8555B95F-1D80-4B77-B87C-92E0D077EE14}">
      <dgm:prSet/>
      <dgm:spPr/>
      <dgm:t>
        <a:bodyPr/>
        <a:lstStyle/>
        <a:p>
          <a:endParaRPr lang="en-CA" sz="800"/>
        </a:p>
      </dgm:t>
    </dgm:pt>
    <dgm:pt modelId="{EF4D49B8-27C6-4203-B4C0-448D5FCBB9B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Package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4403AE-32EE-49D4-9E28-A5F40D5B4B83}" type="parTrans" cxnId="{0C32DBF1-D997-4ED4-B97D-CE508B1D7D3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3DAABE-593E-40F6-B5D6-536C09CC7669}" type="sibTrans" cxnId="{0C32DBF1-D997-4ED4-B97D-CE508B1D7D30}">
      <dgm:prSet/>
      <dgm:spPr/>
      <dgm:t>
        <a:bodyPr/>
        <a:lstStyle/>
        <a:p>
          <a:endParaRPr lang="en-CA" sz="800"/>
        </a:p>
      </dgm:t>
    </dgm:pt>
    <dgm:pt modelId="{6EB399A4-370F-480A-8284-897FA727D3F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11AE78-7779-4807-82F9-48C039833DBC}" type="parTrans" cxnId="{7DFECC9F-D7CE-4027-9E5F-59FCCA8B490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5AE43F-D14B-4C2A-89A8-6B31C83FBE85}" type="sibTrans" cxnId="{7DFECC9F-D7CE-4027-9E5F-59FCCA8B4902}">
      <dgm:prSet/>
      <dgm:spPr/>
      <dgm:t>
        <a:bodyPr/>
        <a:lstStyle/>
        <a:p>
          <a:endParaRPr lang="en-CA" sz="800"/>
        </a:p>
      </dgm:t>
    </dgm:pt>
    <dgm:pt modelId="{B732B34D-DDA2-4E79-9137-474F22E52A5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6E7471-CC2F-425B-8EB9-504A5EA507DA}" type="parTrans" cxnId="{1A5D667A-CA2C-4AF2-8F6D-870A4BE2ADB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65AEEF-3582-4CAA-8E05-61082FC31006}" type="sibTrans" cxnId="{1A5D667A-CA2C-4AF2-8F6D-870A4BE2ADB6}">
      <dgm:prSet/>
      <dgm:spPr/>
      <dgm:t>
        <a:bodyPr/>
        <a:lstStyle/>
        <a:p>
          <a:endParaRPr lang="en-CA" sz="800"/>
        </a:p>
      </dgm:t>
    </dgm:pt>
    <dgm:pt modelId="{7FD3668C-F688-4AD9-B427-37BC95ED4DA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9F473D-2137-4586-AAAB-63130AE8BF35}" type="parTrans" cxnId="{0A18F14F-3889-4052-A572-F0C3BD9A215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B7153C-BD3D-415F-BEF0-2F9D78D3701C}" type="sibTrans" cxnId="{0A18F14F-3889-4052-A572-F0C3BD9A2156}">
      <dgm:prSet/>
      <dgm:spPr/>
      <dgm:t>
        <a:bodyPr/>
        <a:lstStyle/>
        <a:p>
          <a:endParaRPr lang="en-CA" sz="800"/>
        </a:p>
      </dgm:t>
    </dgm:pt>
    <dgm:pt modelId="{FC802C5A-FC20-444D-934E-125FECA8F73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61DF43-02EA-4F91-926C-313F0036E107}" type="parTrans" cxnId="{2B628E2E-346F-4DC7-822A-9B6841DD702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B1B338-B9AA-4436-B1B4-10DF30F864E5}" type="sibTrans" cxnId="{2B628E2E-346F-4DC7-822A-9B6841DD7025}">
      <dgm:prSet/>
      <dgm:spPr/>
      <dgm:t>
        <a:bodyPr/>
        <a:lstStyle/>
        <a:p>
          <a:endParaRPr lang="en-CA" sz="800"/>
        </a:p>
      </dgm:t>
    </dgm:pt>
    <dgm:pt modelId="{0E931518-3234-4BB2-BAEF-30FFC5721C07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4A2B4D-AC86-4BAA-A345-BC1297D3F395}" type="parTrans" cxnId="{F07592B6-222D-47F5-BA8F-760B6AD9A3F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386EE5-33A4-40D9-85C4-B3E89B7E3ABE}" type="sibTrans" cxnId="{F07592B6-222D-47F5-BA8F-760B6AD9A3F9}">
      <dgm:prSet/>
      <dgm:spPr/>
      <dgm:t>
        <a:bodyPr/>
        <a:lstStyle/>
        <a:p>
          <a:endParaRPr lang="en-CA" sz="800"/>
        </a:p>
      </dgm:t>
    </dgm:pt>
    <dgm:pt modelId="{60AA9AA0-9BF1-4B16-B992-B74E8A868D7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272C57-01D4-488E-B6B5-8000701FC177}" type="parTrans" cxnId="{544D9FA8-5BC8-4CB9-A424-14A2CA74D93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FCD098-6FB5-4C20-8D35-870F83B12F3D}" type="sibTrans" cxnId="{544D9FA8-5BC8-4CB9-A424-14A2CA74D935}">
      <dgm:prSet/>
      <dgm:spPr/>
      <dgm:t>
        <a:bodyPr/>
        <a:lstStyle/>
        <a:p>
          <a:endParaRPr lang="en-CA" sz="800"/>
        </a:p>
      </dgm:t>
    </dgm:pt>
    <dgm:pt modelId="{62C7173A-92E8-42E2-8697-660AAF61A35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D390BB-0BC1-455F-8307-BCAFCC0337A4}" type="parTrans" cxnId="{41220619-0E74-4727-A37B-FAEF451B1294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569F6E-ABB6-426B-9DDB-6066436C4518}" type="sibTrans" cxnId="{41220619-0E74-4727-A37B-FAEF451B1294}">
      <dgm:prSet/>
      <dgm:spPr/>
      <dgm:t>
        <a:bodyPr/>
        <a:lstStyle/>
        <a:p>
          <a:endParaRPr lang="en-CA" sz="800"/>
        </a:p>
      </dgm:t>
    </dgm:pt>
    <dgm:pt modelId="{5B4BC104-4A1D-4BD9-BF77-12A402532BB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BA70D3-FA02-41E5-B57D-2FC6DEEF725D}" type="parTrans" cxnId="{749DD384-DB21-4469-B0F0-E861B35C377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C49DBF-4031-44A8-8C6B-1DA43F69AF46}" type="sibTrans" cxnId="{749DD384-DB21-4469-B0F0-E861B35C3773}">
      <dgm:prSet/>
      <dgm:spPr/>
      <dgm:t>
        <a:bodyPr/>
        <a:lstStyle/>
        <a:p>
          <a:endParaRPr lang="en-CA" sz="800"/>
        </a:p>
      </dgm:t>
    </dgm:pt>
    <dgm:pt modelId="{5A2A8607-3842-4C50-9DC3-FBF6BD41022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AC6D09-F361-493D-8A10-EA16AD4B8F83}" type="parTrans" cxnId="{04299298-37FD-4140-B3EA-DE353B32C77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D6807C-51FF-45E2-A78B-9F4C55456B0D}" type="sibTrans" cxnId="{04299298-37FD-4140-B3EA-DE353B32C77D}">
      <dgm:prSet/>
      <dgm:spPr/>
      <dgm:t>
        <a:bodyPr/>
        <a:lstStyle/>
        <a:p>
          <a:endParaRPr lang="en-CA" sz="800"/>
        </a:p>
      </dgm:t>
    </dgm:pt>
    <dgm:pt modelId="{19EDE30F-9C1C-4A52-BBA1-963D025E815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DCB8A4-D4B9-4E55-AE07-44B6589EFED8}" type="parTrans" cxnId="{765630FF-B36F-48AC-A5D0-277B083E76B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97F880-5444-4279-A534-1D63C39789D0}" type="sibTrans" cxnId="{765630FF-B36F-48AC-A5D0-277B083E76B1}">
      <dgm:prSet/>
      <dgm:spPr/>
      <dgm:t>
        <a:bodyPr/>
        <a:lstStyle/>
        <a:p>
          <a:endParaRPr lang="en-CA" sz="800"/>
        </a:p>
      </dgm:t>
    </dgm:pt>
    <dgm:pt modelId="{D1407F65-0DCD-41ED-8768-0A445F5A1E1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DC2D93-E8A5-499C-9427-65C6A998FA91}" type="parTrans" cxnId="{12589137-DF2D-4EF5-93BC-84BC11EBB1F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BF32EB-3350-46AF-92A8-E1BA2837DE00}" type="sibTrans" cxnId="{12589137-DF2D-4EF5-93BC-84BC11EBB1FD}">
      <dgm:prSet/>
      <dgm:spPr/>
      <dgm:t>
        <a:bodyPr/>
        <a:lstStyle/>
        <a:p>
          <a:endParaRPr lang="en-CA" sz="800"/>
        </a:p>
      </dgm:t>
    </dgm:pt>
    <dgm:pt modelId="{B05506E0-9767-44E0-8015-E1EA554C7B5D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3E3696-AD3F-4024-ABDB-ABD404FA0986}" type="parTrans" cxnId="{0089660A-1856-4D29-8A87-8AE7C863CAE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BBBE92-DF83-4C80-9191-102BB27A431F}" type="sibTrans" cxnId="{0089660A-1856-4D29-8A87-8AE7C863CAE8}">
      <dgm:prSet/>
      <dgm:spPr/>
      <dgm:t>
        <a:bodyPr/>
        <a:lstStyle/>
        <a:p>
          <a:endParaRPr lang="en-CA" sz="800"/>
        </a:p>
      </dgm:t>
    </dgm:pt>
    <dgm:pt modelId="{1779F78D-CD5D-457D-B6C1-3DA8910E0B0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32B144-913B-41F5-8A6A-675E38AF782E}" type="parTrans" cxnId="{A8EEAFBA-0AC6-4618-A847-867C81A0407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CB2D4D-9217-4A65-B414-5A5407A210BF}" type="sibTrans" cxnId="{A8EEAFBA-0AC6-4618-A847-867C81A0407F}">
      <dgm:prSet/>
      <dgm:spPr/>
      <dgm:t>
        <a:bodyPr/>
        <a:lstStyle/>
        <a:p>
          <a:endParaRPr lang="en-CA" sz="800"/>
        </a:p>
      </dgm:t>
    </dgm:pt>
    <dgm:pt modelId="{0EAF9E6D-CB95-4F03-9C13-17BF8EA2178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000CD3-0089-4CE3-88B6-B470B2EB1CA7}" type="parTrans" cxnId="{588975E6-7E18-4E65-A3EF-BF93129B44F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0730BC-8256-4CE9-8BDA-70D71D6FD57D}" type="sibTrans" cxnId="{588975E6-7E18-4E65-A3EF-BF93129B44F1}">
      <dgm:prSet/>
      <dgm:spPr/>
      <dgm:t>
        <a:bodyPr/>
        <a:lstStyle/>
        <a:p>
          <a:endParaRPr lang="en-CA" sz="800"/>
        </a:p>
      </dgm:t>
    </dgm:pt>
    <dgm:pt modelId="{F6C608CC-B662-420B-9400-4F76D522B41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4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D08D26-FC9B-4F2F-8838-4459875EEEEC}" type="parTrans" cxnId="{0919BF80-FFC2-4CAC-837B-530686C2396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EC947D-EE83-4A9B-A8FB-903B95A6481E}" type="sibTrans" cxnId="{0919BF80-FFC2-4CAC-837B-530686C23963}">
      <dgm:prSet/>
      <dgm:spPr/>
      <dgm:t>
        <a:bodyPr/>
        <a:lstStyle/>
        <a:p>
          <a:endParaRPr lang="en-CA" sz="800"/>
        </a:p>
      </dgm:t>
    </dgm:pt>
    <dgm:pt modelId="{3ACD65AF-2B37-45BD-B40D-29F8442D2D2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9CEE6A-A6B9-4811-88D3-1F2A772C9F68}" type="parTrans" cxnId="{EB6FFB9C-3789-4179-8B72-B89547FC2E53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099437-4FD1-4FB6-A244-6627873F9621}" type="sibTrans" cxnId="{EB6FFB9C-3789-4179-8B72-B89547FC2E53}">
      <dgm:prSet/>
      <dgm:spPr/>
      <dgm:t>
        <a:bodyPr/>
        <a:lstStyle/>
        <a:p>
          <a:endParaRPr lang="en-CA" sz="800"/>
        </a:p>
      </dgm:t>
    </dgm:pt>
    <dgm:pt modelId="{C1420AC3-3F48-407E-B844-D8520914131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1BB038-CF7C-4AB5-B159-AF41FB2B2638}" type="parTrans" cxnId="{8C3DFEB9-15DB-46EF-BA22-C3ED50E6C80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A978D3-2765-41F0-AAA4-03484BE23EF2}" type="sibTrans" cxnId="{8C3DFEB9-15DB-46EF-BA22-C3ED50E6C80C}">
      <dgm:prSet/>
      <dgm:spPr/>
      <dgm:t>
        <a:bodyPr/>
        <a:lstStyle/>
        <a:p>
          <a:endParaRPr lang="en-CA" sz="800"/>
        </a:p>
      </dgm:t>
    </dgm:pt>
    <dgm:pt modelId="{F4FFF6E8-EA38-45C9-9BCB-AE67674FF0C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E2BD79-0EBB-439E-9B30-06FC90DBB76B}" type="parTrans" cxnId="{BBBA0607-8360-4B4E-85CC-D818FAD673B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BFDC75-A417-4231-AB2B-EFB23BA9FA2A}" type="sibTrans" cxnId="{BBBA0607-8360-4B4E-85CC-D818FAD673B9}">
      <dgm:prSet/>
      <dgm:spPr/>
      <dgm:t>
        <a:bodyPr/>
        <a:lstStyle/>
        <a:p>
          <a:endParaRPr lang="en-CA" sz="800"/>
        </a:p>
      </dgm:t>
    </dgm:pt>
    <dgm:pt modelId="{163D6853-186B-4D3E-870D-F0AB9A5D27B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D7449C-54F4-4261-99E8-64D6A1A7F59B}" type="parTrans" cxnId="{8A7B9A9A-1A0C-405B-9C24-2437D0427DF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0AF269-F608-48A2-BBCF-EF6A7456AC01}" type="sibTrans" cxnId="{8A7B9A9A-1A0C-405B-9C24-2437D0427DF0}">
      <dgm:prSet/>
      <dgm:spPr/>
      <dgm:t>
        <a:bodyPr/>
        <a:lstStyle/>
        <a:p>
          <a:endParaRPr lang="en-CA" sz="800"/>
        </a:p>
      </dgm:t>
    </dgm:pt>
    <dgm:pt modelId="{13349D33-DB63-40F4-852B-0EB799133A2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FA96D6-5B77-431A-8F81-0304B7E5632F}" type="parTrans" cxnId="{1F5B511A-4928-4F01-B435-7B5EA6082C3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26F9F6-94A8-443D-A710-77A9CFEA4934}" type="sibTrans" cxnId="{1F5B511A-4928-4F01-B435-7B5EA6082C30}">
      <dgm:prSet/>
      <dgm:spPr/>
      <dgm:t>
        <a:bodyPr/>
        <a:lstStyle/>
        <a:p>
          <a:endParaRPr lang="en-CA" sz="800"/>
        </a:p>
      </dgm:t>
    </dgm:pt>
    <dgm:pt modelId="{055162A4-98AE-4805-A8EC-BB7833DD7ED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 Activities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74631E-AD53-4DE6-983A-A27B0EAAA403}" type="parTrans" cxnId="{FADD2975-A75F-462F-B4BA-E947A0E6B665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8608A2-9215-43DA-A69D-0DA9CF1C6563}" type="sibTrans" cxnId="{FADD2975-A75F-462F-B4BA-E947A0E6B665}">
      <dgm:prSet/>
      <dgm:spPr/>
      <dgm:t>
        <a:bodyPr/>
        <a:lstStyle/>
        <a:p>
          <a:endParaRPr lang="en-CA" sz="800"/>
        </a:p>
      </dgm:t>
    </dgm:pt>
    <dgm:pt modelId="{03AEE97B-811E-47A2-90F0-6F452FD6F291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Closure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2B4FD6-2847-41CD-9F2D-40077A942821}" type="parTrans" cxnId="{A5EBD3CF-7AB6-410C-920E-B5D4B07EEBA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34A1C5-A795-4181-8346-A723DDCC8637}" type="sibTrans" cxnId="{A5EBD3CF-7AB6-410C-920E-B5D4B07EEBA8}">
      <dgm:prSet/>
      <dgm:spPr/>
      <dgm:t>
        <a:bodyPr/>
        <a:lstStyle/>
        <a:p>
          <a:endParaRPr lang="en-CA" sz="800"/>
        </a:p>
      </dgm:t>
    </dgm:pt>
    <dgm:pt modelId="{F57AC332-EF69-4CB2-A974-30135AA60E1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 Office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E14E13-62C9-4BD6-B29B-AFF523D0C673}" type="parTrans" cxnId="{AF158D49-1B71-4103-B196-0A223710292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711F61-26F5-4F35-A155-D7FA27803451}" type="sibTrans" cxnId="{AF158D49-1B71-4103-B196-0A223710292F}">
      <dgm:prSet/>
      <dgm:spPr/>
      <dgm:t>
        <a:bodyPr/>
        <a:lstStyle/>
        <a:p>
          <a:endParaRPr lang="en-CA" sz="800"/>
        </a:p>
      </dgm:t>
    </dgm:pt>
    <dgm:pt modelId="{76E940B0-CF44-4A1D-96E5-6E97F7C8BCFB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Kick-off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Meeting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8E1CBC-E695-416E-9FD7-761A01BA3EAD}" type="parTrans" cxnId="{D5872879-AB30-4A2E-8C3E-A6F94021ED1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ABE089-C663-40CB-93F6-8D5C5141CE1A}" type="sibTrans" cxnId="{D5872879-AB30-4A2E-8C3E-A6F94021ED1D}">
      <dgm:prSet/>
      <dgm:spPr/>
      <dgm:t>
        <a:bodyPr/>
        <a:lstStyle/>
        <a:p>
          <a:endParaRPr lang="en-CA" sz="800"/>
        </a:p>
      </dgm:t>
    </dgm:pt>
    <dgm:pt modelId="{7C86E7C0-52FA-4105-B90B-B74D4E47918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Closure Readiness Review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F62E29-61F4-44F6-AACB-55B802F508CB}" type="parTrans" cxnId="{609F33E3-039D-4D73-8ACD-2B1A7992895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31DAAA-74BA-4460-8338-D78E1F3A7BB9}" type="sibTrans" cxnId="{609F33E3-039D-4D73-8ACD-2B1A7992895D}">
      <dgm:prSet/>
      <dgm:spPr/>
      <dgm:t>
        <a:bodyPr/>
        <a:lstStyle/>
        <a:p>
          <a:endParaRPr lang="en-CA" sz="800"/>
        </a:p>
      </dgm:t>
    </dgm:pt>
    <dgm:pt modelId="{B60BF02F-0A58-445B-8454-171B5F3DE52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 Procurements Closure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9A2A2E-5F19-4A7A-A39D-DB861AFDFAA9}" type="parTrans" cxnId="{19FD3A3A-8A36-4767-A074-357CBCAE98A9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3F72A8-CC20-4642-BC79-A96BB7F27A95}" type="sibTrans" cxnId="{19FD3A3A-8A36-4767-A074-357CBCAE98A9}">
      <dgm:prSet/>
      <dgm:spPr/>
      <dgm:t>
        <a:bodyPr/>
        <a:lstStyle/>
        <a:p>
          <a:endParaRPr lang="en-CA" sz="800"/>
        </a:p>
      </dgm:t>
    </dgm:pt>
    <dgm:pt modelId="{003E976B-3655-4EFD-83A6-E8A1545A6BA9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Lessons Learned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Report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652831-896A-433F-BBBD-E48C05026502}" type="parTrans" cxnId="{8F9210A2-946E-4F91-8D73-4C0673BFC2AF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D460AA-F126-45E5-9FB6-9DEA0EE1E196}" type="sibTrans" cxnId="{8F9210A2-946E-4F91-8D73-4C0673BFC2AF}">
      <dgm:prSet/>
      <dgm:spPr/>
      <dgm:t>
        <a:bodyPr/>
        <a:lstStyle/>
        <a:p>
          <a:endParaRPr lang="en-CA" sz="800"/>
        </a:p>
      </dgm:t>
    </dgm:pt>
    <dgm:pt modelId="{F7F1AF26-DEFD-4A7C-8352-46BF41579B94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 Report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3C3A07-E5DC-4638-8566-4CA4166CAF03}" type="parTrans" cxnId="{134D1203-7696-42E3-9D3D-07A58F8B11C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B70E29-F165-4D45-AAF6-042E08F3DD51}" type="sibTrans" cxnId="{134D1203-7696-42E3-9D3D-07A58F8B11C6}">
      <dgm:prSet/>
      <dgm:spPr/>
      <dgm:t>
        <a:bodyPr/>
        <a:lstStyle/>
        <a:p>
          <a:endParaRPr lang="en-CA" sz="800"/>
        </a:p>
      </dgm:t>
    </dgm:pt>
    <dgm:pt modelId="{EBDFF91D-48D3-4B91-9193-D8839B24466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Readiness Review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6B70D6-ED65-4BEF-BD8B-A2364ABFA2DA}" type="parTrans" cxnId="{A3E3C38E-2AE2-4551-8FA0-94EF08696E3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6E8EBA-C7FA-48EF-B468-D6B87A6951FC}" type="sibTrans" cxnId="{A3E3C38E-2AE2-4551-8FA0-94EF08696E32}">
      <dgm:prSet/>
      <dgm:spPr/>
      <dgm:t>
        <a:bodyPr/>
        <a:lstStyle/>
        <a:p>
          <a:endParaRPr lang="en-CA" sz="800"/>
        </a:p>
      </dgm:t>
    </dgm:pt>
    <dgm:pt modelId="{847F2413-DDF8-4811-B0D1-F7A8A7166B4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ACDBB0-C064-46FF-98C9-3F63715E4306}" type="parTrans" cxnId="{144EC04E-E100-4DCE-8224-31BDFE3390A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F3A666-85CE-449C-94F9-8C05837D7D34}" type="sibTrans" cxnId="{144EC04E-E100-4DCE-8224-31BDFE3390AC}">
      <dgm:prSet/>
      <dgm:spPr/>
      <dgm:t>
        <a:bodyPr/>
        <a:lstStyle/>
        <a:p>
          <a:endParaRPr lang="en-CA" sz="800"/>
        </a:p>
      </dgm:t>
    </dgm:pt>
    <dgm:pt modelId="{84D46C18-5DCB-4B66-BFBA-45042C7DF64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Procurement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09322B-5E1B-4070-8A05-23027B41DC0A}" type="parTrans" cxnId="{99AB81C6-B6B6-427A-909A-CDEE910617F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046CBD-1E54-4529-8142-1713C0DD3E89}" type="sibTrans" cxnId="{99AB81C6-B6B6-427A-909A-CDEE910617FD}">
      <dgm:prSet/>
      <dgm:spPr/>
      <dgm:t>
        <a:bodyPr/>
        <a:lstStyle/>
        <a:p>
          <a:endParaRPr lang="en-CA" sz="800"/>
        </a:p>
      </dgm:t>
    </dgm:pt>
    <dgm:pt modelId="{5464B3B6-E609-48C7-AEC6-EE5A3B574683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303D3C-8F4C-460A-830E-8E79DD3536C2}" type="parTrans" cxnId="{E33E9C36-A507-44BE-A148-13B1AD86CA5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BE25F9-3C95-4464-8BF8-BA29ACC1BAC7}" type="sibTrans" cxnId="{E33E9C36-A507-44BE-A148-13B1AD86CA50}">
      <dgm:prSet/>
      <dgm:spPr/>
      <dgm:t>
        <a:bodyPr/>
        <a:lstStyle/>
        <a:p>
          <a:endParaRPr lang="en-CA" sz="800"/>
        </a:p>
      </dgm:t>
    </dgm:pt>
    <dgm:pt modelId="{7F0FB6FA-86B1-4B95-B5D8-890758472E7F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722276-B343-436A-ADE7-69D13B646A61}" type="parTrans" cxnId="{59CBE97C-C442-45CF-AECE-4E803BD53FE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FEDF96-A983-457D-A7AD-E792ABB8DA12}" type="sibTrans" cxnId="{59CBE97C-C442-45CF-AECE-4E803BD53FE0}">
      <dgm:prSet/>
      <dgm:spPr/>
      <dgm:t>
        <a:bodyPr/>
        <a:lstStyle/>
        <a:p>
          <a:endParaRPr lang="en-CA" sz="800"/>
        </a:p>
      </dgm:t>
    </dgm:pt>
    <dgm:pt modelId="{8903452A-8E28-48DF-A5BC-AB59DD78B275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79B1D0-4682-4670-90C0-76FBE5B62D31}" type="parTrans" cxnId="{AF5BCD2D-006B-4EA7-B6FD-0219E42A4536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D76D54-E17E-4F98-A6C7-8CF231C3DC5F}" type="sibTrans" cxnId="{AF5BCD2D-006B-4EA7-B6FD-0219E42A4536}">
      <dgm:prSet/>
      <dgm:spPr/>
      <dgm:t>
        <a:bodyPr/>
        <a:lstStyle/>
        <a:p>
          <a:endParaRPr lang="en-CA" sz="800"/>
        </a:p>
      </dgm:t>
    </dgm:pt>
    <dgm:pt modelId="{421A38C5-5A88-4006-A369-89A0A3A37BA6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Planning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C2E6A7-F692-410B-814D-16E79FCCE737}" type="parTrans" cxnId="{F39D99CE-30C1-4735-85BB-A42E93076C27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C285BA-33D0-49A3-A7BC-FE34065E1D58}" type="sibTrans" cxnId="{F39D99CE-30C1-4735-85BB-A42E93076C27}">
      <dgm:prSet/>
      <dgm:spPr/>
      <dgm:t>
        <a:bodyPr/>
        <a:lstStyle/>
        <a:p>
          <a:endParaRPr lang="en-CA" sz="800"/>
        </a:p>
      </dgm:t>
    </dgm:pt>
    <dgm:pt modelId="{85FABC28-B385-4B6B-B4AE-2A103F2795C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Detailed Requirements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743B4A-0E4A-44D5-A690-84CB8EBF44FC}" type="parTrans" cxnId="{7E47D889-1608-4E28-8579-1C1397823E31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C8F9B8-E640-4A01-9C0F-734EFFDF7F4A}" type="sibTrans" cxnId="{7E47D889-1608-4E28-8579-1C1397823E31}">
      <dgm:prSet/>
      <dgm:spPr/>
      <dgm:t>
        <a:bodyPr/>
        <a:lstStyle/>
        <a:p>
          <a:endParaRPr lang="en-CA" sz="800"/>
        </a:p>
      </dgm:t>
    </dgm:pt>
    <dgm:pt modelId="{EBC9A9F2-054D-4DE7-A3A5-3DD9BF9ED80C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ECFD61-F20B-45ED-AC53-478191C2B3DA}" type="parTrans" cxnId="{0D8D2ABC-43AB-4391-9A57-51E45BEB39E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585AAA-19AC-47D1-8840-FB98D264595E}" type="sibTrans" cxnId="{0D8D2ABC-43AB-4391-9A57-51E45BEB39EC}">
      <dgm:prSet/>
      <dgm:spPr/>
      <dgm:t>
        <a:bodyPr/>
        <a:lstStyle/>
        <a:p>
          <a:endParaRPr lang="en-CA" sz="800"/>
        </a:p>
      </dgm:t>
    </dgm:pt>
    <dgm:pt modelId="{8AB3F025-C295-4811-9A06-32003CE3D75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</a:p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5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F57D97-E4D4-47D3-BD93-0626FF98326A}" type="parTrans" cxnId="{9E9637EC-FA7C-4FB1-87D1-914AFACB3BF2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8C0379-13E3-4D12-8B97-4D0F92C89712}" type="sibTrans" cxnId="{9E9637EC-FA7C-4FB1-87D1-914AFACB3BF2}">
      <dgm:prSet/>
      <dgm:spPr/>
      <dgm:t>
        <a:bodyPr/>
        <a:lstStyle/>
        <a:p>
          <a:endParaRPr lang="en-CA" sz="800"/>
        </a:p>
      </dgm:t>
    </dgm:pt>
    <dgm:pt modelId="{14DF952B-9147-4B14-A028-28D39704FB3E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936772-665E-45BA-A65E-628303F8AD2A}" type="parTrans" cxnId="{96C4A7A2-3A63-4B90-A616-4A0C4FE42548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F238B2-4966-4837-86C1-4D42CFC12506}" type="sibTrans" cxnId="{96C4A7A2-3A63-4B90-A616-4A0C4FE42548}">
      <dgm:prSet/>
      <dgm:spPr/>
      <dgm:t>
        <a:bodyPr/>
        <a:lstStyle/>
        <a:p>
          <a:endParaRPr lang="en-CA" sz="800"/>
        </a:p>
      </dgm:t>
    </dgm:pt>
    <dgm:pt modelId="{A2E72B4C-2D38-4E71-9A38-22EE79A4F3A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068D33-41F9-4778-B830-A4054EA22198}" type="parTrans" cxnId="{D1C2A643-0A42-4C9D-891A-F0702414F69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50520D-1B40-47D9-B721-93753214F388}" type="sibTrans" cxnId="{D1C2A643-0A42-4C9D-891A-F0702414F690}">
      <dgm:prSet/>
      <dgm:spPr/>
      <dgm:t>
        <a:bodyPr/>
        <a:lstStyle/>
        <a:p>
          <a:endParaRPr lang="en-CA" sz="800"/>
        </a:p>
      </dgm:t>
    </dgm:pt>
    <dgm:pt modelId="{A4654994-11E8-41D7-B158-DF727A1A2C42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B9BB68-4D3B-474E-8526-ED36658B2F78}" type="parTrans" cxnId="{D9B91760-8190-47BE-97BA-6C0F5A88766D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F7B811-9997-47CF-97B8-A03B2FCCD780}" type="sibTrans" cxnId="{D9B91760-8190-47BE-97BA-6C0F5A88766D}">
      <dgm:prSet/>
      <dgm:spPr/>
      <dgm:t>
        <a:bodyPr/>
        <a:lstStyle/>
        <a:p>
          <a:endParaRPr lang="en-CA" sz="800"/>
        </a:p>
      </dgm:t>
    </dgm:pt>
    <dgm:pt modelId="{CA74836D-C1D8-4C0A-8E8E-158E2FB2DB00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BC071B-3526-46C2-B08C-292A48C22AF7}" type="parTrans" cxnId="{C15E0A28-8070-414C-A5D6-4BC8B0FEAA00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6A86A6-62C5-4837-A722-BF081069D18C}" type="sibTrans" cxnId="{C15E0A28-8070-414C-A5D6-4BC8B0FEAA00}">
      <dgm:prSet/>
      <dgm:spPr/>
      <dgm:t>
        <a:bodyPr/>
        <a:lstStyle/>
        <a:p>
          <a:endParaRPr lang="en-CA" sz="800"/>
        </a:p>
      </dgm:t>
    </dgm:pt>
    <dgm:pt modelId="{DC05F9A5-BA52-4187-9E44-E0B36B1E6188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4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B7E285-ECCC-4FF1-9CE4-2720386EEDE1}" type="parTrans" cxnId="{76E60B28-51E5-4716-B7A5-9F671877350A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9B578A-4BF4-47C0-9CEB-7222E949967F}" type="sibTrans" cxnId="{76E60B28-51E5-4716-B7A5-9F671877350A}">
      <dgm:prSet/>
      <dgm:spPr/>
      <dgm:t>
        <a:bodyPr/>
        <a:lstStyle/>
        <a:p>
          <a:endParaRPr lang="en-CA" sz="800"/>
        </a:p>
      </dgm:t>
    </dgm:pt>
    <dgm:pt modelId="{FCF56C29-E9A2-4F3E-867C-63AEEE15B07A}">
      <dgm:prSet custT="1"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5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15913E-C118-4181-96A0-7657B4285C39}" type="parTrans" cxnId="{DCAF8824-6EC6-459F-8F83-D4B7AE26B17C}">
      <dgm:prSet/>
      <dgm:spPr>
        <a:solidFill>
          <a:srgbClr val="EAEAEA"/>
        </a:solidFill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D93FE5-BC8A-4FE8-9DDB-922ADD193784}" type="sibTrans" cxnId="{DCAF8824-6EC6-459F-8F83-D4B7AE26B17C}">
      <dgm:prSet/>
      <dgm:spPr/>
      <dgm:t>
        <a:bodyPr/>
        <a:lstStyle/>
        <a:p>
          <a:endParaRPr lang="en-CA" sz="800"/>
        </a:p>
      </dgm:t>
    </dgm:pt>
    <dgm:pt modelId="{34C43C20-F594-4DF2-8028-603F3E04E034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6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F5AFAB05-9158-4270-B602-0EF5F22603BA}" type="parTrans" cxnId="{316CE55F-2D18-4AE0-B433-3D5E05F2462B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/>
        </a:p>
      </dgm:t>
    </dgm:pt>
    <dgm:pt modelId="{6C25DBA4-6167-4794-A59B-D44CE1F641DA}" type="sibTrans" cxnId="{316CE55F-2D18-4AE0-B433-3D5E05F2462B}">
      <dgm:prSet/>
      <dgm:spPr/>
      <dgm:t>
        <a:bodyPr/>
        <a:lstStyle/>
        <a:p>
          <a:endParaRPr lang="en-CA" sz="800"/>
        </a:p>
      </dgm:t>
    </dgm:pt>
    <dgm:pt modelId="{BCB45ECD-7013-44FE-AE5A-CEF1B3603784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7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ECE80B39-33FB-4EA7-8920-EF448D260906}" type="parTrans" cxnId="{765A2064-1577-4ACD-8CCA-62C41BA40962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/>
        </a:p>
      </dgm:t>
    </dgm:pt>
    <dgm:pt modelId="{10227FCE-545F-4416-8879-1A64D06E16CE}" type="sibTrans" cxnId="{765A2064-1577-4ACD-8CCA-62C41BA40962}">
      <dgm:prSet/>
      <dgm:spPr/>
      <dgm:t>
        <a:bodyPr/>
        <a:lstStyle/>
        <a:p>
          <a:endParaRPr lang="en-CA" sz="800"/>
        </a:p>
      </dgm:t>
    </dgm:pt>
    <dgm:pt modelId="{B2C39A58-F5A4-4D1B-B61F-F8FCBB009003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7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C9C0203E-4A03-4D02-AB4C-70F8057C9F07}" type="parTrans" cxnId="{0C9FC054-71D7-4DE0-9286-34A062A031D0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/>
        </a:p>
      </dgm:t>
    </dgm:pt>
    <dgm:pt modelId="{89ED6DBA-F0F6-4B6E-9BA5-BFE90B2A9ABE}" type="sibTrans" cxnId="{0C9FC054-71D7-4DE0-9286-34A062A031D0}">
      <dgm:prSet/>
      <dgm:spPr/>
      <dgm:t>
        <a:bodyPr/>
        <a:lstStyle/>
        <a:p>
          <a:endParaRPr lang="en-CA" sz="800"/>
        </a:p>
      </dgm:t>
    </dgm:pt>
    <dgm:pt modelId="{DA9CF7E5-6EEF-4585-92DA-AB6DADDBEA51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6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BC38D017-A068-48FF-B685-4644C2077AE5}" type="parTrans" cxnId="{D1714B00-176A-4C57-9C6E-4378A900F11F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 sz="800"/>
        </a:p>
      </dgm:t>
    </dgm:pt>
    <dgm:pt modelId="{70495892-08D6-406D-9A8F-21FB40E5DE86}" type="sibTrans" cxnId="{D1714B00-176A-4C57-9C6E-4378A900F11F}">
      <dgm:prSet/>
      <dgm:spPr/>
      <dgm:t>
        <a:bodyPr/>
        <a:lstStyle/>
        <a:p>
          <a:endParaRPr lang="en-CA" sz="800"/>
        </a:p>
      </dgm:t>
    </dgm:pt>
    <dgm:pt modelId="{D61CCEE3-2F8C-4BC6-90C8-E0531C6D1CCA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Quality Assurance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9687EA9A-1C52-47D5-ABC2-451FDB47EDE3}" type="parTrans" cxnId="{DEA7295D-B92E-4399-BC6B-A4E193A86A23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/>
        </a:p>
      </dgm:t>
    </dgm:pt>
    <dgm:pt modelId="{1C3CB22F-680F-4CA8-973C-DD92B786EAB5}" type="sibTrans" cxnId="{DEA7295D-B92E-4399-BC6B-A4E193A86A23}">
      <dgm:prSet/>
      <dgm:spPr/>
      <dgm:t>
        <a:bodyPr/>
        <a:lstStyle/>
        <a:p>
          <a:endParaRPr lang="en-CA"/>
        </a:p>
      </dgm:t>
    </dgm:pt>
    <dgm:pt modelId="{0E44B39A-0FBC-4484-831A-F96F9BCD4197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5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46EFE18F-7C25-4A1C-9A43-2C128B83AA05}" type="parTrans" cxnId="{B79BBAB7-14D9-47C9-98B3-8123EFA2D665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/>
        </a:p>
      </dgm:t>
    </dgm:pt>
    <dgm:pt modelId="{CE9655FC-7149-454A-A08D-1DA2905A65AC}" type="sibTrans" cxnId="{B79BBAB7-14D9-47C9-98B3-8123EFA2D665}">
      <dgm:prSet/>
      <dgm:spPr/>
      <dgm:t>
        <a:bodyPr/>
        <a:lstStyle/>
        <a:p>
          <a:endParaRPr lang="en-CA"/>
        </a:p>
      </dgm:t>
    </dgm:pt>
    <dgm:pt modelId="{AB9173F2-29AB-4174-BC7F-8F6D631BF1E9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5</a:t>
          </a:r>
          <a:b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B0A31B98-D1BA-4C79-9BD2-5B0881DCC849}" type="parTrans" cxnId="{3C8CFDB1-EF6E-4CCB-8122-72AE92A8B3FA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/>
        </a:p>
      </dgm:t>
    </dgm:pt>
    <dgm:pt modelId="{C48ACD44-54B0-4556-B6DA-80675960233F}" type="sibTrans" cxnId="{3C8CFDB1-EF6E-4CCB-8122-72AE92A8B3FA}">
      <dgm:prSet/>
      <dgm:spPr/>
      <dgm:t>
        <a:bodyPr/>
        <a:lstStyle/>
        <a:p>
          <a:endParaRPr lang="en-CA"/>
        </a:p>
      </dgm:t>
    </dgm:pt>
    <dgm:pt modelId="{7A27ADBB-692A-4835-BA47-AAE663CB0AF0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Risk Budget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5E8C609C-B47F-4081-829B-FBD69E2A6917}" type="parTrans" cxnId="{B9DD231A-9B0F-4ACE-9EC0-322A87B0DCE7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/>
        </a:p>
      </dgm:t>
    </dgm:pt>
    <dgm:pt modelId="{9C73567A-1B92-4B76-B6F8-D3042149A904}" type="sibTrans" cxnId="{B9DD231A-9B0F-4ACE-9EC0-322A87B0DCE7}">
      <dgm:prSet/>
      <dgm:spPr/>
      <dgm:t>
        <a:bodyPr/>
        <a:lstStyle/>
        <a:p>
          <a:endParaRPr lang="en-CA"/>
        </a:p>
      </dgm:t>
    </dgm:pt>
    <dgm:pt modelId="{DDF1CFE6-198E-455D-97EE-0C82B6A656F1}">
      <dgm:prSet custT="1"/>
      <dgm:spPr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Risk Buffer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9F9FBE21-7652-4510-9298-503E016FEDED}" type="parTrans" cxnId="{6E2F0411-F2A3-4BA5-ABC0-78888F21953D}">
      <dgm:prSet/>
      <dgm:spPr>
        <a:ln w="12700">
          <a:solidFill>
            <a:schemeClr val="tx1">
              <a:alpha val="99000"/>
            </a:schemeClr>
          </a:solidFill>
        </a:ln>
      </dgm:spPr>
      <dgm:t>
        <a:bodyPr/>
        <a:lstStyle/>
        <a:p>
          <a:endParaRPr lang="en-CA"/>
        </a:p>
      </dgm:t>
    </dgm:pt>
    <dgm:pt modelId="{5D253ADC-795E-4461-B6B3-FEFD702740CD}" type="sibTrans" cxnId="{6E2F0411-F2A3-4BA5-ABC0-78888F21953D}">
      <dgm:prSet/>
      <dgm:spPr/>
      <dgm:t>
        <a:bodyPr/>
        <a:lstStyle/>
        <a:p>
          <a:endParaRPr lang="en-CA"/>
        </a:p>
      </dgm:t>
    </dgm:pt>
    <dgm:pt modelId="{0438BC93-A6C8-4D55-B58C-9B03AB672D98}" type="pres">
      <dgm:prSet presAssocID="{25D68A07-0A06-48BD-A4C2-A8C02EB918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A82102-349B-4472-AB3A-0AA0DF0178CC}" type="pres">
      <dgm:prSet presAssocID="{DBA2CDB5-4E12-45A9-9222-E984B29D8CFC}" presName="hierRoot1" presStyleCnt="0">
        <dgm:presLayoutVars>
          <dgm:hierBranch val="init"/>
        </dgm:presLayoutVars>
      </dgm:prSet>
      <dgm:spPr/>
    </dgm:pt>
    <dgm:pt modelId="{1DA9D214-17D7-495C-9C2D-357F6802FE8B}" type="pres">
      <dgm:prSet presAssocID="{DBA2CDB5-4E12-45A9-9222-E984B29D8CFC}" presName="rootComposite1" presStyleCnt="0"/>
      <dgm:spPr/>
    </dgm:pt>
    <dgm:pt modelId="{854B43F5-0696-4CA6-8658-E27AFF6276EB}" type="pres">
      <dgm:prSet presAssocID="{DBA2CDB5-4E12-45A9-9222-E984B29D8CFC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C75A0531-1D33-4342-8E59-E8FEBA7C75C7}" type="pres">
      <dgm:prSet presAssocID="{DBA2CDB5-4E12-45A9-9222-E984B29D8CFC}" presName="rootConnector1" presStyleLbl="node1" presStyleIdx="0" presStyleCnt="0"/>
      <dgm:spPr/>
    </dgm:pt>
    <dgm:pt modelId="{1CB62327-0FD1-4229-A831-3E2B2CB1C5CE}" type="pres">
      <dgm:prSet presAssocID="{DBA2CDB5-4E12-45A9-9222-E984B29D8CFC}" presName="hierChild2" presStyleCnt="0"/>
      <dgm:spPr/>
    </dgm:pt>
    <dgm:pt modelId="{256C0618-41C5-40A8-ABCB-67A992E0A35C}" type="pres">
      <dgm:prSet presAssocID="{B8B63E5E-B75A-4BF4-BA49-83608999CFFE}" presName="Name37" presStyleLbl="parChTrans1D2" presStyleIdx="0" presStyleCnt="11"/>
      <dgm:spPr/>
    </dgm:pt>
    <dgm:pt modelId="{EA6E04E1-2920-423A-B9BF-16B42DEEA078}" type="pres">
      <dgm:prSet presAssocID="{9A589A85-9A19-4D5B-970F-E323C3CAC88F}" presName="hierRoot2" presStyleCnt="0">
        <dgm:presLayoutVars>
          <dgm:hierBranch val="init"/>
        </dgm:presLayoutVars>
      </dgm:prSet>
      <dgm:spPr/>
    </dgm:pt>
    <dgm:pt modelId="{1EAAD89A-BDD6-449B-A5A5-36E04698EBAE}" type="pres">
      <dgm:prSet presAssocID="{9A589A85-9A19-4D5B-970F-E323C3CAC88F}" presName="rootComposite" presStyleCnt="0"/>
      <dgm:spPr/>
    </dgm:pt>
    <dgm:pt modelId="{D2CC6CB8-F086-4E9A-AA62-576FE7D80F69}" type="pres">
      <dgm:prSet presAssocID="{9A589A85-9A19-4D5B-970F-E323C3CAC88F}" presName="rootText" presStyleLbl="node2" presStyleIdx="0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EC420CD8-E6D8-4033-9153-DBF689D94885}" type="pres">
      <dgm:prSet presAssocID="{9A589A85-9A19-4D5B-970F-E323C3CAC88F}" presName="rootConnector" presStyleLbl="node2" presStyleIdx="0" presStyleCnt="11"/>
      <dgm:spPr/>
    </dgm:pt>
    <dgm:pt modelId="{42747D04-4194-4ADC-B014-39996072C2EC}" type="pres">
      <dgm:prSet presAssocID="{9A589A85-9A19-4D5B-970F-E323C3CAC88F}" presName="hierChild4" presStyleCnt="0"/>
      <dgm:spPr/>
    </dgm:pt>
    <dgm:pt modelId="{23EE901D-3446-43D2-A609-C26F69F28526}" type="pres">
      <dgm:prSet presAssocID="{851BB038-CF7C-4AB5-B159-AF41FB2B2638}" presName="Name37" presStyleLbl="parChTrans1D3" presStyleIdx="0" presStyleCnt="39"/>
      <dgm:spPr/>
    </dgm:pt>
    <dgm:pt modelId="{310BC1DF-9341-491D-8D7F-6393A4FD1B2A}" type="pres">
      <dgm:prSet presAssocID="{C1420AC3-3F48-407E-B844-D85209141315}" presName="hierRoot2" presStyleCnt="0">
        <dgm:presLayoutVars>
          <dgm:hierBranch val="init"/>
        </dgm:presLayoutVars>
      </dgm:prSet>
      <dgm:spPr/>
    </dgm:pt>
    <dgm:pt modelId="{3FD4631F-F281-4EFC-A5EB-FD0BFB4FCF69}" type="pres">
      <dgm:prSet presAssocID="{C1420AC3-3F48-407E-B844-D85209141315}" presName="rootComposite" presStyleCnt="0"/>
      <dgm:spPr/>
    </dgm:pt>
    <dgm:pt modelId="{6D731922-3B28-4F97-A8B2-9B6CFCB985CF}" type="pres">
      <dgm:prSet presAssocID="{C1420AC3-3F48-407E-B844-D85209141315}" presName="rootText" presStyleLbl="node3" presStyleIdx="0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CABD8DDD-26F2-431F-8362-2B292C6E9D54}" type="pres">
      <dgm:prSet presAssocID="{C1420AC3-3F48-407E-B844-D85209141315}" presName="rootConnector" presStyleLbl="node3" presStyleIdx="0" presStyleCnt="39"/>
      <dgm:spPr/>
    </dgm:pt>
    <dgm:pt modelId="{17A28AE8-1966-4ECB-A84E-8931D3C48301}" type="pres">
      <dgm:prSet presAssocID="{C1420AC3-3F48-407E-B844-D85209141315}" presName="hierChild4" presStyleCnt="0"/>
      <dgm:spPr/>
    </dgm:pt>
    <dgm:pt modelId="{6584A279-E1A4-4419-BC97-299458F7AABA}" type="pres">
      <dgm:prSet presAssocID="{EA2829BF-CD56-4CEB-8548-09B19467330B}" presName="Name37" presStyleLbl="parChTrans1D4" presStyleIdx="0" presStyleCnt="122"/>
      <dgm:spPr/>
    </dgm:pt>
    <dgm:pt modelId="{45F360FB-AE89-4C73-A085-EE9FBE046D14}" type="pres">
      <dgm:prSet presAssocID="{90ACC8A9-768F-4319-B94A-3219BD720FB5}" presName="hierRoot2" presStyleCnt="0">
        <dgm:presLayoutVars>
          <dgm:hierBranch val="init"/>
        </dgm:presLayoutVars>
      </dgm:prSet>
      <dgm:spPr/>
    </dgm:pt>
    <dgm:pt modelId="{58EFA7C5-6AED-4992-B286-9F2CDFDC6CFC}" type="pres">
      <dgm:prSet presAssocID="{90ACC8A9-768F-4319-B94A-3219BD720FB5}" presName="rootComposite" presStyleCnt="0"/>
      <dgm:spPr/>
    </dgm:pt>
    <dgm:pt modelId="{C382D5D7-98C0-4990-B4FF-0FFDAD4B9EF2}" type="pres">
      <dgm:prSet presAssocID="{90ACC8A9-768F-4319-B94A-3219BD720FB5}" presName="rootText" presStyleLbl="node4" presStyleIdx="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14A41EC-EF03-4F88-9DF3-9D3566CEAF7D}" type="pres">
      <dgm:prSet presAssocID="{90ACC8A9-768F-4319-B94A-3219BD720FB5}" presName="rootConnector" presStyleLbl="node4" presStyleIdx="0" presStyleCnt="122"/>
      <dgm:spPr/>
    </dgm:pt>
    <dgm:pt modelId="{8687D229-1FB9-4B4C-A7D0-12E4056D7AC3}" type="pres">
      <dgm:prSet presAssocID="{90ACC8A9-768F-4319-B94A-3219BD720FB5}" presName="hierChild4" presStyleCnt="0"/>
      <dgm:spPr/>
    </dgm:pt>
    <dgm:pt modelId="{BCE98792-5C23-4D44-8E3F-E3150482B307}" type="pres">
      <dgm:prSet presAssocID="{90ACC8A9-768F-4319-B94A-3219BD720FB5}" presName="hierChild5" presStyleCnt="0"/>
      <dgm:spPr/>
    </dgm:pt>
    <dgm:pt modelId="{8DC55BFB-71A7-4826-9B27-798B6A1DE447}" type="pres">
      <dgm:prSet presAssocID="{E6EF6B14-BA45-421D-824E-85688B497459}" presName="Name37" presStyleLbl="parChTrans1D4" presStyleIdx="1" presStyleCnt="122"/>
      <dgm:spPr/>
    </dgm:pt>
    <dgm:pt modelId="{8F0CE189-4496-4C72-AD68-19F0DC651E67}" type="pres">
      <dgm:prSet presAssocID="{0B887721-6914-4B61-957D-E8997B29B03C}" presName="hierRoot2" presStyleCnt="0">
        <dgm:presLayoutVars>
          <dgm:hierBranch val="init"/>
        </dgm:presLayoutVars>
      </dgm:prSet>
      <dgm:spPr/>
    </dgm:pt>
    <dgm:pt modelId="{FCDD6F7A-CA0B-4975-B996-112F73BDF157}" type="pres">
      <dgm:prSet presAssocID="{0B887721-6914-4B61-957D-E8997B29B03C}" presName="rootComposite" presStyleCnt="0"/>
      <dgm:spPr/>
    </dgm:pt>
    <dgm:pt modelId="{3D2B72FE-DCFC-40F8-BC4B-9AFB6B383581}" type="pres">
      <dgm:prSet presAssocID="{0B887721-6914-4B61-957D-E8997B29B03C}" presName="rootText" presStyleLbl="node4" presStyleIdx="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819F437-2075-4218-81BC-3F56EE2ED044}" type="pres">
      <dgm:prSet presAssocID="{0B887721-6914-4B61-957D-E8997B29B03C}" presName="rootConnector" presStyleLbl="node4" presStyleIdx="1" presStyleCnt="122"/>
      <dgm:spPr/>
    </dgm:pt>
    <dgm:pt modelId="{A2F2832F-3CF4-482B-AEF9-DB43CAB4FABE}" type="pres">
      <dgm:prSet presAssocID="{0B887721-6914-4B61-957D-E8997B29B03C}" presName="hierChild4" presStyleCnt="0"/>
      <dgm:spPr/>
    </dgm:pt>
    <dgm:pt modelId="{3466B460-F0A1-4313-B91A-9E3C64ED1821}" type="pres">
      <dgm:prSet presAssocID="{0B887721-6914-4B61-957D-E8997B29B03C}" presName="hierChild5" presStyleCnt="0"/>
      <dgm:spPr/>
    </dgm:pt>
    <dgm:pt modelId="{98087536-EF2C-4343-BE2C-9B2E06B0A5D9}" type="pres">
      <dgm:prSet presAssocID="{C1420AC3-3F48-407E-B844-D85209141315}" presName="hierChild5" presStyleCnt="0"/>
      <dgm:spPr/>
    </dgm:pt>
    <dgm:pt modelId="{E8AED562-7BF2-4FE4-A29F-65497804963A}" type="pres">
      <dgm:prSet presAssocID="{0FE2BD79-0EBB-439E-9B30-06FC90DBB76B}" presName="Name37" presStyleLbl="parChTrans1D3" presStyleIdx="1" presStyleCnt="39"/>
      <dgm:spPr/>
    </dgm:pt>
    <dgm:pt modelId="{68C7C312-FB05-4AED-A4F1-5B599810E66F}" type="pres">
      <dgm:prSet presAssocID="{F4FFF6E8-EA38-45C9-9BCB-AE67674FF0C2}" presName="hierRoot2" presStyleCnt="0">
        <dgm:presLayoutVars>
          <dgm:hierBranch val="init"/>
        </dgm:presLayoutVars>
      </dgm:prSet>
      <dgm:spPr/>
    </dgm:pt>
    <dgm:pt modelId="{E67AB007-635F-45EC-88F7-F426CBF24EB7}" type="pres">
      <dgm:prSet presAssocID="{F4FFF6E8-EA38-45C9-9BCB-AE67674FF0C2}" presName="rootComposite" presStyleCnt="0"/>
      <dgm:spPr/>
    </dgm:pt>
    <dgm:pt modelId="{94EBE5C0-E723-433B-8238-133AB4BF9238}" type="pres">
      <dgm:prSet presAssocID="{F4FFF6E8-EA38-45C9-9BCB-AE67674FF0C2}" presName="rootText" presStyleLbl="node3" presStyleIdx="1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FCD54F80-B01C-4F11-A9C5-6CC2A5ABFACC}" type="pres">
      <dgm:prSet presAssocID="{F4FFF6E8-EA38-45C9-9BCB-AE67674FF0C2}" presName="rootConnector" presStyleLbl="node3" presStyleIdx="1" presStyleCnt="39"/>
      <dgm:spPr/>
    </dgm:pt>
    <dgm:pt modelId="{E507B492-6ADF-4DE2-BEF1-9480AE13456F}" type="pres">
      <dgm:prSet presAssocID="{F4FFF6E8-EA38-45C9-9BCB-AE67674FF0C2}" presName="hierChild4" presStyleCnt="0"/>
      <dgm:spPr/>
    </dgm:pt>
    <dgm:pt modelId="{E4B29F4B-24C8-4A8C-B318-97A8A108B364}" type="pres">
      <dgm:prSet presAssocID="{961B50C5-53E8-43FE-B55A-3F97002990B9}" presName="Name37" presStyleLbl="parChTrans1D4" presStyleIdx="2" presStyleCnt="122"/>
      <dgm:spPr/>
    </dgm:pt>
    <dgm:pt modelId="{D7FE93D1-E629-45F7-8C9D-0A1108DDAE57}" type="pres">
      <dgm:prSet presAssocID="{48E9DDCF-4DDF-410F-B171-7EF0FA95F0C0}" presName="hierRoot2" presStyleCnt="0">
        <dgm:presLayoutVars>
          <dgm:hierBranch val="init"/>
        </dgm:presLayoutVars>
      </dgm:prSet>
      <dgm:spPr/>
    </dgm:pt>
    <dgm:pt modelId="{564CDC68-1F92-4905-8A6F-FFEA47C3DC70}" type="pres">
      <dgm:prSet presAssocID="{48E9DDCF-4DDF-410F-B171-7EF0FA95F0C0}" presName="rootComposite" presStyleCnt="0"/>
      <dgm:spPr/>
    </dgm:pt>
    <dgm:pt modelId="{566C872B-88D4-4851-9487-F3479870FB47}" type="pres">
      <dgm:prSet presAssocID="{48E9DDCF-4DDF-410F-B171-7EF0FA95F0C0}" presName="rootText" presStyleLbl="node4" presStyleIdx="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21877002-CFD3-4E39-A3A2-57606261ACD0}" type="pres">
      <dgm:prSet presAssocID="{48E9DDCF-4DDF-410F-B171-7EF0FA95F0C0}" presName="rootConnector" presStyleLbl="node4" presStyleIdx="2" presStyleCnt="122"/>
      <dgm:spPr/>
    </dgm:pt>
    <dgm:pt modelId="{4333F61F-AB40-4926-B597-D606AF22BA4A}" type="pres">
      <dgm:prSet presAssocID="{48E9DDCF-4DDF-410F-B171-7EF0FA95F0C0}" presName="hierChild4" presStyleCnt="0"/>
      <dgm:spPr/>
    </dgm:pt>
    <dgm:pt modelId="{071C258B-BE73-4C14-92A0-BABE22AD29B7}" type="pres">
      <dgm:prSet presAssocID="{48E9DDCF-4DDF-410F-B171-7EF0FA95F0C0}" presName="hierChild5" presStyleCnt="0"/>
      <dgm:spPr/>
    </dgm:pt>
    <dgm:pt modelId="{AB17D33A-B6E7-4B74-B1F2-AA22235050A2}" type="pres">
      <dgm:prSet presAssocID="{61D2D15F-568B-454D-BD59-F2BE4D3F4E74}" presName="Name37" presStyleLbl="parChTrans1D4" presStyleIdx="3" presStyleCnt="122"/>
      <dgm:spPr/>
    </dgm:pt>
    <dgm:pt modelId="{E4F786F1-C376-4872-896C-05C120121BC8}" type="pres">
      <dgm:prSet presAssocID="{2F5BA0D3-6108-493A-930D-F9A41B7D7895}" presName="hierRoot2" presStyleCnt="0">
        <dgm:presLayoutVars>
          <dgm:hierBranch val="init"/>
        </dgm:presLayoutVars>
      </dgm:prSet>
      <dgm:spPr/>
    </dgm:pt>
    <dgm:pt modelId="{A2A30EC6-9EDF-4DE9-B3C4-07A2F1DAEB55}" type="pres">
      <dgm:prSet presAssocID="{2F5BA0D3-6108-493A-930D-F9A41B7D7895}" presName="rootComposite" presStyleCnt="0"/>
      <dgm:spPr/>
    </dgm:pt>
    <dgm:pt modelId="{6F37A9CC-8833-48B6-80F4-6659D0A5CE27}" type="pres">
      <dgm:prSet presAssocID="{2F5BA0D3-6108-493A-930D-F9A41B7D7895}" presName="rootText" presStyleLbl="node4" presStyleIdx="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53E3183-5AFF-4577-A7EB-4F3553D4A212}" type="pres">
      <dgm:prSet presAssocID="{2F5BA0D3-6108-493A-930D-F9A41B7D7895}" presName="rootConnector" presStyleLbl="node4" presStyleIdx="3" presStyleCnt="122"/>
      <dgm:spPr/>
    </dgm:pt>
    <dgm:pt modelId="{62948C9B-FFF4-45AD-A9CC-6D13C5206CF0}" type="pres">
      <dgm:prSet presAssocID="{2F5BA0D3-6108-493A-930D-F9A41B7D7895}" presName="hierChild4" presStyleCnt="0"/>
      <dgm:spPr/>
    </dgm:pt>
    <dgm:pt modelId="{C59410AA-E645-4BF9-9889-03AD8F2D0BB7}" type="pres">
      <dgm:prSet presAssocID="{2F5BA0D3-6108-493A-930D-F9A41B7D7895}" presName="hierChild5" presStyleCnt="0"/>
      <dgm:spPr/>
    </dgm:pt>
    <dgm:pt modelId="{B682B417-B97C-4902-B041-61174FAD81A8}" type="pres">
      <dgm:prSet presAssocID="{F4FFF6E8-EA38-45C9-9BCB-AE67674FF0C2}" presName="hierChild5" presStyleCnt="0"/>
      <dgm:spPr/>
    </dgm:pt>
    <dgm:pt modelId="{CFD6EE49-87E4-4FE6-A271-BFC3CF1EE8D9}" type="pres">
      <dgm:prSet presAssocID="{F1D7449C-54F4-4261-99E8-64D6A1A7F59B}" presName="Name37" presStyleLbl="parChTrans1D3" presStyleIdx="2" presStyleCnt="39"/>
      <dgm:spPr/>
    </dgm:pt>
    <dgm:pt modelId="{0F173838-6E9C-4E16-8C22-952403C053FA}" type="pres">
      <dgm:prSet presAssocID="{163D6853-186B-4D3E-870D-F0AB9A5D27BA}" presName="hierRoot2" presStyleCnt="0">
        <dgm:presLayoutVars>
          <dgm:hierBranch val="init"/>
        </dgm:presLayoutVars>
      </dgm:prSet>
      <dgm:spPr/>
    </dgm:pt>
    <dgm:pt modelId="{6D6522CD-65D7-4202-862E-6AE78D51F71D}" type="pres">
      <dgm:prSet presAssocID="{163D6853-186B-4D3E-870D-F0AB9A5D27BA}" presName="rootComposite" presStyleCnt="0"/>
      <dgm:spPr/>
    </dgm:pt>
    <dgm:pt modelId="{8B3F48F2-9043-4AFD-AB8E-8B3B33BE2BB8}" type="pres">
      <dgm:prSet presAssocID="{163D6853-186B-4D3E-870D-F0AB9A5D27BA}" presName="rootText" presStyleLbl="node3" presStyleIdx="2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17ED1A7A-2D94-46CE-B175-B13D9F9D293F}" type="pres">
      <dgm:prSet presAssocID="{163D6853-186B-4D3E-870D-F0AB9A5D27BA}" presName="rootConnector" presStyleLbl="node3" presStyleIdx="2" presStyleCnt="39"/>
      <dgm:spPr/>
    </dgm:pt>
    <dgm:pt modelId="{250B5604-8BAB-4A13-A6AC-0A4FC0A94D2C}" type="pres">
      <dgm:prSet presAssocID="{163D6853-186B-4D3E-870D-F0AB9A5D27BA}" presName="hierChild4" presStyleCnt="0"/>
      <dgm:spPr/>
    </dgm:pt>
    <dgm:pt modelId="{8B20CBA4-5B6C-4352-9B6A-F3E549A84713}" type="pres">
      <dgm:prSet presAssocID="{7B948F4E-2602-4FFF-8BBE-0FF588B1E575}" presName="Name37" presStyleLbl="parChTrans1D4" presStyleIdx="4" presStyleCnt="122"/>
      <dgm:spPr/>
    </dgm:pt>
    <dgm:pt modelId="{ACE7951F-C5C9-4DEB-B612-334FCD7539B3}" type="pres">
      <dgm:prSet presAssocID="{1276381E-FFCF-40EF-A119-A574119DB13D}" presName="hierRoot2" presStyleCnt="0">
        <dgm:presLayoutVars>
          <dgm:hierBranch val="init"/>
        </dgm:presLayoutVars>
      </dgm:prSet>
      <dgm:spPr/>
    </dgm:pt>
    <dgm:pt modelId="{5D3BE96B-EB71-4E9A-9A85-D70E2F6A07B8}" type="pres">
      <dgm:prSet presAssocID="{1276381E-FFCF-40EF-A119-A574119DB13D}" presName="rootComposite" presStyleCnt="0"/>
      <dgm:spPr/>
    </dgm:pt>
    <dgm:pt modelId="{3EBE9867-D5A9-4BD3-AF24-B2D74C01D7BE}" type="pres">
      <dgm:prSet presAssocID="{1276381E-FFCF-40EF-A119-A574119DB13D}" presName="rootText" presStyleLbl="node4" presStyleIdx="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5CF5C8D-8611-434A-BD2B-5C40D952AD04}" type="pres">
      <dgm:prSet presAssocID="{1276381E-FFCF-40EF-A119-A574119DB13D}" presName="rootConnector" presStyleLbl="node4" presStyleIdx="4" presStyleCnt="122"/>
      <dgm:spPr/>
    </dgm:pt>
    <dgm:pt modelId="{04FCF805-0CA8-4A3F-A7DF-44D8755A358E}" type="pres">
      <dgm:prSet presAssocID="{1276381E-FFCF-40EF-A119-A574119DB13D}" presName="hierChild4" presStyleCnt="0"/>
      <dgm:spPr/>
    </dgm:pt>
    <dgm:pt modelId="{66D7EE1E-78F1-49E1-9937-B14F2E30B9F0}" type="pres">
      <dgm:prSet presAssocID="{1276381E-FFCF-40EF-A119-A574119DB13D}" presName="hierChild5" presStyleCnt="0"/>
      <dgm:spPr/>
    </dgm:pt>
    <dgm:pt modelId="{7DB12D0C-7496-40A0-98BE-9AA1DB0247DD}" type="pres">
      <dgm:prSet presAssocID="{0A14C580-E8E8-48DE-9680-9F94A79DB827}" presName="Name37" presStyleLbl="parChTrans1D4" presStyleIdx="5" presStyleCnt="122"/>
      <dgm:spPr/>
    </dgm:pt>
    <dgm:pt modelId="{BFEC93F2-3F96-426A-AD80-F651F159F133}" type="pres">
      <dgm:prSet presAssocID="{D0D1F1DC-C210-4794-AF8B-B9E7CECE4E17}" presName="hierRoot2" presStyleCnt="0">
        <dgm:presLayoutVars>
          <dgm:hierBranch val="init"/>
        </dgm:presLayoutVars>
      </dgm:prSet>
      <dgm:spPr/>
    </dgm:pt>
    <dgm:pt modelId="{22172930-FBE6-46FC-AA2F-B5437FDB9E66}" type="pres">
      <dgm:prSet presAssocID="{D0D1F1DC-C210-4794-AF8B-B9E7CECE4E17}" presName="rootComposite" presStyleCnt="0"/>
      <dgm:spPr/>
    </dgm:pt>
    <dgm:pt modelId="{8C869630-64A7-4755-8B60-5D762CF2E17E}" type="pres">
      <dgm:prSet presAssocID="{D0D1F1DC-C210-4794-AF8B-B9E7CECE4E17}" presName="rootText" presStyleLbl="node4" presStyleIdx="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7DF33E3-CA6D-47E2-ADEA-707C89834AEE}" type="pres">
      <dgm:prSet presAssocID="{D0D1F1DC-C210-4794-AF8B-B9E7CECE4E17}" presName="rootConnector" presStyleLbl="node4" presStyleIdx="5" presStyleCnt="122"/>
      <dgm:spPr/>
    </dgm:pt>
    <dgm:pt modelId="{EDA44DC8-C5FD-4AFF-B4C5-CCD388AD653C}" type="pres">
      <dgm:prSet presAssocID="{D0D1F1DC-C210-4794-AF8B-B9E7CECE4E17}" presName="hierChild4" presStyleCnt="0"/>
      <dgm:spPr/>
    </dgm:pt>
    <dgm:pt modelId="{4E21BF80-AED4-4B8A-B6D9-C9357050E2EB}" type="pres">
      <dgm:prSet presAssocID="{D0D1F1DC-C210-4794-AF8B-B9E7CECE4E17}" presName="hierChild5" presStyleCnt="0"/>
      <dgm:spPr/>
    </dgm:pt>
    <dgm:pt modelId="{DB086A50-28FC-4BE8-8307-96E99548A69D}" type="pres">
      <dgm:prSet presAssocID="{163D6853-186B-4D3E-870D-F0AB9A5D27BA}" presName="hierChild5" presStyleCnt="0"/>
      <dgm:spPr/>
    </dgm:pt>
    <dgm:pt modelId="{96756137-B154-4974-8003-56E3541451D7}" type="pres">
      <dgm:prSet presAssocID="{9A589A85-9A19-4D5B-970F-E323C3CAC88F}" presName="hierChild5" presStyleCnt="0"/>
      <dgm:spPr/>
    </dgm:pt>
    <dgm:pt modelId="{08307AC2-FB5F-44E8-87A9-1DCCB0DA8C2B}" type="pres">
      <dgm:prSet presAssocID="{3554D000-F587-4F79-B788-3B90F5908638}" presName="Name37" presStyleLbl="parChTrans1D2" presStyleIdx="1" presStyleCnt="11"/>
      <dgm:spPr/>
    </dgm:pt>
    <dgm:pt modelId="{9FFCF491-56F2-4D00-85AF-A1B9CF56311E}" type="pres">
      <dgm:prSet presAssocID="{F62D1CC5-A046-45C6-802A-E18BAA5E5B26}" presName="hierRoot2" presStyleCnt="0">
        <dgm:presLayoutVars>
          <dgm:hierBranch val="init"/>
        </dgm:presLayoutVars>
      </dgm:prSet>
      <dgm:spPr/>
    </dgm:pt>
    <dgm:pt modelId="{825BC3D3-2043-4FD9-A027-531D50F72380}" type="pres">
      <dgm:prSet presAssocID="{F62D1CC5-A046-45C6-802A-E18BAA5E5B26}" presName="rootComposite" presStyleCnt="0"/>
      <dgm:spPr/>
    </dgm:pt>
    <dgm:pt modelId="{D6B4A60C-F9A8-4C99-8F4F-BCB1C5391E41}" type="pres">
      <dgm:prSet presAssocID="{F62D1CC5-A046-45C6-802A-E18BAA5E5B26}" presName="rootText" presStyleLbl="node2" presStyleIdx="1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C8DCE274-5574-4248-A25C-D9523FA574EF}" type="pres">
      <dgm:prSet presAssocID="{F62D1CC5-A046-45C6-802A-E18BAA5E5B26}" presName="rootConnector" presStyleLbl="node2" presStyleIdx="1" presStyleCnt="11"/>
      <dgm:spPr/>
    </dgm:pt>
    <dgm:pt modelId="{CF1DEB7A-779C-4DCE-8C1D-74E058A0BA19}" type="pres">
      <dgm:prSet presAssocID="{F62D1CC5-A046-45C6-802A-E18BAA5E5B26}" presName="hierChild4" presStyleCnt="0"/>
      <dgm:spPr/>
    </dgm:pt>
    <dgm:pt modelId="{CF302987-8088-4371-8132-2A7E5A194F38}" type="pres">
      <dgm:prSet presAssocID="{AFCE44E3-566B-4CB2-B660-526A0CEF92B5}" presName="Name37" presStyleLbl="parChTrans1D3" presStyleIdx="3" presStyleCnt="39"/>
      <dgm:spPr/>
    </dgm:pt>
    <dgm:pt modelId="{D79B37D5-AE82-4A22-8DDF-0ABAE6ADF603}" type="pres">
      <dgm:prSet presAssocID="{DF366E50-739B-4595-8BB8-E44C043D9650}" presName="hierRoot2" presStyleCnt="0">
        <dgm:presLayoutVars>
          <dgm:hierBranch val="init"/>
        </dgm:presLayoutVars>
      </dgm:prSet>
      <dgm:spPr/>
    </dgm:pt>
    <dgm:pt modelId="{956DFC9F-F2F6-4FD5-BEA8-6052451AC4B4}" type="pres">
      <dgm:prSet presAssocID="{DF366E50-739B-4595-8BB8-E44C043D9650}" presName="rootComposite" presStyleCnt="0"/>
      <dgm:spPr/>
    </dgm:pt>
    <dgm:pt modelId="{3B5B8DB3-4877-4918-B6E2-A68931EB83CA}" type="pres">
      <dgm:prSet presAssocID="{DF366E50-739B-4595-8BB8-E44C043D9650}" presName="rootText" presStyleLbl="node3" presStyleIdx="3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6E32EC5F-BF3F-4072-B9DF-5E277B91D85B}" type="pres">
      <dgm:prSet presAssocID="{DF366E50-739B-4595-8BB8-E44C043D9650}" presName="rootConnector" presStyleLbl="node3" presStyleIdx="3" presStyleCnt="39"/>
      <dgm:spPr/>
    </dgm:pt>
    <dgm:pt modelId="{E5782752-3CCD-4A10-9B74-0F010E650A8C}" type="pres">
      <dgm:prSet presAssocID="{DF366E50-739B-4595-8BB8-E44C043D9650}" presName="hierChild4" presStyleCnt="0"/>
      <dgm:spPr/>
    </dgm:pt>
    <dgm:pt modelId="{D07446DE-6A3D-4B26-9373-B0834C891E8E}" type="pres">
      <dgm:prSet presAssocID="{C1DE4959-B4C7-46D8-BE51-ED4B0051825E}" presName="Name37" presStyleLbl="parChTrans1D4" presStyleIdx="6" presStyleCnt="122"/>
      <dgm:spPr/>
    </dgm:pt>
    <dgm:pt modelId="{E6D63B24-2988-442B-8DD9-AB3059F4CB9C}" type="pres">
      <dgm:prSet presAssocID="{75C02CA7-25F6-4877-8574-5CC584D3E7A6}" presName="hierRoot2" presStyleCnt="0">
        <dgm:presLayoutVars>
          <dgm:hierBranch val="init"/>
        </dgm:presLayoutVars>
      </dgm:prSet>
      <dgm:spPr/>
    </dgm:pt>
    <dgm:pt modelId="{871ADC41-0A43-4466-9E37-DF988E38A9EA}" type="pres">
      <dgm:prSet presAssocID="{75C02CA7-25F6-4877-8574-5CC584D3E7A6}" presName="rootComposite" presStyleCnt="0"/>
      <dgm:spPr/>
    </dgm:pt>
    <dgm:pt modelId="{ACA5DE27-F8D5-488C-AA01-063BAA769DD6}" type="pres">
      <dgm:prSet presAssocID="{75C02CA7-25F6-4877-8574-5CC584D3E7A6}" presName="rootText" presStyleLbl="node4" presStyleIdx="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D592F576-6E5D-4EE9-BC9F-8A162B7E28B3}" type="pres">
      <dgm:prSet presAssocID="{75C02CA7-25F6-4877-8574-5CC584D3E7A6}" presName="rootConnector" presStyleLbl="node4" presStyleIdx="6" presStyleCnt="122"/>
      <dgm:spPr/>
    </dgm:pt>
    <dgm:pt modelId="{501068E7-228B-4C3F-AB98-70E211CE5FDC}" type="pres">
      <dgm:prSet presAssocID="{75C02CA7-25F6-4877-8574-5CC584D3E7A6}" presName="hierChild4" presStyleCnt="0"/>
      <dgm:spPr/>
    </dgm:pt>
    <dgm:pt modelId="{72FADB84-BDFE-4EDB-80B4-460AE08E94FE}" type="pres">
      <dgm:prSet presAssocID="{75C02CA7-25F6-4877-8574-5CC584D3E7A6}" presName="hierChild5" presStyleCnt="0"/>
      <dgm:spPr/>
    </dgm:pt>
    <dgm:pt modelId="{FEF4F69F-4FD4-4D49-B24C-F2A9B05218E4}" type="pres">
      <dgm:prSet presAssocID="{640F7308-1893-47A8-8569-B49E998EA3B5}" presName="Name37" presStyleLbl="parChTrans1D4" presStyleIdx="7" presStyleCnt="122"/>
      <dgm:spPr/>
    </dgm:pt>
    <dgm:pt modelId="{F972101A-829B-4424-8855-DEC78E3EFDD0}" type="pres">
      <dgm:prSet presAssocID="{202AD5D4-65AD-42A8-AC0C-84D6B2CC4A9A}" presName="hierRoot2" presStyleCnt="0">
        <dgm:presLayoutVars>
          <dgm:hierBranch val="init"/>
        </dgm:presLayoutVars>
      </dgm:prSet>
      <dgm:spPr/>
    </dgm:pt>
    <dgm:pt modelId="{2B769D02-092C-4911-822B-CDF9A225704D}" type="pres">
      <dgm:prSet presAssocID="{202AD5D4-65AD-42A8-AC0C-84D6B2CC4A9A}" presName="rootComposite" presStyleCnt="0"/>
      <dgm:spPr/>
    </dgm:pt>
    <dgm:pt modelId="{D511532F-6821-4119-8F3C-8727BFF2D243}" type="pres">
      <dgm:prSet presAssocID="{202AD5D4-65AD-42A8-AC0C-84D6B2CC4A9A}" presName="rootText" presStyleLbl="node4" presStyleIdx="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042FA69-19F4-428A-8506-6A105DF52010}" type="pres">
      <dgm:prSet presAssocID="{202AD5D4-65AD-42A8-AC0C-84D6B2CC4A9A}" presName="rootConnector" presStyleLbl="node4" presStyleIdx="7" presStyleCnt="122"/>
      <dgm:spPr/>
    </dgm:pt>
    <dgm:pt modelId="{59CE5B49-6E40-48A6-B26B-BE786A1F914B}" type="pres">
      <dgm:prSet presAssocID="{202AD5D4-65AD-42A8-AC0C-84D6B2CC4A9A}" presName="hierChild4" presStyleCnt="0"/>
      <dgm:spPr/>
    </dgm:pt>
    <dgm:pt modelId="{9E02093B-17AE-4DAA-B327-8082BEE97C6B}" type="pres">
      <dgm:prSet presAssocID="{202AD5D4-65AD-42A8-AC0C-84D6B2CC4A9A}" presName="hierChild5" presStyleCnt="0"/>
      <dgm:spPr/>
    </dgm:pt>
    <dgm:pt modelId="{E431420A-48FA-4669-9CF6-077852954A9E}" type="pres">
      <dgm:prSet presAssocID="{DF366E50-739B-4595-8BB8-E44C043D9650}" presName="hierChild5" presStyleCnt="0"/>
      <dgm:spPr/>
    </dgm:pt>
    <dgm:pt modelId="{A3AE2813-6247-43A9-AF47-CE7BB1259CC9}" type="pres">
      <dgm:prSet presAssocID="{37FE3B9D-E9FE-46AA-B803-F957EE570646}" presName="Name37" presStyleLbl="parChTrans1D3" presStyleIdx="4" presStyleCnt="39"/>
      <dgm:spPr/>
    </dgm:pt>
    <dgm:pt modelId="{41F8D05E-2475-4899-A7E9-51753716AA16}" type="pres">
      <dgm:prSet presAssocID="{9EF050FE-BAF0-4DB6-BA53-BC11018AAAF4}" presName="hierRoot2" presStyleCnt="0">
        <dgm:presLayoutVars>
          <dgm:hierBranch val="init"/>
        </dgm:presLayoutVars>
      </dgm:prSet>
      <dgm:spPr/>
    </dgm:pt>
    <dgm:pt modelId="{377706C8-8A95-4EC3-A598-CCAFAFCD48B0}" type="pres">
      <dgm:prSet presAssocID="{9EF050FE-BAF0-4DB6-BA53-BC11018AAAF4}" presName="rootComposite" presStyleCnt="0"/>
      <dgm:spPr/>
    </dgm:pt>
    <dgm:pt modelId="{5F04CFE4-E9C7-4777-BB4F-D501F13A93D2}" type="pres">
      <dgm:prSet presAssocID="{9EF050FE-BAF0-4DB6-BA53-BC11018AAAF4}" presName="rootText" presStyleLbl="node3" presStyleIdx="4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E7EA87DF-81CF-4061-93B3-5952C89E3C43}" type="pres">
      <dgm:prSet presAssocID="{9EF050FE-BAF0-4DB6-BA53-BC11018AAAF4}" presName="rootConnector" presStyleLbl="node3" presStyleIdx="4" presStyleCnt="39"/>
      <dgm:spPr/>
    </dgm:pt>
    <dgm:pt modelId="{A23B83F0-73F5-4083-B7C3-43707E0BA957}" type="pres">
      <dgm:prSet presAssocID="{9EF050FE-BAF0-4DB6-BA53-BC11018AAAF4}" presName="hierChild4" presStyleCnt="0"/>
      <dgm:spPr/>
    </dgm:pt>
    <dgm:pt modelId="{6668F98B-C094-47B1-B010-AC5B7B082CC2}" type="pres">
      <dgm:prSet presAssocID="{DA5D3827-1A30-464D-92BB-2B5318F25FCF}" presName="Name37" presStyleLbl="parChTrans1D4" presStyleIdx="8" presStyleCnt="122"/>
      <dgm:spPr/>
    </dgm:pt>
    <dgm:pt modelId="{41702170-142A-4C21-8570-1257A0DFDAD0}" type="pres">
      <dgm:prSet presAssocID="{0E8BB49B-9EE5-4791-B185-8EB1C2D3FE0D}" presName="hierRoot2" presStyleCnt="0">
        <dgm:presLayoutVars>
          <dgm:hierBranch val="init"/>
        </dgm:presLayoutVars>
      </dgm:prSet>
      <dgm:spPr/>
    </dgm:pt>
    <dgm:pt modelId="{D4CFCF6D-30E6-4069-BBB9-C8E80EA62838}" type="pres">
      <dgm:prSet presAssocID="{0E8BB49B-9EE5-4791-B185-8EB1C2D3FE0D}" presName="rootComposite" presStyleCnt="0"/>
      <dgm:spPr/>
    </dgm:pt>
    <dgm:pt modelId="{50B568CD-674B-42A2-83BE-3E285D9183AC}" type="pres">
      <dgm:prSet presAssocID="{0E8BB49B-9EE5-4791-B185-8EB1C2D3FE0D}" presName="rootText" presStyleLbl="node4" presStyleIdx="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4DBC244-1D78-44DE-9368-78310B3982BA}" type="pres">
      <dgm:prSet presAssocID="{0E8BB49B-9EE5-4791-B185-8EB1C2D3FE0D}" presName="rootConnector" presStyleLbl="node4" presStyleIdx="8" presStyleCnt="122"/>
      <dgm:spPr/>
    </dgm:pt>
    <dgm:pt modelId="{3110E131-AB0E-41E8-8261-C7628AE86FB3}" type="pres">
      <dgm:prSet presAssocID="{0E8BB49B-9EE5-4791-B185-8EB1C2D3FE0D}" presName="hierChild4" presStyleCnt="0"/>
      <dgm:spPr/>
    </dgm:pt>
    <dgm:pt modelId="{D667B1EB-CFEE-4401-815F-9D48C9F25397}" type="pres">
      <dgm:prSet presAssocID="{0E8BB49B-9EE5-4791-B185-8EB1C2D3FE0D}" presName="hierChild5" presStyleCnt="0"/>
      <dgm:spPr/>
    </dgm:pt>
    <dgm:pt modelId="{AB3811B6-B285-4D70-8A98-765BC7142E3E}" type="pres">
      <dgm:prSet presAssocID="{6A1E80F3-2359-4631-A74C-F2FD4D35B1A1}" presName="Name37" presStyleLbl="parChTrans1D4" presStyleIdx="9" presStyleCnt="122"/>
      <dgm:spPr/>
    </dgm:pt>
    <dgm:pt modelId="{A0D0495E-C9D9-4BE5-B71F-6D42279F7380}" type="pres">
      <dgm:prSet presAssocID="{C5F422ED-90D7-4BE2-9591-FD9FD4F9C446}" presName="hierRoot2" presStyleCnt="0">
        <dgm:presLayoutVars>
          <dgm:hierBranch val="init"/>
        </dgm:presLayoutVars>
      </dgm:prSet>
      <dgm:spPr/>
    </dgm:pt>
    <dgm:pt modelId="{7E2B6086-69F7-4AEB-85BC-54AD76C83A21}" type="pres">
      <dgm:prSet presAssocID="{C5F422ED-90D7-4BE2-9591-FD9FD4F9C446}" presName="rootComposite" presStyleCnt="0"/>
      <dgm:spPr/>
    </dgm:pt>
    <dgm:pt modelId="{65901F08-BF69-48D5-851B-1E87E51F3C32}" type="pres">
      <dgm:prSet presAssocID="{C5F422ED-90D7-4BE2-9591-FD9FD4F9C446}" presName="rootText" presStyleLbl="node4" presStyleIdx="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075287FD-68A7-4B20-B12D-045451A064EE}" type="pres">
      <dgm:prSet presAssocID="{C5F422ED-90D7-4BE2-9591-FD9FD4F9C446}" presName="rootConnector" presStyleLbl="node4" presStyleIdx="9" presStyleCnt="122"/>
      <dgm:spPr/>
    </dgm:pt>
    <dgm:pt modelId="{F3ED4B1C-4615-4ED1-84E4-B5F0A41E2D26}" type="pres">
      <dgm:prSet presAssocID="{C5F422ED-90D7-4BE2-9591-FD9FD4F9C446}" presName="hierChild4" presStyleCnt="0"/>
      <dgm:spPr/>
    </dgm:pt>
    <dgm:pt modelId="{6AA4DD21-BDAE-4999-9600-951B6F6F5988}" type="pres">
      <dgm:prSet presAssocID="{C5F422ED-90D7-4BE2-9591-FD9FD4F9C446}" presName="hierChild5" presStyleCnt="0"/>
      <dgm:spPr/>
    </dgm:pt>
    <dgm:pt modelId="{E3FF45AF-AA6F-4AEC-BB95-D42E4C53B7D2}" type="pres">
      <dgm:prSet presAssocID="{EE8C92CA-9E57-493C-9E82-9547AC62EE2B}" presName="Name37" presStyleLbl="parChTrans1D4" presStyleIdx="10" presStyleCnt="122"/>
      <dgm:spPr/>
    </dgm:pt>
    <dgm:pt modelId="{969F7036-576C-4F19-B9D7-E9B405EBD697}" type="pres">
      <dgm:prSet presAssocID="{8C7B505F-E2CC-4733-9FFB-ECDBBAA53B6C}" presName="hierRoot2" presStyleCnt="0">
        <dgm:presLayoutVars>
          <dgm:hierBranch val="init"/>
        </dgm:presLayoutVars>
      </dgm:prSet>
      <dgm:spPr/>
    </dgm:pt>
    <dgm:pt modelId="{5E125E12-757D-4018-81FF-492B440C256B}" type="pres">
      <dgm:prSet presAssocID="{8C7B505F-E2CC-4733-9FFB-ECDBBAA53B6C}" presName="rootComposite" presStyleCnt="0"/>
      <dgm:spPr/>
    </dgm:pt>
    <dgm:pt modelId="{7D6625DA-11D7-4C9D-A77B-A361EBBF5337}" type="pres">
      <dgm:prSet presAssocID="{8C7B505F-E2CC-4733-9FFB-ECDBBAA53B6C}" presName="rootText" presStyleLbl="node4" presStyleIdx="1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D89BCB6-4254-484B-A1F0-EE2102E5BA70}" type="pres">
      <dgm:prSet presAssocID="{8C7B505F-E2CC-4733-9FFB-ECDBBAA53B6C}" presName="rootConnector" presStyleLbl="node4" presStyleIdx="10" presStyleCnt="122"/>
      <dgm:spPr/>
    </dgm:pt>
    <dgm:pt modelId="{AEE39EA5-85C1-42B9-AD55-60CD6ED03E23}" type="pres">
      <dgm:prSet presAssocID="{8C7B505F-E2CC-4733-9FFB-ECDBBAA53B6C}" presName="hierChild4" presStyleCnt="0"/>
      <dgm:spPr/>
    </dgm:pt>
    <dgm:pt modelId="{9FA7D5A8-91C2-4108-A344-94816702BB72}" type="pres">
      <dgm:prSet presAssocID="{8C7B505F-E2CC-4733-9FFB-ECDBBAA53B6C}" presName="hierChild5" presStyleCnt="0"/>
      <dgm:spPr/>
    </dgm:pt>
    <dgm:pt modelId="{DAA63D53-86D7-43AA-BAB5-F4E265FC4C9E}" type="pres">
      <dgm:prSet presAssocID="{DB5E6770-74A7-4EBD-8ED0-EC91F7FFF841}" presName="Name37" presStyleLbl="parChTrans1D4" presStyleIdx="11" presStyleCnt="122"/>
      <dgm:spPr/>
    </dgm:pt>
    <dgm:pt modelId="{B496D324-A3EC-40BD-B78E-97F4582BFB09}" type="pres">
      <dgm:prSet presAssocID="{9B220651-59B9-48C6-B756-8B8D891416FA}" presName="hierRoot2" presStyleCnt="0">
        <dgm:presLayoutVars>
          <dgm:hierBranch val="init"/>
        </dgm:presLayoutVars>
      </dgm:prSet>
      <dgm:spPr/>
    </dgm:pt>
    <dgm:pt modelId="{4B2339A5-9B20-45A4-8C54-1A9836142191}" type="pres">
      <dgm:prSet presAssocID="{9B220651-59B9-48C6-B756-8B8D891416FA}" presName="rootComposite" presStyleCnt="0"/>
      <dgm:spPr/>
    </dgm:pt>
    <dgm:pt modelId="{004B49FD-CB3D-47DA-896D-7144D15E2564}" type="pres">
      <dgm:prSet presAssocID="{9B220651-59B9-48C6-B756-8B8D891416FA}" presName="rootText" presStyleLbl="node4" presStyleIdx="1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9FED9A7-580C-4876-85A5-9E515B3ED872}" type="pres">
      <dgm:prSet presAssocID="{9B220651-59B9-48C6-B756-8B8D891416FA}" presName="rootConnector" presStyleLbl="node4" presStyleIdx="11" presStyleCnt="122"/>
      <dgm:spPr/>
    </dgm:pt>
    <dgm:pt modelId="{823BEE22-595F-49CE-9FED-597C3AB35186}" type="pres">
      <dgm:prSet presAssocID="{9B220651-59B9-48C6-B756-8B8D891416FA}" presName="hierChild4" presStyleCnt="0"/>
      <dgm:spPr/>
    </dgm:pt>
    <dgm:pt modelId="{65C783DF-654F-4C7B-A8F6-12B16B02F24A}" type="pres">
      <dgm:prSet presAssocID="{9B220651-59B9-48C6-B756-8B8D891416FA}" presName="hierChild5" presStyleCnt="0"/>
      <dgm:spPr/>
    </dgm:pt>
    <dgm:pt modelId="{91782426-87D1-40D9-A20E-78E84AD864E9}" type="pres">
      <dgm:prSet presAssocID="{9EF050FE-BAF0-4DB6-BA53-BC11018AAAF4}" presName="hierChild5" presStyleCnt="0"/>
      <dgm:spPr/>
    </dgm:pt>
    <dgm:pt modelId="{962128B9-F7CD-4ED7-8F57-F46CB7042E2A}" type="pres">
      <dgm:prSet presAssocID="{B032A5E1-987F-46CE-8B0F-39B0FDEF9163}" presName="Name37" presStyleLbl="parChTrans1D3" presStyleIdx="5" presStyleCnt="39"/>
      <dgm:spPr/>
    </dgm:pt>
    <dgm:pt modelId="{FDAAAFFD-37AB-4747-9523-7D76D6520F78}" type="pres">
      <dgm:prSet presAssocID="{40E682B0-7E4B-4FC3-A0C6-34FB98F4E010}" presName="hierRoot2" presStyleCnt="0">
        <dgm:presLayoutVars>
          <dgm:hierBranch val="init"/>
        </dgm:presLayoutVars>
      </dgm:prSet>
      <dgm:spPr/>
    </dgm:pt>
    <dgm:pt modelId="{E799EC78-E5FB-4E2A-A434-F01F9ABCDAB8}" type="pres">
      <dgm:prSet presAssocID="{40E682B0-7E4B-4FC3-A0C6-34FB98F4E010}" presName="rootComposite" presStyleCnt="0"/>
      <dgm:spPr/>
    </dgm:pt>
    <dgm:pt modelId="{F9D400AE-7570-42A4-A5E5-5CE5C70BC454}" type="pres">
      <dgm:prSet presAssocID="{40E682B0-7E4B-4FC3-A0C6-34FB98F4E010}" presName="rootText" presStyleLbl="node3" presStyleIdx="5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F8016BEC-1730-4223-BE16-E49F0E3298CA}" type="pres">
      <dgm:prSet presAssocID="{40E682B0-7E4B-4FC3-A0C6-34FB98F4E010}" presName="rootConnector" presStyleLbl="node3" presStyleIdx="5" presStyleCnt="39"/>
      <dgm:spPr/>
    </dgm:pt>
    <dgm:pt modelId="{9987E07D-044B-4EEF-9992-2FCC45BA3803}" type="pres">
      <dgm:prSet presAssocID="{40E682B0-7E4B-4FC3-A0C6-34FB98F4E010}" presName="hierChild4" presStyleCnt="0"/>
      <dgm:spPr/>
    </dgm:pt>
    <dgm:pt modelId="{468894E4-63B2-4338-8A13-4AD06B305397}" type="pres">
      <dgm:prSet presAssocID="{21F36B7A-77BE-4D75-BEDC-242B66CB657B}" presName="Name37" presStyleLbl="parChTrans1D4" presStyleIdx="12" presStyleCnt="122"/>
      <dgm:spPr/>
    </dgm:pt>
    <dgm:pt modelId="{26823948-EBD4-4A28-860E-A23269903447}" type="pres">
      <dgm:prSet presAssocID="{0B02AEEF-7834-448E-AFD2-EEE9D906851A}" presName="hierRoot2" presStyleCnt="0">
        <dgm:presLayoutVars>
          <dgm:hierBranch val="init"/>
        </dgm:presLayoutVars>
      </dgm:prSet>
      <dgm:spPr/>
    </dgm:pt>
    <dgm:pt modelId="{04F80952-26AC-4CDA-9B91-BE057EDBBC8D}" type="pres">
      <dgm:prSet presAssocID="{0B02AEEF-7834-448E-AFD2-EEE9D906851A}" presName="rootComposite" presStyleCnt="0"/>
      <dgm:spPr/>
    </dgm:pt>
    <dgm:pt modelId="{B534A1A4-B002-4466-AE45-C70B3599BCF6}" type="pres">
      <dgm:prSet presAssocID="{0B02AEEF-7834-448E-AFD2-EEE9D906851A}" presName="rootText" presStyleLbl="node4" presStyleIdx="1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DAE1197-6E3A-4E3C-AB92-88EE0A3B6360}" type="pres">
      <dgm:prSet presAssocID="{0B02AEEF-7834-448E-AFD2-EEE9D906851A}" presName="rootConnector" presStyleLbl="node4" presStyleIdx="12" presStyleCnt="122"/>
      <dgm:spPr/>
    </dgm:pt>
    <dgm:pt modelId="{4797C412-A145-4627-8C2D-DC34EE8FA136}" type="pres">
      <dgm:prSet presAssocID="{0B02AEEF-7834-448E-AFD2-EEE9D906851A}" presName="hierChild4" presStyleCnt="0"/>
      <dgm:spPr/>
    </dgm:pt>
    <dgm:pt modelId="{39ACAD01-FFB9-4F70-9F8E-990A4BF1B0F9}" type="pres">
      <dgm:prSet presAssocID="{0B02AEEF-7834-448E-AFD2-EEE9D906851A}" presName="hierChild5" presStyleCnt="0"/>
      <dgm:spPr/>
    </dgm:pt>
    <dgm:pt modelId="{476F050B-3B82-44E8-8F93-311F0FE86B3A}" type="pres">
      <dgm:prSet presAssocID="{869D4760-2FD5-4E9F-B840-EDE843892E08}" presName="Name37" presStyleLbl="parChTrans1D4" presStyleIdx="13" presStyleCnt="122"/>
      <dgm:spPr/>
    </dgm:pt>
    <dgm:pt modelId="{B44B17B6-288C-407A-B5E8-568C94D1DDE6}" type="pres">
      <dgm:prSet presAssocID="{187EDEA1-FA6C-485B-99B7-5DD4C674C105}" presName="hierRoot2" presStyleCnt="0">
        <dgm:presLayoutVars>
          <dgm:hierBranch val="init"/>
        </dgm:presLayoutVars>
      </dgm:prSet>
      <dgm:spPr/>
    </dgm:pt>
    <dgm:pt modelId="{205D4E63-5080-436B-B82D-09864FB8D50A}" type="pres">
      <dgm:prSet presAssocID="{187EDEA1-FA6C-485B-99B7-5DD4C674C105}" presName="rootComposite" presStyleCnt="0"/>
      <dgm:spPr/>
    </dgm:pt>
    <dgm:pt modelId="{A3304501-BC49-400A-92F8-ABBA2FC193F7}" type="pres">
      <dgm:prSet presAssocID="{187EDEA1-FA6C-485B-99B7-5DD4C674C105}" presName="rootText" presStyleLbl="node4" presStyleIdx="1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7D4FAA1-3AE3-46CF-8FEE-BB72C865BEED}" type="pres">
      <dgm:prSet presAssocID="{187EDEA1-FA6C-485B-99B7-5DD4C674C105}" presName="rootConnector" presStyleLbl="node4" presStyleIdx="13" presStyleCnt="122"/>
      <dgm:spPr/>
    </dgm:pt>
    <dgm:pt modelId="{22511519-8489-46C0-B6CC-F2D5430873B4}" type="pres">
      <dgm:prSet presAssocID="{187EDEA1-FA6C-485B-99B7-5DD4C674C105}" presName="hierChild4" presStyleCnt="0"/>
      <dgm:spPr/>
    </dgm:pt>
    <dgm:pt modelId="{F6FAB505-896D-478D-87AF-A7DB9078AB5E}" type="pres">
      <dgm:prSet presAssocID="{187EDEA1-FA6C-485B-99B7-5DD4C674C105}" presName="hierChild5" presStyleCnt="0"/>
      <dgm:spPr/>
    </dgm:pt>
    <dgm:pt modelId="{6DAE06D7-EA3B-47F7-A2BE-36B27B0D96D1}" type="pres">
      <dgm:prSet presAssocID="{D217DE72-9A40-489E-A3EA-9923EC338975}" presName="Name37" presStyleLbl="parChTrans1D4" presStyleIdx="14" presStyleCnt="122"/>
      <dgm:spPr/>
    </dgm:pt>
    <dgm:pt modelId="{9CAD2010-CBD2-4081-87AD-A1802BDF12AE}" type="pres">
      <dgm:prSet presAssocID="{6908DDFF-D269-4FED-8794-B1BE3BED0E60}" presName="hierRoot2" presStyleCnt="0">
        <dgm:presLayoutVars>
          <dgm:hierBranch val="init"/>
        </dgm:presLayoutVars>
      </dgm:prSet>
      <dgm:spPr/>
    </dgm:pt>
    <dgm:pt modelId="{6352F88B-5393-4043-AF86-F3CD04ADE43E}" type="pres">
      <dgm:prSet presAssocID="{6908DDFF-D269-4FED-8794-B1BE3BED0E60}" presName="rootComposite" presStyleCnt="0"/>
      <dgm:spPr/>
    </dgm:pt>
    <dgm:pt modelId="{499D76D9-F47A-4B00-A268-CF678C46B655}" type="pres">
      <dgm:prSet presAssocID="{6908DDFF-D269-4FED-8794-B1BE3BED0E60}" presName="rootText" presStyleLbl="node4" presStyleIdx="1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E285332-FF7E-4B80-855C-A7C22828CE5E}" type="pres">
      <dgm:prSet presAssocID="{6908DDFF-D269-4FED-8794-B1BE3BED0E60}" presName="rootConnector" presStyleLbl="node4" presStyleIdx="14" presStyleCnt="122"/>
      <dgm:spPr/>
    </dgm:pt>
    <dgm:pt modelId="{760E0A08-19D9-4A52-8A14-7FB824A0011D}" type="pres">
      <dgm:prSet presAssocID="{6908DDFF-D269-4FED-8794-B1BE3BED0E60}" presName="hierChild4" presStyleCnt="0"/>
      <dgm:spPr/>
    </dgm:pt>
    <dgm:pt modelId="{4505FECA-B784-432D-870F-B0F10D8F5710}" type="pres">
      <dgm:prSet presAssocID="{6908DDFF-D269-4FED-8794-B1BE3BED0E60}" presName="hierChild5" presStyleCnt="0"/>
      <dgm:spPr/>
    </dgm:pt>
    <dgm:pt modelId="{44887211-7D8F-4796-ABBE-9FDF62643495}" type="pres">
      <dgm:prSet presAssocID="{40E682B0-7E4B-4FC3-A0C6-34FB98F4E010}" presName="hierChild5" presStyleCnt="0"/>
      <dgm:spPr/>
    </dgm:pt>
    <dgm:pt modelId="{F2E504AE-F7FA-4BEA-892A-AB879E854482}" type="pres">
      <dgm:prSet presAssocID="{F62D1CC5-A046-45C6-802A-E18BAA5E5B26}" presName="hierChild5" presStyleCnt="0"/>
      <dgm:spPr/>
    </dgm:pt>
    <dgm:pt modelId="{C4D23A9D-353A-431E-9ECE-F74286F84C7A}" type="pres">
      <dgm:prSet presAssocID="{CA8C9DA8-B5AC-4D81-AC06-773BA8792F0F}" presName="Name37" presStyleLbl="parChTrans1D2" presStyleIdx="2" presStyleCnt="11"/>
      <dgm:spPr/>
    </dgm:pt>
    <dgm:pt modelId="{157FEEB3-A2C3-4A75-84A0-1876BA88A774}" type="pres">
      <dgm:prSet presAssocID="{D2BB2FCF-5D6A-4749-BBF4-E2608D4EF072}" presName="hierRoot2" presStyleCnt="0">
        <dgm:presLayoutVars>
          <dgm:hierBranch val="init"/>
        </dgm:presLayoutVars>
      </dgm:prSet>
      <dgm:spPr/>
    </dgm:pt>
    <dgm:pt modelId="{E3C808FD-E2E2-4435-8A85-D6E582EEA627}" type="pres">
      <dgm:prSet presAssocID="{D2BB2FCF-5D6A-4749-BBF4-E2608D4EF072}" presName="rootComposite" presStyleCnt="0"/>
      <dgm:spPr/>
    </dgm:pt>
    <dgm:pt modelId="{4B00F391-062E-4FDC-BFC4-81765CC3431A}" type="pres">
      <dgm:prSet presAssocID="{D2BB2FCF-5D6A-4749-BBF4-E2608D4EF072}" presName="rootText" presStyleLbl="node2" presStyleIdx="2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509C7ABE-0F29-4759-8285-D6C505BCDEA3}" type="pres">
      <dgm:prSet presAssocID="{D2BB2FCF-5D6A-4749-BBF4-E2608D4EF072}" presName="rootConnector" presStyleLbl="node2" presStyleIdx="2" presStyleCnt="11"/>
      <dgm:spPr/>
    </dgm:pt>
    <dgm:pt modelId="{F4170281-07B0-4C95-9C26-46B502B62EB6}" type="pres">
      <dgm:prSet presAssocID="{D2BB2FCF-5D6A-4749-BBF4-E2608D4EF072}" presName="hierChild4" presStyleCnt="0"/>
      <dgm:spPr/>
    </dgm:pt>
    <dgm:pt modelId="{6A2AE90E-FA05-4F16-984E-4A8BA43A2E69}" type="pres">
      <dgm:prSet presAssocID="{E58264FD-2B4F-4C13-B02E-A49E81E9B2A0}" presName="Name37" presStyleLbl="parChTrans1D3" presStyleIdx="6" presStyleCnt="39"/>
      <dgm:spPr/>
    </dgm:pt>
    <dgm:pt modelId="{D32856F1-1444-43BC-9B7C-A1F7BB3A072F}" type="pres">
      <dgm:prSet presAssocID="{C7BE4D7B-0ED2-4647-9E9B-0AEE0050C74F}" presName="hierRoot2" presStyleCnt="0">
        <dgm:presLayoutVars>
          <dgm:hierBranch val="init"/>
        </dgm:presLayoutVars>
      </dgm:prSet>
      <dgm:spPr/>
    </dgm:pt>
    <dgm:pt modelId="{D6D35FCD-4A21-46AA-BD4B-0E98CD8E3CFC}" type="pres">
      <dgm:prSet presAssocID="{C7BE4D7B-0ED2-4647-9E9B-0AEE0050C74F}" presName="rootComposite" presStyleCnt="0"/>
      <dgm:spPr/>
    </dgm:pt>
    <dgm:pt modelId="{701939AA-A91F-4661-961A-6C4D81B219B6}" type="pres">
      <dgm:prSet presAssocID="{C7BE4D7B-0ED2-4647-9E9B-0AEE0050C74F}" presName="rootText" presStyleLbl="node3" presStyleIdx="6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3BAB8C9F-42B7-4123-901A-8BCE5F1C3617}" type="pres">
      <dgm:prSet presAssocID="{C7BE4D7B-0ED2-4647-9E9B-0AEE0050C74F}" presName="rootConnector" presStyleLbl="node3" presStyleIdx="6" presStyleCnt="39"/>
      <dgm:spPr/>
    </dgm:pt>
    <dgm:pt modelId="{409E0673-B16B-4764-9D4B-D6855CB19E7D}" type="pres">
      <dgm:prSet presAssocID="{C7BE4D7B-0ED2-4647-9E9B-0AEE0050C74F}" presName="hierChild4" presStyleCnt="0"/>
      <dgm:spPr/>
    </dgm:pt>
    <dgm:pt modelId="{096E9944-01A6-4A5C-8F66-BD9ADFF0A131}" type="pres">
      <dgm:prSet presAssocID="{27EF958B-1C27-407F-8C47-FC0F751E4BBC}" presName="Name37" presStyleLbl="parChTrans1D4" presStyleIdx="15" presStyleCnt="122"/>
      <dgm:spPr/>
    </dgm:pt>
    <dgm:pt modelId="{02A0BD74-B0B3-4FAF-AC6F-F1F58ADE3A15}" type="pres">
      <dgm:prSet presAssocID="{E361FDF5-296B-48F6-8793-7168CDC31568}" presName="hierRoot2" presStyleCnt="0">
        <dgm:presLayoutVars>
          <dgm:hierBranch val="init"/>
        </dgm:presLayoutVars>
      </dgm:prSet>
      <dgm:spPr/>
    </dgm:pt>
    <dgm:pt modelId="{2DA30E7D-18C5-44CD-A152-4C4D95F7F2D0}" type="pres">
      <dgm:prSet presAssocID="{E361FDF5-296B-48F6-8793-7168CDC31568}" presName="rootComposite" presStyleCnt="0"/>
      <dgm:spPr/>
    </dgm:pt>
    <dgm:pt modelId="{773D4E9B-C176-4D6D-8A78-2DE11AAA3FE1}" type="pres">
      <dgm:prSet presAssocID="{E361FDF5-296B-48F6-8793-7168CDC31568}" presName="rootText" presStyleLbl="node4" presStyleIdx="1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4492B6A-E8E0-422E-AEE7-ADF7A54ABE26}" type="pres">
      <dgm:prSet presAssocID="{E361FDF5-296B-48F6-8793-7168CDC31568}" presName="rootConnector" presStyleLbl="node4" presStyleIdx="15" presStyleCnt="122"/>
      <dgm:spPr/>
    </dgm:pt>
    <dgm:pt modelId="{AC20923D-A42D-435F-8B3F-CA7C711479CF}" type="pres">
      <dgm:prSet presAssocID="{E361FDF5-296B-48F6-8793-7168CDC31568}" presName="hierChild4" presStyleCnt="0"/>
      <dgm:spPr/>
    </dgm:pt>
    <dgm:pt modelId="{1AE7F7FD-5C1D-4992-971E-384552C10A05}" type="pres">
      <dgm:prSet presAssocID="{E361FDF5-296B-48F6-8793-7168CDC31568}" presName="hierChild5" presStyleCnt="0"/>
      <dgm:spPr/>
    </dgm:pt>
    <dgm:pt modelId="{D5958391-D91F-4FAF-84D1-6790A0B25B48}" type="pres">
      <dgm:prSet presAssocID="{6690B8A0-8D28-4032-B6FE-2F4F4E6D4CBD}" presName="Name37" presStyleLbl="parChTrans1D4" presStyleIdx="16" presStyleCnt="122"/>
      <dgm:spPr/>
    </dgm:pt>
    <dgm:pt modelId="{73A68A10-B0C0-4554-A1D0-17E02EDDC93F}" type="pres">
      <dgm:prSet presAssocID="{A580CCD9-DE1B-42F1-B2FA-292DA6F437E0}" presName="hierRoot2" presStyleCnt="0">
        <dgm:presLayoutVars>
          <dgm:hierBranch val="init"/>
        </dgm:presLayoutVars>
      </dgm:prSet>
      <dgm:spPr/>
    </dgm:pt>
    <dgm:pt modelId="{8BC59107-5C28-412C-8D93-DC23EFA24456}" type="pres">
      <dgm:prSet presAssocID="{A580CCD9-DE1B-42F1-B2FA-292DA6F437E0}" presName="rootComposite" presStyleCnt="0"/>
      <dgm:spPr/>
    </dgm:pt>
    <dgm:pt modelId="{2D2E7778-7CF6-4FA9-BC9B-65FC27AFCDEC}" type="pres">
      <dgm:prSet presAssocID="{A580CCD9-DE1B-42F1-B2FA-292DA6F437E0}" presName="rootText" presStyleLbl="node4" presStyleIdx="1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F538A53-E639-4E3D-855C-0973913842EC}" type="pres">
      <dgm:prSet presAssocID="{A580CCD9-DE1B-42F1-B2FA-292DA6F437E0}" presName="rootConnector" presStyleLbl="node4" presStyleIdx="16" presStyleCnt="122"/>
      <dgm:spPr/>
    </dgm:pt>
    <dgm:pt modelId="{B66B010E-AF94-41B5-9E94-6D97FD3DB67C}" type="pres">
      <dgm:prSet presAssocID="{A580CCD9-DE1B-42F1-B2FA-292DA6F437E0}" presName="hierChild4" presStyleCnt="0"/>
      <dgm:spPr/>
    </dgm:pt>
    <dgm:pt modelId="{6C020F8A-5062-40FC-A508-FCDE73C7329B}" type="pres">
      <dgm:prSet presAssocID="{A580CCD9-DE1B-42F1-B2FA-292DA6F437E0}" presName="hierChild5" presStyleCnt="0"/>
      <dgm:spPr/>
    </dgm:pt>
    <dgm:pt modelId="{15614736-A4D1-4449-909C-2A650A282764}" type="pres">
      <dgm:prSet presAssocID="{C7BE4D7B-0ED2-4647-9E9B-0AEE0050C74F}" presName="hierChild5" presStyleCnt="0"/>
      <dgm:spPr/>
    </dgm:pt>
    <dgm:pt modelId="{8779F04E-A2B8-4058-B416-25333BC49F14}" type="pres">
      <dgm:prSet presAssocID="{F4C2290F-5B1C-436C-A2A8-1891DCC4F165}" presName="Name37" presStyleLbl="parChTrans1D3" presStyleIdx="7" presStyleCnt="39"/>
      <dgm:spPr/>
    </dgm:pt>
    <dgm:pt modelId="{C02F3691-4ADF-41E7-A34B-921001D38CEE}" type="pres">
      <dgm:prSet presAssocID="{A7962A28-312D-4471-B495-6B55DA7A8230}" presName="hierRoot2" presStyleCnt="0">
        <dgm:presLayoutVars>
          <dgm:hierBranch val="init"/>
        </dgm:presLayoutVars>
      </dgm:prSet>
      <dgm:spPr/>
    </dgm:pt>
    <dgm:pt modelId="{F1E697D5-9BAF-4875-8313-29C5A7C85FF0}" type="pres">
      <dgm:prSet presAssocID="{A7962A28-312D-4471-B495-6B55DA7A8230}" presName="rootComposite" presStyleCnt="0"/>
      <dgm:spPr/>
    </dgm:pt>
    <dgm:pt modelId="{A14ADB7B-9E1D-4FB4-A6F5-8D5B73EF609B}" type="pres">
      <dgm:prSet presAssocID="{A7962A28-312D-4471-B495-6B55DA7A8230}" presName="rootText" presStyleLbl="node3" presStyleIdx="7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73172484-52C5-42B8-AD62-7B894C148910}" type="pres">
      <dgm:prSet presAssocID="{A7962A28-312D-4471-B495-6B55DA7A8230}" presName="rootConnector" presStyleLbl="node3" presStyleIdx="7" presStyleCnt="39"/>
      <dgm:spPr/>
    </dgm:pt>
    <dgm:pt modelId="{68182CE5-F188-488A-A2E4-64F258AC7C3F}" type="pres">
      <dgm:prSet presAssocID="{A7962A28-312D-4471-B495-6B55DA7A8230}" presName="hierChild4" presStyleCnt="0"/>
      <dgm:spPr/>
    </dgm:pt>
    <dgm:pt modelId="{30F0D94C-982B-4CB4-A966-9BD45354CE6F}" type="pres">
      <dgm:prSet presAssocID="{5A5A073D-9C0C-4FD8-BE7E-6C31FEAA6798}" presName="Name37" presStyleLbl="parChTrans1D4" presStyleIdx="17" presStyleCnt="122"/>
      <dgm:spPr/>
    </dgm:pt>
    <dgm:pt modelId="{49913DC3-E4A5-4128-B702-BDB8D696154F}" type="pres">
      <dgm:prSet presAssocID="{95F91A62-F2DE-4FD2-8D46-FB5B47FAA9F1}" presName="hierRoot2" presStyleCnt="0">
        <dgm:presLayoutVars>
          <dgm:hierBranch val="init"/>
        </dgm:presLayoutVars>
      </dgm:prSet>
      <dgm:spPr/>
    </dgm:pt>
    <dgm:pt modelId="{8042A1A0-716E-421C-80B6-E6E68787D8AE}" type="pres">
      <dgm:prSet presAssocID="{95F91A62-F2DE-4FD2-8D46-FB5B47FAA9F1}" presName="rootComposite" presStyleCnt="0"/>
      <dgm:spPr/>
    </dgm:pt>
    <dgm:pt modelId="{61A0131F-7611-4EED-AD04-A8C8A9697118}" type="pres">
      <dgm:prSet presAssocID="{95F91A62-F2DE-4FD2-8D46-FB5B47FAA9F1}" presName="rootText" presStyleLbl="node4" presStyleIdx="1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23D2CE1-ACFD-4DFF-AE00-73E0C14419C7}" type="pres">
      <dgm:prSet presAssocID="{95F91A62-F2DE-4FD2-8D46-FB5B47FAA9F1}" presName="rootConnector" presStyleLbl="node4" presStyleIdx="17" presStyleCnt="122"/>
      <dgm:spPr/>
    </dgm:pt>
    <dgm:pt modelId="{B6D3953D-80DF-46E9-83FE-654E4E9FE13E}" type="pres">
      <dgm:prSet presAssocID="{95F91A62-F2DE-4FD2-8D46-FB5B47FAA9F1}" presName="hierChild4" presStyleCnt="0"/>
      <dgm:spPr/>
    </dgm:pt>
    <dgm:pt modelId="{8450391F-339D-408C-926A-8F82601D918E}" type="pres">
      <dgm:prSet presAssocID="{95F91A62-F2DE-4FD2-8D46-FB5B47FAA9F1}" presName="hierChild5" presStyleCnt="0"/>
      <dgm:spPr/>
    </dgm:pt>
    <dgm:pt modelId="{10916767-AD32-45C6-AA4B-E3FE68246C04}" type="pres">
      <dgm:prSet presAssocID="{A05CB293-8EDD-476F-AD78-DB76F087E150}" presName="Name37" presStyleLbl="parChTrans1D4" presStyleIdx="18" presStyleCnt="122"/>
      <dgm:spPr/>
    </dgm:pt>
    <dgm:pt modelId="{B1F28A8F-C81E-41F5-B8FC-002674BD610D}" type="pres">
      <dgm:prSet presAssocID="{26D73198-335D-43EA-B1C7-55F5498F9B54}" presName="hierRoot2" presStyleCnt="0">
        <dgm:presLayoutVars>
          <dgm:hierBranch val="init"/>
        </dgm:presLayoutVars>
      </dgm:prSet>
      <dgm:spPr/>
    </dgm:pt>
    <dgm:pt modelId="{DBCC569D-550A-48F8-828F-2885518D6E40}" type="pres">
      <dgm:prSet presAssocID="{26D73198-335D-43EA-B1C7-55F5498F9B54}" presName="rootComposite" presStyleCnt="0"/>
      <dgm:spPr/>
    </dgm:pt>
    <dgm:pt modelId="{AE561694-3D4A-4F3E-AF67-2992C856E6B4}" type="pres">
      <dgm:prSet presAssocID="{26D73198-335D-43EA-B1C7-55F5498F9B54}" presName="rootText" presStyleLbl="node4" presStyleIdx="1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8012628-5C63-4C1E-B7C6-CA14530E81C4}" type="pres">
      <dgm:prSet presAssocID="{26D73198-335D-43EA-B1C7-55F5498F9B54}" presName="rootConnector" presStyleLbl="node4" presStyleIdx="18" presStyleCnt="122"/>
      <dgm:spPr/>
    </dgm:pt>
    <dgm:pt modelId="{2D9956C9-7027-4F05-88B9-3EEDBD654DFB}" type="pres">
      <dgm:prSet presAssocID="{26D73198-335D-43EA-B1C7-55F5498F9B54}" presName="hierChild4" presStyleCnt="0"/>
      <dgm:spPr/>
    </dgm:pt>
    <dgm:pt modelId="{2CB53A65-4FE2-442E-AF5D-F5E07EA862F1}" type="pres">
      <dgm:prSet presAssocID="{26D73198-335D-43EA-B1C7-55F5498F9B54}" presName="hierChild5" presStyleCnt="0"/>
      <dgm:spPr/>
    </dgm:pt>
    <dgm:pt modelId="{E082EA0A-8FF0-4D6F-AB1E-BD9E8450DFF9}" type="pres">
      <dgm:prSet presAssocID="{45417028-FE0D-417A-AFAB-5B65ADAEF4E2}" presName="Name37" presStyleLbl="parChTrans1D4" presStyleIdx="19" presStyleCnt="122"/>
      <dgm:spPr/>
    </dgm:pt>
    <dgm:pt modelId="{8AD0B2E0-7B96-4490-88B0-7C42FD903404}" type="pres">
      <dgm:prSet presAssocID="{624AEC45-6F45-4608-BE09-0B1CAEAEA88A}" presName="hierRoot2" presStyleCnt="0">
        <dgm:presLayoutVars>
          <dgm:hierBranch val="init"/>
        </dgm:presLayoutVars>
      </dgm:prSet>
      <dgm:spPr/>
    </dgm:pt>
    <dgm:pt modelId="{8432D375-6FA8-4F96-BEC4-BD2DC85CC5B0}" type="pres">
      <dgm:prSet presAssocID="{624AEC45-6F45-4608-BE09-0B1CAEAEA88A}" presName="rootComposite" presStyleCnt="0"/>
      <dgm:spPr/>
    </dgm:pt>
    <dgm:pt modelId="{979C947C-F1BC-46A0-9085-4AC00030625B}" type="pres">
      <dgm:prSet presAssocID="{624AEC45-6F45-4608-BE09-0B1CAEAEA88A}" presName="rootText" presStyleLbl="node4" presStyleIdx="1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9D04C87-E953-43FE-AE50-636F72B58BF6}" type="pres">
      <dgm:prSet presAssocID="{624AEC45-6F45-4608-BE09-0B1CAEAEA88A}" presName="rootConnector" presStyleLbl="node4" presStyleIdx="19" presStyleCnt="122"/>
      <dgm:spPr/>
    </dgm:pt>
    <dgm:pt modelId="{5744D70F-B1D2-4A72-BCDF-7D26F2ADBB04}" type="pres">
      <dgm:prSet presAssocID="{624AEC45-6F45-4608-BE09-0B1CAEAEA88A}" presName="hierChild4" presStyleCnt="0"/>
      <dgm:spPr/>
    </dgm:pt>
    <dgm:pt modelId="{21969095-C506-48B6-B994-0D0E729F5632}" type="pres">
      <dgm:prSet presAssocID="{624AEC45-6F45-4608-BE09-0B1CAEAEA88A}" presName="hierChild5" presStyleCnt="0"/>
      <dgm:spPr/>
    </dgm:pt>
    <dgm:pt modelId="{949F28F3-B82F-40F5-9FDE-534D17FFD72E}" type="pres">
      <dgm:prSet presAssocID="{A7962A28-312D-4471-B495-6B55DA7A8230}" presName="hierChild5" presStyleCnt="0"/>
      <dgm:spPr/>
    </dgm:pt>
    <dgm:pt modelId="{51D6D4C3-9ED1-4CE5-80A2-BC9F3DAC5B25}" type="pres">
      <dgm:prSet presAssocID="{FACD946C-4901-41F2-95F9-29CF027DB6F9}" presName="Name37" presStyleLbl="parChTrans1D3" presStyleIdx="8" presStyleCnt="39"/>
      <dgm:spPr/>
    </dgm:pt>
    <dgm:pt modelId="{C0960037-E804-4734-B7B2-09111F4E2F55}" type="pres">
      <dgm:prSet presAssocID="{0B98FF25-5DE8-4429-A124-1FD9436AA7D3}" presName="hierRoot2" presStyleCnt="0">
        <dgm:presLayoutVars>
          <dgm:hierBranch val="init"/>
        </dgm:presLayoutVars>
      </dgm:prSet>
      <dgm:spPr/>
    </dgm:pt>
    <dgm:pt modelId="{55B9A409-2E97-42A9-912F-3F88222B04D7}" type="pres">
      <dgm:prSet presAssocID="{0B98FF25-5DE8-4429-A124-1FD9436AA7D3}" presName="rootComposite" presStyleCnt="0"/>
      <dgm:spPr/>
    </dgm:pt>
    <dgm:pt modelId="{A2DD7320-D888-4476-AA73-4D94A01D65C3}" type="pres">
      <dgm:prSet presAssocID="{0B98FF25-5DE8-4429-A124-1FD9436AA7D3}" presName="rootText" presStyleLbl="node3" presStyleIdx="8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CC6DF3EC-1C01-4EA6-B161-103E6A0D8919}" type="pres">
      <dgm:prSet presAssocID="{0B98FF25-5DE8-4429-A124-1FD9436AA7D3}" presName="rootConnector" presStyleLbl="node3" presStyleIdx="8" presStyleCnt="39"/>
      <dgm:spPr/>
    </dgm:pt>
    <dgm:pt modelId="{D455C7D4-88AC-449A-84DC-26FDCC7B569C}" type="pres">
      <dgm:prSet presAssocID="{0B98FF25-5DE8-4429-A124-1FD9436AA7D3}" presName="hierChild4" presStyleCnt="0"/>
      <dgm:spPr/>
    </dgm:pt>
    <dgm:pt modelId="{30B51B65-4869-4CDD-8BA6-292902BF027B}" type="pres">
      <dgm:prSet presAssocID="{E37758FC-DD29-42CD-AE56-03EA2E4B97C8}" presName="Name37" presStyleLbl="parChTrans1D4" presStyleIdx="20" presStyleCnt="122"/>
      <dgm:spPr/>
    </dgm:pt>
    <dgm:pt modelId="{8FA0557C-D681-46E4-ACD1-A423E995E2A3}" type="pres">
      <dgm:prSet presAssocID="{5AEB9D31-B3EA-4C21-86FE-5EDD9939C0D7}" presName="hierRoot2" presStyleCnt="0">
        <dgm:presLayoutVars>
          <dgm:hierBranch val="init"/>
        </dgm:presLayoutVars>
      </dgm:prSet>
      <dgm:spPr/>
    </dgm:pt>
    <dgm:pt modelId="{D9685771-82FF-4EF7-91FC-B61E62ED915E}" type="pres">
      <dgm:prSet presAssocID="{5AEB9D31-B3EA-4C21-86FE-5EDD9939C0D7}" presName="rootComposite" presStyleCnt="0"/>
      <dgm:spPr/>
    </dgm:pt>
    <dgm:pt modelId="{ADAFD5FF-FBF1-4C2E-9B07-71894DCA20EB}" type="pres">
      <dgm:prSet presAssocID="{5AEB9D31-B3EA-4C21-86FE-5EDD9939C0D7}" presName="rootText" presStyleLbl="node4" presStyleIdx="2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0A9E055-BA7A-4979-852E-5A514D598E06}" type="pres">
      <dgm:prSet presAssocID="{5AEB9D31-B3EA-4C21-86FE-5EDD9939C0D7}" presName="rootConnector" presStyleLbl="node4" presStyleIdx="20" presStyleCnt="122"/>
      <dgm:spPr/>
    </dgm:pt>
    <dgm:pt modelId="{33C5E422-44C5-42CC-85CE-18EAECEDED1D}" type="pres">
      <dgm:prSet presAssocID="{5AEB9D31-B3EA-4C21-86FE-5EDD9939C0D7}" presName="hierChild4" presStyleCnt="0"/>
      <dgm:spPr/>
    </dgm:pt>
    <dgm:pt modelId="{0C1AA33C-B0B8-45F8-B16C-6301E2F5D0FB}" type="pres">
      <dgm:prSet presAssocID="{5AEB9D31-B3EA-4C21-86FE-5EDD9939C0D7}" presName="hierChild5" presStyleCnt="0"/>
      <dgm:spPr/>
    </dgm:pt>
    <dgm:pt modelId="{60190659-35D6-4C8A-B0E4-2389C90F82E8}" type="pres">
      <dgm:prSet presAssocID="{FE8FBC9B-15F5-4F59-B93B-3CC28849CC5D}" presName="Name37" presStyleLbl="parChTrans1D4" presStyleIdx="21" presStyleCnt="122"/>
      <dgm:spPr/>
    </dgm:pt>
    <dgm:pt modelId="{77E288E2-BFF5-455D-9E39-CA0A0280A567}" type="pres">
      <dgm:prSet presAssocID="{44AB1A96-E378-468C-8616-BE50F3702054}" presName="hierRoot2" presStyleCnt="0">
        <dgm:presLayoutVars>
          <dgm:hierBranch val="init"/>
        </dgm:presLayoutVars>
      </dgm:prSet>
      <dgm:spPr/>
    </dgm:pt>
    <dgm:pt modelId="{36179119-F0EC-452D-8E2C-BD29851F2638}" type="pres">
      <dgm:prSet presAssocID="{44AB1A96-E378-468C-8616-BE50F3702054}" presName="rootComposite" presStyleCnt="0"/>
      <dgm:spPr/>
    </dgm:pt>
    <dgm:pt modelId="{12841455-F342-4E67-9C62-03474A61FEA4}" type="pres">
      <dgm:prSet presAssocID="{44AB1A96-E378-468C-8616-BE50F3702054}" presName="rootText" presStyleLbl="node4" presStyleIdx="2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073F695-81FA-40B6-9A12-21759DDC26AE}" type="pres">
      <dgm:prSet presAssocID="{44AB1A96-E378-468C-8616-BE50F3702054}" presName="rootConnector" presStyleLbl="node4" presStyleIdx="21" presStyleCnt="122"/>
      <dgm:spPr/>
    </dgm:pt>
    <dgm:pt modelId="{F1FF00F3-C3CE-4688-859D-E19BB73CA1AA}" type="pres">
      <dgm:prSet presAssocID="{44AB1A96-E378-468C-8616-BE50F3702054}" presName="hierChild4" presStyleCnt="0"/>
      <dgm:spPr/>
    </dgm:pt>
    <dgm:pt modelId="{1AC51830-2D24-4AB3-9980-D30C4022A9F3}" type="pres">
      <dgm:prSet presAssocID="{44AB1A96-E378-468C-8616-BE50F3702054}" presName="hierChild5" presStyleCnt="0"/>
      <dgm:spPr/>
    </dgm:pt>
    <dgm:pt modelId="{378B9D76-97A7-4B74-B92F-24DC9E2DC69E}" type="pres">
      <dgm:prSet presAssocID="{BEFE5193-1E73-4910-9DE1-A0594FA41E1E}" presName="Name37" presStyleLbl="parChTrans1D4" presStyleIdx="22" presStyleCnt="122"/>
      <dgm:spPr/>
    </dgm:pt>
    <dgm:pt modelId="{1B0E26EE-64EA-4924-B846-CF354CA8DF5B}" type="pres">
      <dgm:prSet presAssocID="{1F2DDBEF-03E0-4122-B202-2C9D0B858BCA}" presName="hierRoot2" presStyleCnt="0">
        <dgm:presLayoutVars>
          <dgm:hierBranch val="init"/>
        </dgm:presLayoutVars>
      </dgm:prSet>
      <dgm:spPr/>
    </dgm:pt>
    <dgm:pt modelId="{71F34AD1-7302-4940-BD4A-625FD6959E69}" type="pres">
      <dgm:prSet presAssocID="{1F2DDBEF-03E0-4122-B202-2C9D0B858BCA}" presName="rootComposite" presStyleCnt="0"/>
      <dgm:spPr/>
    </dgm:pt>
    <dgm:pt modelId="{5C9237C4-9282-42C0-9FF9-F2A320D0F082}" type="pres">
      <dgm:prSet presAssocID="{1F2DDBEF-03E0-4122-B202-2C9D0B858BCA}" presName="rootText" presStyleLbl="node4" presStyleIdx="2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56CF922-4F51-4B78-8979-359CEAA197B9}" type="pres">
      <dgm:prSet presAssocID="{1F2DDBEF-03E0-4122-B202-2C9D0B858BCA}" presName="rootConnector" presStyleLbl="node4" presStyleIdx="22" presStyleCnt="122"/>
      <dgm:spPr/>
    </dgm:pt>
    <dgm:pt modelId="{42EBAD6A-851A-466F-99AD-E0FC3A2583C8}" type="pres">
      <dgm:prSet presAssocID="{1F2DDBEF-03E0-4122-B202-2C9D0B858BCA}" presName="hierChild4" presStyleCnt="0"/>
      <dgm:spPr/>
    </dgm:pt>
    <dgm:pt modelId="{04D1D31D-7995-45BC-8CA0-038AD6129BE7}" type="pres">
      <dgm:prSet presAssocID="{1F2DDBEF-03E0-4122-B202-2C9D0B858BCA}" presName="hierChild5" presStyleCnt="0"/>
      <dgm:spPr/>
    </dgm:pt>
    <dgm:pt modelId="{010BFB74-D1BC-4497-AE83-1E60787548A9}" type="pres">
      <dgm:prSet presAssocID="{EA4ECA14-23BD-4F1F-A580-A3203F8DEEA4}" presName="Name37" presStyleLbl="parChTrans1D4" presStyleIdx="23" presStyleCnt="122"/>
      <dgm:spPr/>
    </dgm:pt>
    <dgm:pt modelId="{50C36F54-F93E-4692-8ADF-24762A697CF3}" type="pres">
      <dgm:prSet presAssocID="{E754F540-F36F-482E-A5D0-1077900075B2}" presName="hierRoot2" presStyleCnt="0">
        <dgm:presLayoutVars>
          <dgm:hierBranch val="init"/>
        </dgm:presLayoutVars>
      </dgm:prSet>
      <dgm:spPr/>
    </dgm:pt>
    <dgm:pt modelId="{960A14A4-D132-427C-B24B-0597AD661715}" type="pres">
      <dgm:prSet presAssocID="{E754F540-F36F-482E-A5D0-1077900075B2}" presName="rootComposite" presStyleCnt="0"/>
      <dgm:spPr/>
    </dgm:pt>
    <dgm:pt modelId="{3CF16E96-95FC-48C7-B38F-AE658A57C83B}" type="pres">
      <dgm:prSet presAssocID="{E754F540-F36F-482E-A5D0-1077900075B2}" presName="rootText" presStyleLbl="node4" presStyleIdx="2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677671A-4370-4A70-8D92-43F103977C06}" type="pres">
      <dgm:prSet presAssocID="{E754F540-F36F-482E-A5D0-1077900075B2}" presName="rootConnector" presStyleLbl="node4" presStyleIdx="23" presStyleCnt="122"/>
      <dgm:spPr/>
    </dgm:pt>
    <dgm:pt modelId="{6F1CBD9E-B1AF-4344-AD54-0CC70A64111E}" type="pres">
      <dgm:prSet presAssocID="{E754F540-F36F-482E-A5D0-1077900075B2}" presName="hierChild4" presStyleCnt="0"/>
      <dgm:spPr/>
    </dgm:pt>
    <dgm:pt modelId="{5BA22A97-D8CC-4E95-AF9B-7C5BAAF9D069}" type="pres">
      <dgm:prSet presAssocID="{E754F540-F36F-482E-A5D0-1077900075B2}" presName="hierChild5" presStyleCnt="0"/>
      <dgm:spPr/>
    </dgm:pt>
    <dgm:pt modelId="{CEF41D3B-DFAA-4B44-96E2-A38A914D32FB}" type="pres">
      <dgm:prSet presAssocID="{0B98FF25-5DE8-4429-A124-1FD9436AA7D3}" presName="hierChild5" presStyleCnt="0"/>
      <dgm:spPr/>
    </dgm:pt>
    <dgm:pt modelId="{397AA3DD-7DE6-4233-BF39-43EF9008A92C}" type="pres">
      <dgm:prSet presAssocID="{F0AF94AF-CF7F-4553-8AFD-C2C95DA9B528}" presName="Name37" presStyleLbl="parChTrans1D3" presStyleIdx="9" presStyleCnt="39"/>
      <dgm:spPr/>
    </dgm:pt>
    <dgm:pt modelId="{E5317B53-E12C-4FDB-B6CC-57A0CAB4CA07}" type="pres">
      <dgm:prSet presAssocID="{DA14AD23-FFB5-44A7-A338-6365E1708E55}" presName="hierRoot2" presStyleCnt="0">
        <dgm:presLayoutVars>
          <dgm:hierBranch val="init"/>
        </dgm:presLayoutVars>
      </dgm:prSet>
      <dgm:spPr/>
    </dgm:pt>
    <dgm:pt modelId="{BAED7C67-5B93-43FE-B6F0-805E15125777}" type="pres">
      <dgm:prSet presAssocID="{DA14AD23-FFB5-44A7-A338-6365E1708E55}" presName="rootComposite" presStyleCnt="0"/>
      <dgm:spPr/>
    </dgm:pt>
    <dgm:pt modelId="{ADCD3E79-6B66-4723-B554-5E9CFCB3C5E6}" type="pres">
      <dgm:prSet presAssocID="{DA14AD23-FFB5-44A7-A338-6365E1708E55}" presName="rootText" presStyleLbl="node3" presStyleIdx="9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32E58A02-5EAC-4352-937D-EC0221B1D5EE}" type="pres">
      <dgm:prSet presAssocID="{DA14AD23-FFB5-44A7-A338-6365E1708E55}" presName="rootConnector" presStyleLbl="node3" presStyleIdx="9" presStyleCnt="39"/>
      <dgm:spPr/>
    </dgm:pt>
    <dgm:pt modelId="{500F220C-F593-4725-95BC-CC081DB9BA6C}" type="pres">
      <dgm:prSet presAssocID="{DA14AD23-FFB5-44A7-A338-6365E1708E55}" presName="hierChild4" presStyleCnt="0"/>
      <dgm:spPr/>
    </dgm:pt>
    <dgm:pt modelId="{F60E23D5-DBAE-4ED8-BC28-51213878B891}" type="pres">
      <dgm:prSet presAssocID="{5F09B871-2018-4912-AA61-C10E3A3BFFC6}" presName="Name37" presStyleLbl="parChTrans1D4" presStyleIdx="24" presStyleCnt="122"/>
      <dgm:spPr/>
    </dgm:pt>
    <dgm:pt modelId="{2156FDA9-E29F-47B5-A1AF-7BCE259BFD5D}" type="pres">
      <dgm:prSet presAssocID="{ADC78744-08C3-4086-AC14-CBDA7848BAF9}" presName="hierRoot2" presStyleCnt="0">
        <dgm:presLayoutVars>
          <dgm:hierBranch val="init"/>
        </dgm:presLayoutVars>
      </dgm:prSet>
      <dgm:spPr/>
    </dgm:pt>
    <dgm:pt modelId="{1AFC5F6D-9407-4BEE-BD80-8DAC3EC3ABA7}" type="pres">
      <dgm:prSet presAssocID="{ADC78744-08C3-4086-AC14-CBDA7848BAF9}" presName="rootComposite" presStyleCnt="0"/>
      <dgm:spPr/>
    </dgm:pt>
    <dgm:pt modelId="{5B04854A-1F56-4BF7-BFB9-BDB112EB5C24}" type="pres">
      <dgm:prSet presAssocID="{ADC78744-08C3-4086-AC14-CBDA7848BAF9}" presName="rootText" presStyleLbl="node4" presStyleIdx="2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DC539E1-427A-4D62-A0FA-28D4B23705E5}" type="pres">
      <dgm:prSet presAssocID="{ADC78744-08C3-4086-AC14-CBDA7848BAF9}" presName="rootConnector" presStyleLbl="node4" presStyleIdx="24" presStyleCnt="122"/>
      <dgm:spPr/>
    </dgm:pt>
    <dgm:pt modelId="{E62F4A3D-A70C-4900-8A34-06946BADD154}" type="pres">
      <dgm:prSet presAssocID="{ADC78744-08C3-4086-AC14-CBDA7848BAF9}" presName="hierChild4" presStyleCnt="0"/>
      <dgm:spPr/>
    </dgm:pt>
    <dgm:pt modelId="{F61F3454-7172-4D78-AAFA-B18FAF6201C6}" type="pres">
      <dgm:prSet presAssocID="{ADC78744-08C3-4086-AC14-CBDA7848BAF9}" presName="hierChild5" presStyleCnt="0"/>
      <dgm:spPr/>
    </dgm:pt>
    <dgm:pt modelId="{22D410BB-E7E8-4B65-904C-8351D45E67CA}" type="pres">
      <dgm:prSet presAssocID="{CAE852E1-3EFF-4C66-92DB-441C45DC4422}" presName="Name37" presStyleLbl="parChTrans1D4" presStyleIdx="25" presStyleCnt="122"/>
      <dgm:spPr/>
    </dgm:pt>
    <dgm:pt modelId="{D56641D8-3763-4AEA-93F6-89F2318C615C}" type="pres">
      <dgm:prSet presAssocID="{D6EE0E96-19C5-4540-9C49-B9F6643D6730}" presName="hierRoot2" presStyleCnt="0">
        <dgm:presLayoutVars>
          <dgm:hierBranch val="init"/>
        </dgm:presLayoutVars>
      </dgm:prSet>
      <dgm:spPr/>
    </dgm:pt>
    <dgm:pt modelId="{3A1E8844-0121-4F80-9D10-95D34EB437BA}" type="pres">
      <dgm:prSet presAssocID="{D6EE0E96-19C5-4540-9C49-B9F6643D6730}" presName="rootComposite" presStyleCnt="0"/>
      <dgm:spPr/>
    </dgm:pt>
    <dgm:pt modelId="{F8E08B33-E382-4837-96AB-DB87E64FEEF5}" type="pres">
      <dgm:prSet presAssocID="{D6EE0E96-19C5-4540-9C49-B9F6643D6730}" presName="rootText" presStyleLbl="node4" presStyleIdx="2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2D591CE2-F5F2-415F-B009-AB2FF594B329}" type="pres">
      <dgm:prSet presAssocID="{D6EE0E96-19C5-4540-9C49-B9F6643D6730}" presName="rootConnector" presStyleLbl="node4" presStyleIdx="25" presStyleCnt="122"/>
      <dgm:spPr/>
    </dgm:pt>
    <dgm:pt modelId="{169FC526-8535-422B-AA2D-E26DD3CC0D2F}" type="pres">
      <dgm:prSet presAssocID="{D6EE0E96-19C5-4540-9C49-B9F6643D6730}" presName="hierChild4" presStyleCnt="0"/>
      <dgm:spPr/>
    </dgm:pt>
    <dgm:pt modelId="{4964DC73-67AF-4312-BD5A-A246F95A3BD2}" type="pres">
      <dgm:prSet presAssocID="{D6EE0E96-19C5-4540-9C49-B9F6643D6730}" presName="hierChild5" presStyleCnt="0"/>
      <dgm:spPr/>
    </dgm:pt>
    <dgm:pt modelId="{06844E3F-E697-43B9-B069-BEE8A854EBE2}" type="pres">
      <dgm:prSet presAssocID="{861D9FC0-C45E-4345-B382-9EF1898DCB5E}" presName="Name37" presStyleLbl="parChTrans1D4" presStyleIdx="26" presStyleCnt="122"/>
      <dgm:spPr/>
    </dgm:pt>
    <dgm:pt modelId="{A4E0E68A-1AE8-44D0-AEB3-20D2D3BAA629}" type="pres">
      <dgm:prSet presAssocID="{7F32F1E8-6B16-41FA-89EB-7549CD4075BD}" presName="hierRoot2" presStyleCnt="0">
        <dgm:presLayoutVars>
          <dgm:hierBranch val="init"/>
        </dgm:presLayoutVars>
      </dgm:prSet>
      <dgm:spPr/>
    </dgm:pt>
    <dgm:pt modelId="{0107B9B8-407B-4052-A59D-3A01C0B985B3}" type="pres">
      <dgm:prSet presAssocID="{7F32F1E8-6B16-41FA-89EB-7549CD4075BD}" presName="rootComposite" presStyleCnt="0"/>
      <dgm:spPr/>
    </dgm:pt>
    <dgm:pt modelId="{B6F55DE5-8C10-415C-8162-1472B17A8EDA}" type="pres">
      <dgm:prSet presAssocID="{7F32F1E8-6B16-41FA-89EB-7549CD4075BD}" presName="rootText" presStyleLbl="node4" presStyleIdx="2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D4869BB8-33C4-45E7-ACC9-E957C4CBF277}" type="pres">
      <dgm:prSet presAssocID="{7F32F1E8-6B16-41FA-89EB-7549CD4075BD}" presName="rootConnector" presStyleLbl="node4" presStyleIdx="26" presStyleCnt="122"/>
      <dgm:spPr/>
    </dgm:pt>
    <dgm:pt modelId="{5F065286-3345-4389-BE09-0AB5A95EC36D}" type="pres">
      <dgm:prSet presAssocID="{7F32F1E8-6B16-41FA-89EB-7549CD4075BD}" presName="hierChild4" presStyleCnt="0"/>
      <dgm:spPr/>
    </dgm:pt>
    <dgm:pt modelId="{53256A37-F14A-469A-A73D-7046B7DD4358}" type="pres">
      <dgm:prSet presAssocID="{7F32F1E8-6B16-41FA-89EB-7549CD4075BD}" presName="hierChild5" presStyleCnt="0"/>
      <dgm:spPr/>
    </dgm:pt>
    <dgm:pt modelId="{A55AD540-A7A4-42DF-ADB1-F322A8F9B074}" type="pres">
      <dgm:prSet presAssocID="{E52B014A-3B20-42E0-8377-D0E14C966A21}" presName="Name37" presStyleLbl="parChTrans1D4" presStyleIdx="27" presStyleCnt="122"/>
      <dgm:spPr/>
    </dgm:pt>
    <dgm:pt modelId="{CB0496AB-8246-44DC-9E54-A7CD46936BC8}" type="pres">
      <dgm:prSet presAssocID="{E36E3968-4665-4018-B98D-5C7242A3C926}" presName="hierRoot2" presStyleCnt="0">
        <dgm:presLayoutVars>
          <dgm:hierBranch val="init"/>
        </dgm:presLayoutVars>
      </dgm:prSet>
      <dgm:spPr/>
    </dgm:pt>
    <dgm:pt modelId="{9922A4D9-2132-45DE-967D-8B5D93491EF0}" type="pres">
      <dgm:prSet presAssocID="{E36E3968-4665-4018-B98D-5C7242A3C926}" presName="rootComposite" presStyleCnt="0"/>
      <dgm:spPr/>
    </dgm:pt>
    <dgm:pt modelId="{CEBA9413-FBB1-4911-A4CB-D50B4BC061B7}" type="pres">
      <dgm:prSet presAssocID="{E36E3968-4665-4018-B98D-5C7242A3C926}" presName="rootText" presStyleLbl="node4" presStyleIdx="2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5576A6B-6FBC-40C5-AD0B-F579DCDF9454}" type="pres">
      <dgm:prSet presAssocID="{E36E3968-4665-4018-B98D-5C7242A3C926}" presName="rootConnector" presStyleLbl="node4" presStyleIdx="27" presStyleCnt="122"/>
      <dgm:spPr/>
    </dgm:pt>
    <dgm:pt modelId="{2702F93E-93A4-419D-A387-C8176D2D6A0D}" type="pres">
      <dgm:prSet presAssocID="{E36E3968-4665-4018-B98D-5C7242A3C926}" presName="hierChild4" presStyleCnt="0"/>
      <dgm:spPr/>
    </dgm:pt>
    <dgm:pt modelId="{DDF1341B-6413-499A-85DC-617E282B4773}" type="pres">
      <dgm:prSet presAssocID="{E36E3968-4665-4018-B98D-5C7242A3C926}" presName="hierChild5" presStyleCnt="0"/>
      <dgm:spPr/>
    </dgm:pt>
    <dgm:pt modelId="{9BF27A7A-7346-4B37-A0D5-826856922CFF}" type="pres">
      <dgm:prSet presAssocID="{F89F1B92-A6C4-4080-816B-89D223BDD2E6}" presName="Name37" presStyleLbl="parChTrans1D4" presStyleIdx="28" presStyleCnt="122"/>
      <dgm:spPr/>
    </dgm:pt>
    <dgm:pt modelId="{DD2D228D-32ED-4535-80DF-4928A04C2D7F}" type="pres">
      <dgm:prSet presAssocID="{0969998A-F7B8-4B86-ADF0-EA449A1C39AC}" presName="hierRoot2" presStyleCnt="0">
        <dgm:presLayoutVars>
          <dgm:hierBranch val="init"/>
        </dgm:presLayoutVars>
      </dgm:prSet>
      <dgm:spPr/>
    </dgm:pt>
    <dgm:pt modelId="{BACCF38B-F9BD-485A-85DB-00706772C018}" type="pres">
      <dgm:prSet presAssocID="{0969998A-F7B8-4B86-ADF0-EA449A1C39AC}" presName="rootComposite" presStyleCnt="0"/>
      <dgm:spPr/>
    </dgm:pt>
    <dgm:pt modelId="{9CB09150-3623-4795-B607-7E443D207D44}" type="pres">
      <dgm:prSet presAssocID="{0969998A-F7B8-4B86-ADF0-EA449A1C39AC}" presName="rootText" presStyleLbl="node4" presStyleIdx="2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2277D8F-BFBF-4494-BA4F-38844C45260B}" type="pres">
      <dgm:prSet presAssocID="{0969998A-F7B8-4B86-ADF0-EA449A1C39AC}" presName="rootConnector" presStyleLbl="node4" presStyleIdx="28" presStyleCnt="122"/>
      <dgm:spPr/>
    </dgm:pt>
    <dgm:pt modelId="{8DEAF05D-B6A8-4197-B6DA-F0BDE213EBF4}" type="pres">
      <dgm:prSet presAssocID="{0969998A-F7B8-4B86-ADF0-EA449A1C39AC}" presName="hierChild4" presStyleCnt="0"/>
      <dgm:spPr/>
    </dgm:pt>
    <dgm:pt modelId="{96DCD254-8DEA-4C1A-B3D1-7E13894A2081}" type="pres">
      <dgm:prSet presAssocID="{0969998A-F7B8-4B86-ADF0-EA449A1C39AC}" presName="hierChild5" presStyleCnt="0"/>
      <dgm:spPr/>
    </dgm:pt>
    <dgm:pt modelId="{F21C04BD-0D20-4074-B633-CAA49F89C52D}" type="pres">
      <dgm:prSet presAssocID="{DA14AD23-FFB5-44A7-A338-6365E1708E55}" presName="hierChild5" presStyleCnt="0"/>
      <dgm:spPr/>
    </dgm:pt>
    <dgm:pt modelId="{6C73E611-9BCB-4406-8402-D2141C456D55}" type="pres">
      <dgm:prSet presAssocID="{D2BB2FCF-5D6A-4749-BBF4-E2608D4EF072}" presName="hierChild5" presStyleCnt="0"/>
      <dgm:spPr/>
    </dgm:pt>
    <dgm:pt modelId="{DDAAB477-7926-4B99-B40E-15907391EA6C}" type="pres">
      <dgm:prSet presAssocID="{2DD5F2C6-F25D-4CAA-94A3-03FCE7126841}" presName="Name37" presStyleLbl="parChTrans1D2" presStyleIdx="3" presStyleCnt="11"/>
      <dgm:spPr/>
    </dgm:pt>
    <dgm:pt modelId="{E4D47E07-9189-4FE0-AAE7-FD7C853055BE}" type="pres">
      <dgm:prSet presAssocID="{C197409B-43C9-4782-8DFA-D12BA3951A8F}" presName="hierRoot2" presStyleCnt="0">
        <dgm:presLayoutVars>
          <dgm:hierBranch/>
        </dgm:presLayoutVars>
      </dgm:prSet>
      <dgm:spPr/>
    </dgm:pt>
    <dgm:pt modelId="{095101A7-22F9-4169-A8FD-7E5D053EC3E6}" type="pres">
      <dgm:prSet presAssocID="{C197409B-43C9-4782-8DFA-D12BA3951A8F}" presName="rootComposite" presStyleCnt="0"/>
      <dgm:spPr/>
    </dgm:pt>
    <dgm:pt modelId="{0E5A3D9D-6F23-453A-AAB1-79DF1AA0D3E5}" type="pres">
      <dgm:prSet presAssocID="{C197409B-43C9-4782-8DFA-D12BA3951A8F}" presName="rootText" presStyleLbl="node2" presStyleIdx="3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BEAD169F-0232-4EBF-8FD6-3A61942A3F73}" type="pres">
      <dgm:prSet presAssocID="{C197409B-43C9-4782-8DFA-D12BA3951A8F}" presName="rootConnector" presStyleLbl="node2" presStyleIdx="3" presStyleCnt="11"/>
      <dgm:spPr/>
    </dgm:pt>
    <dgm:pt modelId="{91D142F1-A74A-4F73-82AF-8E3F51CB0329}" type="pres">
      <dgm:prSet presAssocID="{C197409B-43C9-4782-8DFA-D12BA3951A8F}" presName="hierChild4" presStyleCnt="0"/>
      <dgm:spPr/>
    </dgm:pt>
    <dgm:pt modelId="{A64F2D45-3471-4308-AB70-2C0745310B39}" type="pres">
      <dgm:prSet presAssocID="{05650E7E-5B1A-45D4-8FAE-957315A01A96}" presName="Name35" presStyleLbl="parChTrans1D3" presStyleIdx="10" presStyleCnt="39"/>
      <dgm:spPr/>
    </dgm:pt>
    <dgm:pt modelId="{9A0D7BD2-244E-4B56-9678-89DFC0034C1F}" type="pres">
      <dgm:prSet presAssocID="{742EA92D-5390-4ACA-BE91-BDDD2527E371}" presName="hierRoot2" presStyleCnt="0">
        <dgm:presLayoutVars>
          <dgm:hierBranch val="init"/>
        </dgm:presLayoutVars>
      </dgm:prSet>
      <dgm:spPr/>
    </dgm:pt>
    <dgm:pt modelId="{DC29828A-9A83-48D0-9351-EA0232251389}" type="pres">
      <dgm:prSet presAssocID="{742EA92D-5390-4ACA-BE91-BDDD2527E371}" presName="rootComposite" presStyleCnt="0"/>
      <dgm:spPr/>
    </dgm:pt>
    <dgm:pt modelId="{99F469E7-D025-4C8A-B5FA-A514116EFEF0}" type="pres">
      <dgm:prSet presAssocID="{742EA92D-5390-4ACA-BE91-BDDD2527E371}" presName="rootText" presStyleLbl="node3" presStyleIdx="10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A2A080A9-DB2D-4085-B646-2E4A1B3928BF}" type="pres">
      <dgm:prSet presAssocID="{742EA92D-5390-4ACA-BE91-BDDD2527E371}" presName="rootConnector" presStyleLbl="node3" presStyleIdx="10" presStyleCnt="39"/>
      <dgm:spPr/>
    </dgm:pt>
    <dgm:pt modelId="{5ECDD75B-2D6B-496A-A4A8-5F7A5C9D5406}" type="pres">
      <dgm:prSet presAssocID="{742EA92D-5390-4ACA-BE91-BDDD2527E371}" presName="hierChild4" presStyleCnt="0"/>
      <dgm:spPr/>
    </dgm:pt>
    <dgm:pt modelId="{452A3E32-3777-415E-89FB-0883D3D74E44}" type="pres">
      <dgm:prSet presAssocID="{731337FB-8E53-4E46-B81C-196055DB3BAA}" presName="Name37" presStyleLbl="parChTrans1D4" presStyleIdx="29" presStyleCnt="122"/>
      <dgm:spPr/>
    </dgm:pt>
    <dgm:pt modelId="{16A710CF-5736-4AD5-941F-B68E730102E1}" type="pres">
      <dgm:prSet presAssocID="{B7B90201-9CC3-4939-883B-F116E8E88690}" presName="hierRoot2" presStyleCnt="0">
        <dgm:presLayoutVars>
          <dgm:hierBranch val="init"/>
        </dgm:presLayoutVars>
      </dgm:prSet>
      <dgm:spPr/>
    </dgm:pt>
    <dgm:pt modelId="{1FE295DA-4F17-4D19-9516-697DCEC2655E}" type="pres">
      <dgm:prSet presAssocID="{B7B90201-9CC3-4939-883B-F116E8E88690}" presName="rootComposite" presStyleCnt="0"/>
      <dgm:spPr/>
    </dgm:pt>
    <dgm:pt modelId="{428BABBA-B0ED-4E23-965C-B13E9815C588}" type="pres">
      <dgm:prSet presAssocID="{B7B90201-9CC3-4939-883B-F116E8E88690}" presName="rootText" presStyleLbl="node4" presStyleIdx="2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EFA32E0-3FD1-4B27-B1F7-F5986B909A25}" type="pres">
      <dgm:prSet presAssocID="{B7B90201-9CC3-4939-883B-F116E8E88690}" presName="rootConnector" presStyleLbl="node4" presStyleIdx="29" presStyleCnt="122"/>
      <dgm:spPr/>
    </dgm:pt>
    <dgm:pt modelId="{9EF7214C-E7BC-4950-B7AB-8F1D9907A3F5}" type="pres">
      <dgm:prSet presAssocID="{B7B90201-9CC3-4939-883B-F116E8E88690}" presName="hierChild4" presStyleCnt="0"/>
      <dgm:spPr/>
    </dgm:pt>
    <dgm:pt modelId="{169D28E4-167E-4E62-9523-5A9A1DC27107}" type="pres">
      <dgm:prSet presAssocID="{B7B90201-9CC3-4939-883B-F116E8E88690}" presName="hierChild5" presStyleCnt="0"/>
      <dgm:spPr/>
    </dgm:pt>
    <dgm:pt modelId="{710C7F16-91DE-4FC5-8B73-DACD83AC6427}" type="pres">
      <dgm:prSet presAssocID="{74D12453-3FC5-47E4-80A0-AAE821BDE0E1}" presName="Name37" presStyleLbl="parChTrans1D4" presStyleIdx="30" presStyleCnt="122"/>
      <dgm:spPr/>
    </dgm:pt>
    <dgm:pt modelId="{465C3838-3DD4-41CB-9149-D183EFF0975C}" type="pres">
      <dgm:prSet presAssocID="{A472EBA8-DE97-4195-AE97-70624554AB82}" presName="hierRoot2" presStyleCnt="0">
        <dgm:presLayoutVars>
          <dgm:hierBranch val="init"/>
        </dgm:presLayoutVars>
      </dgm:prSet>
      <dgm:spPr/>
    </dgm:pt>
    <dgm:pt modelId="{CB2F247C-87FF-4FA5-A341-A870F695E101}" type="pres">
      <dgm:prSet presAssocID="{A472EBA8-DE97-4195-AE97-70624554AB82}" presName="rootComposite" presStyleCnt="0"/>
      <dgm:spPr/>
    </dgm:pt>
    <dgm:pt modelId="{088D45DC-EC2D-4557-BE21-75599DAB4F0C}" type="pres">
      <dgm:prSet presAssocID="{A472EBA8-DE97-4195-AE97-70624554AB82}" presName="rootText" presStyleLbl="node4" presStyleIdx="3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ED91022-553F-4726-863F-FFCA21806A4F}" type="pres">
      <dgm:prSet presAssocID="{A472EBA8-DE97-4195-AE97-70624554AB82}" presName="rootConnector" presStyleLbl="node4" presStyleIdx="30" presStyleCnt="122"/>
      <dgm:spPr/>
    </dgm:pt>
    <dgm:pt modelId="{21773565-847E-4D92-9D6F-A0149F93BD17}" type="pres">
      <dgm:prSet presAssocID="{A472EBA8-DE97-4195-AE97-70624554AB82}" presName="hierChild4" presStyleCnt="0"/>
      <dgm:spPr/>
    </dgm:pt>
    <dgm:pt modelId="{1724E584-FD31-46C6-842A-E912E92DAFB3}" type="pres">
      <dgm:prSet presAssocID="{A472EBA8-DE97-4195-AE97-70624554AB82}" presName="hierChild5" presStyleCnt="0"/>
      <dgm:spPr/>
    </dgm:pt>
    <dgm:pt modelId="{128AA7DB-81C6-4638-9716-2C95D275DF9D}" type="pres">
      <dgm:prSet presAssocID="{742EA92D-5390-4ACA-BE91-BDDD2527E371}" presName="hierChild5" presStyleCnt="0"/>
      <dgm:spPr/>
    </dgm:pt>
    <dgm:pt modelId="{FF597A83-A8DD-43FE-A916-C5A8433F5E7E}" type="pres">
      <dgm:prSet presAssocID="{AF8C76C9-EE65-4ED7-8E36-D952CD77D7D1}" presName="Name35" presStyleLbl="parChTrans1D3" presStyleIdx="11" presStyleCnt="39"/>
      <dgm:spPr/>
    </dgm:pt>
    <dgm:pt modelId="{2697F7A4-39ED-4D42-A6D9-C8F75C76EF53}" type="pres">
      <dgm:prSet presAssocID="{D9281838-EF80-4D9D-9068-FCBBC4352630}" presName="hierRoot2" presStyleCnt="0">
        <dgm:presLayoutVars>
          <dgm:hierBranch val="init"/>
        </dgm:presLayoutVars>
      </dgm:prSet>
      <dgm:spPr/>
    </dgm:pt>
    <dgm:pt modelId="{98069301-0D75-4B46-8715-C11BFE9AEB73}" type="pres">
      <dgm:prSet presAssocID="{D9281838-EF80-4D9D-9068-FCBBC4352630}" presName="rootComposite" presStyleCnt="0"/>
      <dgm:spPr/>
    </dgm:pt>
    <dgm:pt modelId="{95D99554-BDE4-4037-B9C4-259D9AD15352}" type="pres">
      <dgm:prSet presAssocID="{D9281838-EF80-4D9D-9068-FCBBC4352630}" presName="rootText" presStyleLbl="node3" presStyleIdx="11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68A50810-EF79-47EB-A066-C3F91C7A4399}" type="pres">
      <dgm:prSet presAssocID="{D9281838-EF80-4D9D-9068-FCBBC4352630}" presName="rootConnector" presStyleLbl="node3" presStyleIdx="11" presStyleCnt="39"/>
      <dgm:spPr/>
    </dgm:pt>
    <dgm:pt modelId="{7CBEEB8F-3F63-49FB-B872-5F93281C1AEA}" type="pres">
      <dgm:prSet presAssocID="{D9281838-EF80-4D9D-9068-FCBBC4352630}" presName="hierChild4" presStyleCnt="0"/>
      <dgm:spPr/>
    </dgm:pt>
    <dgm:pt modelId="{06894582-D5B8-4220-879A-65AB10467796}" type="pres">
      <dgm:prSet presAssocID="{C1089BD5-DC8A-4D13-B32F-CD8C2793AE4A}" presName="Name37" presStyleLbl="parChTrans1D4" presStyleIdx="31" presStyleCnt="122"/>
      <dgm:spPr/>
    </dgm:pt>
    <dgm:pt modelId="{A822EEA4-6BF4-4A1E-9F26-456BF6117386}" type="pres">
      <dgm:prSet presAssocID="{E68945A2-65EC-4A20-9617-C120D8540D94}" presName="hierRoot2" presStyleCnt="0">
        <dgm:presLayoutVars>
          <dgm:hierBranch val="init"/>
        </dgm:presLayoutVars>
      </dgm:prSet>
      <dgm:spPr/>
    </dgm:pt>
    <dgm:pt modelId="{58543EBD-B19F-4A19-8989-F761BE7A7C55}" type="pres">
      <dgm:prSet presAssocID="{E68945A2-65EC-4A20-9617-C120D8540D94}" presName="rootComposite" presStyleCnt="0"/>
      <dgm:spPr/>
    </dgm:pt>
    <dgm:pt modelId="{4178C42E-715D-4170-8FD0-098DF27116D0}" type="pres">
      <dgm:prSet presAssocID="{E68945A2-65EC-4A20-9617-C120D8540D94}" presName="rootText" presStyleLbl="node4" presStyleIdx="3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0A27207-F7A2-4A0B-B2A4-C7A6FDB716D3}" type="pres">
      <dgm:prSet presAssocID="{E68945A2-65EC-4A20-9617-C120D8540D94}" presName="rootConnector" presStyleLbl="node4" presStyleIdx="31" presStyleCnt="122"/>
      <dgm:spPr/>
    </dgm:pt>
    <dgm:pt modelId="{C395D2F3-AC78-4DEB-8B81-6987E65123BA}" type="pres">
      <dgm:prSet presAssocID="{E68945A2-65EC-4A20-9617-C120D8540D94}" presName="hierChild4" presStyleCnt="0"/>
      <dgm:spPr/>
    </dgm:pt>
    <dgm:pt modelId="{FE54B186-0F63-4F57-87A9-ADA40DF7661E}" type="pres">
      <dgm:prSet presAssocID="{E68945A2-65EC-4A20-9617-C120D8540D94}" presName="hierChild5" presStyleCnt="0"/>
      <dgm:spPr/>
    </dgm:pt>
    <dgm:pt modelId="{B01ACA48-B547-4FF2-AB51-39C0603773CC}" type="pres">
      <dgm:prSet presAssocID="{145BE83E-4768-4390-BB87-BEB24416CE8D}" presName="Name37" presStyleLbl="parChTrans1D4" presStyleIdx="32" presStyleCnt="122"/>
      <dgm:spPr/>
    </dgm:pt>
    <dgm:pt modelId="{9E92B8FD-C7BA-4127-BBAE-EDCF0805DDB4}" type="pres">
      <dgm:prSet presAssocID="{F2977A2C-3D79-4496-BB2C-6A637F3509A8}" presName="hierRoot2" presStyleCnt="0">
        <dgm:presLayoutVars>
          <dgm:hierBranch val="init"/>
        </dgm:presLayoutVars>
      </dgm:prSet>
      <dgm:spPr/>
    </dgm:pt>
    <dgm:pt modelId="{A2D46904-5E27-4246-88AC-0E6B3288449C}" type="pres">
      <dgm:prSet presAssocID="{F2977A2C-3D79-4496-BB2C-6A637F3509A8}" presName="rootComposite" presStyleCnt="0"/>
      <dgm:spPr/>
    </dgm:pt>
    <dgm:pt modelId="{A79F21D7-8F4E-4B2C-B928-FD81ED293CEF}" type="pres">
      <dgm:prSet presAssocID="{F2977A2C-3D79-4496-BB2C-6A637F3509A8}" presName="rootText" presStyleLbl="node4" presStyleIdx="3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F692B295-3DC9-48E8-9A76-F57BB70EB69F}" type="pres">
      <dgm:prSet presAssocID="{F2977A2C-3D79-4496-BB2C-6A637F3509A8}" presName="rootConnector" presStyleLbl="node4" presStyleIdx="32" presStyleCnt="122"/>
      <dgm:spPr/>
    </dgm:pt>
    <dgm:pt modelId="{8004CA8A-0678-48E3-919E-480E13F67440}" type="pres">
      <dgm:prSet presAssocID="{F2977A2C-3D79-4496-BB2C-6A637F3509A8}" presName="hierChild4" presStyleCnt="0"/>
      <dgm:spPr/>
    </dgm:pt>
    <dgm:pt modelId="{17D6456B-FA7B-4F4C-8331-982F9B3E6995}" type="pres">
      <dgm:prSet presAssocID="{F2977A2C-3D79-4496-BB2C-6A637F3509A8}" presName="hierChild5" presStyleCnt="0"/>
      <dgm:spPr/>
    </dgm:pt>
    <dgm:pt modelId="{2CD7F774-803D-4C77-8FA5-E94EF33A9519}" type="pres">
      <dgm:prSet presAssocID="{E7F8E750-94F6-4726-97AA-6E7C5D8B03B4}" presName="Name37" presStyleLbl="parChTrans1D4" presStyleIdx="33" presStyleCnt="122"/>
      <dgm:spPr/>
    </dgm:pt>
    <dgm:pt modelId="{26FA98CD-ADDA-4D3E-BB0E-E1CF44EC09CD}" type="pres">
      <dgm:prSet presAssocID="{70238138-88DC-49F1-9558-F883AA1F351E}" presName="hierRoot2" presStyleCnt="0">
        <dgm:presLayoutVars>
          <dgm:hierBranch val="init"/>
        </dgm:presLayoutVars>
      </dgm:prSet>
      <dgm:spPr/>
    </dgm:pt>
    <dgm:pt modelId="{BA7F0DAE-924B-48A1-B3FF-F450DBAC446F}" type="pres">
      <dgm:prSet presAssocID="{70238138-88DC-49F1-9558-F883AA1F351E}" presName="rootComposite" presStyleCnt="0"/>
      <dgm:spPr/>
    </dgm:pt>
    <dgm:pt modelId="{470B9A7C-1D26-4239-A09A-1D3E2F7EF484}" type="pres">
      <dgm:prSet presAssocID="{70238138-88DC-49F1-9558-F883AA1F351E}" presName="rootText" presStyleLbl="node4" presStyleIdx="3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E0C56DB-8461-4C9D-ABD2-7E111BACFC2F}" type="pres">
      <dgm:prSet presAssocID="{70238138-88DC-49F1-9558-F883AA1F351E}" presName="rootConnector" presStyleLbl="node4" presStyleIdx="33" presStyleCnt="122"/>
      <dgm:spPr/>
    </dgm:pt>
    <dgm:pt modelId="{589DF77B-4EE6-4089-947F-324B9CE949E8}" type="pres">
      <dgm:prSet presAssocID="{70238138-88DC-49F1-9558-F883AA1F351E}" presName="hierChild4" presStyleCnt="0"/>
      <dgm:spPr/>
    </dgm:pt>
    <dgm:pt modelId="{69F68771-1769-4B1C-9D38-3646716683BF}" type="pres">
      <dgm:prSet presAssocID="{70238138-88DC-49F1-9558-F883AA1F351E}" presName="hierChild5" presStyleCnt="0"/>
      <dgm:spPr/>
    </dgm:pt>
    <dgm:pt modelId="{8F47B9F9-5D1A-4E3A-B474-0100F9771FF3}" type="pres">
      <dgm:prSet presAssocID="{D9281838-EF80-4D9D-9068-FCBBC4352630}" presName="hierChild5" presStyleCnt="0"/>
      <dgm:spPr/>
    </dgm:pt>
    <dgm:pt modelId="{50D5E12E-1BC5-4485-A337-C37EA73B412D}" type="pres">
      <dgm:prSet presAssocID="{32A7520F-7AA9-4650-BE5F-6ECB178B4B0E}" presName="Name35" presStyleLbl="parChTrans1D3" presStyleIdx="12" presStyleCnt="39"/>
      <dgm:spPr/>
    </dgm:pt>
    <dgm:pt modelId="{E792B374-3AB9-44A0-B78D-62C057036DD3}" type="pres">
      <dgm:prSet presAssocID="{D36D15DD-AF39-41FC-AF73-0A2E602E4F02}" presName="hierRoot2" presStyleCnt="0">
        <dgm:presLayoutVars>
          <dgm:hierBranch val="init"/>
        </dgm:presLayoutVars>
      </dgm:prSet>
      <dgm:spPr/>
    </dgm:pt>
    <dgm:pt modelId="{A33DFAC4-D8A9-4D0F-8A2F-680858663FE7}" type="pres">
      <dgm:prSet presAssocID="{D36D15DD-AF39-41FC-AF73-0A2E602E4F02}" presName="rootComposite" presStyleCnt="0"/>
      <dgm:spPr/>
    </dgm:pt>
    <dgm:pt modelId="{9D8FBD4B-D3BF-4216-A7A4-DBFAD9C4FC5C}" type="pres">
      <dgm:prSet presAssocID="{D36D15DD-AF39-41FC-AF73-0A2E602E4F02}" presName="rootText" presStyleLbl="node3" presStyleIdx="12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1B04038C-8DC9-4DA0-ACBA-4843BEE99469}" type="pres">
      <dgm:prSet presAssocID="{D36D15DD-AF39-41FC-AF73-0A2E602E4F02}" presName="rootConnector" presStyleLbl="node3" presStyleIdx="12" presStyleCnt="39"/>
      <dgm:spPr/>
    </dgm:pt>
    <dgm:pt modelId="{115C836D-99B8-4A08-A75B-32A34EF6C850}" type="pres">
      <dgm:prSet presAssocID="{D36D15DD-AF39-41FC-AF73-0A2E602E4F02}" presName="hierChild4" presStyleCnt="0"/>
      <dgm:spPr/>
    </dgm:pt>
    <dgm:pt modelId="{8D75483F-BD40-45AA-BECC-38C281A51DE1}" type="pres">
      <dgm:prSet presAssocID="{DC046D41-F9A3-48A9-81E1-C87D35C9CB73}" presName="Name37" presStyleLbl="parChTrans1D4" presStyleIdx="34" presStyleCnt="122"/>
      <dgm:spPr/>
    </dgm:pt>
    <dgm:pt modelId="{E4931D1F-B619-48D0-92B3-DEAE66B61923}" type="pres">
      <dgm:prSet presAssocID="{3024D0C7-B312-42C5-A9D1-714F0FE6544C}" presName="hierRoot2" presStyleCnt="0">
        <dgm:presLayoutVars>
          <dgm:hierBranch val="init"/>
        </dgm:presLayoutVars>
      </dgm:prSet>
      <dgm:spPr/>
    </dgm:pt>
    <dgm:pt modelId="{CE3D2CA3-FCC7-485B-94BB-C79F1F48EE11}" type="pres">
      <dgm:prSet presAssocID="{3024D0C7-B312-42C5-A9D1-714F0FE6544C}" presName="rootComposite" presStyleCnt="0"/>
      <dgm:spPr/>
    </dgm:pt>
    <dgm:pt modelId="{3A7116E8-55DB-4FFA-A6BD-64A10FEB84FA}" type="pres">
      <dgm:prSet presAssocID="{3024D0C7-B312-42C5-A9D1-714F0FE6544C}" presName="rootText" presStyleLbl="node4" presStyleIdx="3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73A0262-24B5-419B-A5A1-F93BFED1C3B5}" type="pres">
      <dgm:prSet presAssocID="{3024D0C7-B312-42C5-A9D1-714F0FE6544C}" presName="rootConnector" presStyleLbl="node4" presStyleIdx="34" presStyleCnt="122"/>
      <dgm:spPr/>
    </dgm:pt>
    <dgm:pt modelId="{E24BE463-941C-4BC5-8EBE-E4974AB52184}" type="pres">
      <dgm:prSet presAssocID="{3024D0C7-B312-42C5-A9D1-714F0FE6544C}" presName="hierChild4" presStyleCnt="0"/>
      <dgm:spPr/>
    </dgm:pt>
    <dgm:pt modelId="{44EF70FA-59B9-4EFD-AA56-2A5E16534F24}" type="pres">
      <dgm:prSet presAssocID="{3024D0C7-B312-42C5-A9D1-714F0FE6544C}" presName="hierChild5" presStyleCnt="0"/>
      <dgm:spPr/>
    </dgm:pt>
    <dgm:pt modelId="{A903D021-09FD-4554-9FA7-2027C9E17D44}" type="pres">
      <dgm:prSet presAssocID="{07F4F9CD-A8F2-404C-BB1C-A6CB18AEE87D}" presName="Name37" presStyleLbl="parChTrans1D4" presStyleIdx="35" presStyleCnt="122"/>
      <dgm:spPr/>
    </dgm:pt>
    <dgm:pt modelId="{B73A952B-D844-417D-B811-D39497E50238}" type="pres">
      <dgm:prSet presAssocID="{7724A5CC-82A1-4483-9FDE-9BC5168D2AEE}" presName="hierRoot2" presStyleCnt="0">
        <dgm:presLayoutVars>
          <dgm:hierBranch val="init"/>
        </dgm:presLayoutVars>
      </dgm:prSet>
      <dgm:spPr/>
    </dgm:pt>
    <dgm:pt modelId="{CA76BB70-5A30-4979-BABF-7DC2ED3EB8D0}" type="pres">
      <dgm:prSet presAssocID="{7724A5CC-82A1-4483-9FDE-9BC5168D2AEE}" presName="rootComposite" presStyleCnt="0"/>
      <dgm:spPr/>
    </dgm:pt>
    <dgm:pt modelId="{82A31243-1168-4EF9-9CA2-9A088FC01CF9}" type="pres">
      <dgm:prSet presAssocID="{7724A5CC-82A1-4483-9FDE-9BC5168D2AEE}" presName="rootText" presStyleLbl="node4" presStyleIdx="3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D8C48B6E-74E8-4AE1-90CE-56A23ED22BAA}" type="pres">
      <dgm:prSet presAssocID="{7724A5CC-82A1-4483-9FDE-9BC5168D2AEE}" presName="rootConnector" presStyleLbl="node4" presStyleIdx="35" presStyleCnt="122"/>
      <dgm:spPr/>
    </dgm:pt>
    <dgm:pt modelId="{4AA8C3E0-A34F-421D-B172-0F37034B75EF}" type="pres">
      <dgm:prSet presAssocID="{7724A5CC-82A1-4483-9FDE-9BC5168D2AEE}" presName="hierChild4" presStyleCnt="0"/>
      <dgm:spPr/>
    </dgm:pt>
    <dgm:pt modelId="{F7258776-B2D2-45C2-A3E6-DBFA029C414F}" type="pres">
      <dgm:prSet presAssocID="{7724A5CC-82A1-4483-9FDE-9BC5168D2AEE}" presName="hierChild5" presStyleCnt="0"/>
      <dgm:spPr/>
    </dgm:pt>
    <dgm:pt modelId="{D096C7D7-F2D9-4A9D-B2BA-B3D6EAC8ED2D}" type="pres">
      <dgm:prSet presAssocID="{EE1EC0D0-AEBB-4FF9-A2EB-EC4CE5DDE566}" presName="Name37" presStyleLbl="parChTrans1D4" presStyleIdx="36" presStyleCnt="122"/>
      <dgm:spPr/>
    </dgm:pt>
    <dgm:pt modelId="{BF1C35A0-20D0-4378-BB70-72FB49562F42}" type="pres">
      <dgm:prSet presAssocID="{F19EFBBD-82FF-4971-B93B-9004EFBF43BC}" presName="hierRoot2" presStyleCnt="0">
        <dgm:presLayoutVars>
          <dgm:hierBranch val="init"/>
        </dgm:presLayoutVars>
      </dgm:prSet>
      <dgm:spPr/>
    </dgm:pt>
    <dgm:pt modelId="{92938978-3073-4D91-8B15-EC44C8239B49}" type="pres">
      <dgm:prSet presAssocID="{F19EFBBD-82FF-4971-B93B-9004EFBF43BC}" presName="rootComposite" presStyleCnt="0"/>
      <dgm:spPr/>
    </dgm:pt>
    <dgm:pt modelId="{895D360A-224D-4B40-94B4-312CCB94722C}" type="pres">
      <dgm:prSet presAssocID="{F19EFBBD-82FF-4971-B93B-9004EFBF43BC}" presName="rootText" presStyleLbl="node4" presStyleIdx="3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871E677-40AA-4044-9DDC-16872E57658B}" type="pres">
      <dgm:prSet presAssocID="{F19EFBBD-82FF-4971-B93B-9004EFBF43BC}" presName="rootConnector" presStyleLbl="node4" presStyleIdx="36" presStyleCnt="122"/>
      <dgm:spPr/>
    </dgm:pt>
    <dgm:pt modelId="{7D347E00-7733-4E0C-A0BD-794217E8ADBA}" type="pres">
      <dgm:prSet presAssocID="{F19EFBBD-82FF-4971-B93B-9004EFBF43BC}" presName="hierChild4" presStyleCnt="0"/>
      <dgm:spPr/>
    </dgm:pt>
    <dgm:pt modelId="{1DC11CB7-DC14-4208-8DE0-047BF4185992}" type="pres">
      <dgm:prSet presAssocID="{F19EFBBD-82FF-4971-B93B-9004EFBF43BC}" presName="hierChild5" presStyleCnt="0"/>
      <dgm:spPr/>
    </dgm:pt>
    <dgm:pt modelId="{30B547B4-DC33-48AF-902A-27F4245C1EC5}" type="pres">
      <dgm:prSet presAssocID="{EECDDE57-5A85-400F-8C8D-5AC9E61DA385}" presName="Name37" presStyleLbl="parChTrans1D4" presStyleIdx="37" presStyleCnt="122"/>
      <dgm:spPr/>
    </dgm:pt>
    <dgm:pt modelId="{D1AA2AE5-894F-42D4-A2CD-1B211EA02347}" type="pres">
      <dgm:prSet presAssocID="{63533CAC-DAB2-4170-A9C9-A3625B83AA63}" presName="hierRoot2" presStyleCnt="0">
        <dgm:presLayoutVars>
          <dgm:hierBranch val="init"/>
        </dgm:presLayoutVars>
      </dgm:prSet>
      <dgm:spPr/>
    </dgm:pt>
    <dgm:pt modelId="{14ED850A-F1FE-4823-A78C-9ABF82C5FCD9}" type="pres">
      <dgm:prSet presAssocID="{63533CAC-DAB2-4170-A9C9-A3625B83AA63}" presName="rootComposite" presStyleCnt="0"/>
      <dgm:spPr/>
    </dgm:pt>
    <dgm:pt modelId="{F65588CF-A815-4C84-8157-A3340E4459A3}" type="pres">
      <dgm:prSet presAssocID="{63533CAC-DAB2-4170-A9C9-A3625B83AA63}" presName="rootText" presStyleLbl="node4" presStyleIdx="3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62E6965-44C8-40FB-9F53-B3AAAD86F778}" type="pres">
      <dgm:prSet presAssocID="{63533CAC-DAB2-4170-A9C9-A3625B83AA63}" presName="rootConnector" presStyleLbl="node4" presStyleIdx="37" presStyleCnt="122"/>
      <dgm:spPr/>
    </dgm:pt>
    <dgm:pt modelId="{33B0FEA3-6D36-44C3-BAEE-13D6E71A6850}" type="pres">
      <dgm:prSet presAssocID="{63533CAC-DAB2-4170-A9C9-A3625B83AA63}" presName="hierChild4" presStyleCnt="0"/>
      <dgm:spPr/>
    </dgm:pt>
    <dgm:pt modelId="{26EB4BC8-5E5A-401D-BFAA-F8B935576240}" type="pres">
      <dgm:prSet presAssocID="{63533CAC-DAB2-4170-A9C9-A3625B83AA63}" presName="hierChild5" presStyleCnt="0"/>
      <dgm:spPr/>
    </dgm:pt>
    <dgm:pt modelId="{CC43240C-7318-4821-A992-6D93462C314F}" type="pres">
      <dgm:prSet presAssocID="{D36D15DD-AF39-41FC-AF73-0A2E602E4F02}" presName="hierChild5" presStyleCnt="0"/>
      <dgm:spPr/>
    </dgm:pt>
    <dgm:pt modelId="{5785685B-84F1-4724-8AC6-2B6C19F2F560}" type="pres">
      <dgm:prSet presAssocID="{1645B3C4-1F89-42CD-BD78-B3B658BD90BD}" presName="Name35" presStyleLbl="parChTrans1D3" presStyleIdx="13" presStyleCnt="39"/>
      <dgm:spPr/>
    </dgm:pt>
    <dgm:pt modelId="{9A8C4DDA-C77D-4F9E-B4AA-677E7F5EA4B0}" type="pres">
      <dgm:prSet presAssocID="{E54036C3-6746-4A22-8F0B-28C453A8A206}" presName="hierRoot2" presStyleCnt="0">
        <dgm:presLayoutVars>
          <dgm:hierBranch val="init"/>
        </dgm:presLayoutVars>
      </dgm:prSet>
      <dgm:spPr/>
    </dgm:pt>
    <dgm:pt modelId="{CF7F837C-ED9C-4FBB-90D9-6596CBA44418}" type="pres">
      <dgm:prSet presAssocID="{E54036C3-6746-4A22-8F0B-28C453A8A206}" presName="rootComposite" presStyleCnt="0"/>
      <dgm:spPr/>
    </dgm:pt>
    <dgm:pt modelId="{1F1024CB-4B82-4EA7-A887-74D9DAB0A8B0}" type="pres">
      <dgm:prSet presAssocID="{E54036C3-6746-4A22-8F0B-28C453A8A206}" presName="rootText" presStyleLbl="node3" presStyleIdx="13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CA977D67-7005-4A98-A817-86A1C465D5ED}" type="pres">
      <dgm:prSet presAssocID="{E54036C3-6746-4A22-8F0B-28C453A8A206}" presName="rootConnector" presStyleLbl="node3" presStyleIdx="13" presStyleCnt="39"/>
      <dgm:spPr/>
    </dgm:pt>
    <dgm:pt modelId="{9D0D5D50-F6D6-4A07-AF72-E821088BB693}" type="pres">
      <dgm:prSet presAssocID="{E54036C3-6746-4A22-8F0B-28C453A8A206}" presName="hierChild4" presStyleCnt="0"/>
      <dgm:spPr/>
    </dgm:pt>
    <dgm:pt modelId="{A9653A9F-506D-4B1E-9C88-2D9346B053DE}" type="pres">
      <dgm:prSet presAssocID="{54E8798E-AC1E-4F26-9709-AD0803B711B5}" presName="Name37" presStyleLbl="parChTrans1D4" presStyleIdx="38" presStyleCnt="122"/>
      <dgm:spPr/>
    </dgm:pt>
    <dgm:pt modelId="{51FF8E61-72FC-44EB-B390-448A28DE3535}" type="pres">
      <dgm:prSet presAssocID="{B664DC8E-20F2-4EED-B1D3-A06C250C7F09}" presName="hierRoot2" presStyleCnt="0">
        <dgm:presLayoutVars>
          <dgm:hierBranch val="init"/>
        </dgm:presLayoutVars>
      </dgm:prSet>
      <dgm:spPr/>
    </dgm:pt>
    <dgm:pt modelId="{63EE9049-C5B6-4515-B8B5-9A977F5DE625}" type="pres">
      <dgm:prSet presAssocID="{B664DC8E-20F2-4EED-B1D3-A06C250C7F09}" presName="rootComposite" presStyleCnt="0"/>
      <dgm:spPr/>
    </dgm:pt>
    <dgm:pt modelId="{3A25F344-BD52-4793-86A0-6CF3744D5194}" type="pres">
      <dgm:prSet presAssocID="{B664DC8E-20F2-4EED-B1D3-A06C250C7F09}" presName="rootText" presStyleLbl="node4" presStyleIdx="3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2C609AE-4D0B-4285-ADC0-0173408B4DA9}" type="pres">
      <dgm:prSet presAssocID="{B664DC8E-20F2-4EED-B1D3-A06C250C7F09}" presName="rootConnector" presStyleLbl="node4" presStyleIdx="38" presStyleCnt="122"/>
      <dgm:spPr/>
    </dgm:pt>
    <dgm:pt modelId="{C60E6C09-9085-4C22-BFBB-B5A66AECC1F5}" type="pres">
      <dgm:prSet presAssocID="{B664DC8E-20F2-4EED-B1D3-A06C250C7F09}" presName="hierChild4" presStyleCnt="0"/>
      <dgm:spPr/>
    </dgm:pt>
    <dgm:pt modelId="{E0F429B3-6A21-4A62-ACF5-379A2EF6CA29}" type="pres">
      <dgm:prSet presAssocID="{B664DC8E-20F2-4EED-B1D3-A06C250C7F09}" presName="hierChild5" presStyleCnt="0"/>
      <dgm:spPr/>
    </dgm:pt>
    <dgm:pt modelId="{E1887E96-7798-481C-8911-58E4C16ADEE0}" type="pres">
      <dgm:prSet presAssocID="{B354883F-2EEE-4D1A-B4FE-5E4A89D565F2}" presName="Name37" presStyleLbl="parChTrans1D4" presStyleIdx="39" presStyleCnt="122"/>
      <dgm:spPr/>
    </dgm:pt>
    <dgm:pt modelId="{D4F33DCD-A5DC-4B52-8716-10F1FC22F0F5}" type="pres">
      <dgm:prSet presAssocID="{623351D1-AFE0-42A2-AF9D-452B49805701}" presName="hierRoot2" presStyleCnt="0">
        <dgm:presLayoutVars>
          <dgm:hierBranch val="init"/>
        </dgm:presLayoutVars>
      </dgm:prSet>
      <dgm:spPr/>
    </dgm:pt>
    <dgm:pt modelId="{CC48313C-A8A6-4E3D-85BA-7AF2EBEEA6A9}" type="pres">
      <dgm:prSet presAssocID="{623351D1-AFE0-42A2-AF9D-452B49805701}" presName="rootComposite" presStyleCnt="0"/>
      <dgm:spPr/>
    </dgm:pt>
    <dgm:pt modelId="{9081067F-21EC-43EE-B4E4-DF6EFDA9E2A6}" type="pres">
      <dgm:prSet presAssocID="{623351D1-AFE0-42A2-AF9D-452B49805701}" presName="rootText" presStyleLbl="node4" presStyleIdx="3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6FF5731E-BA02-4E15-9A50-3008912526BA}" type="pres">
      <dgm:prSet presAssocID="{623351D1-AFE0-42A2-AF9D-452B49805701}" presName="rootConnector" presStyleLbl="node4" presStyleIdx="39" presStyleCnt="122"/>
      <dgm:spPr/>
    </dgm:pt>
    <dgm:pt modelId="{3EF7B94B-17E8-42EF-8D8D-4856B218EAC7}" type="pres">
      <dgm:prSet presAssocID="{623351D1-AFE0-42A2-AF9D-452B49805701}" presName="hierChild4" presStyleCnt="0"/>
      <dgm:spPr/>
    </dgm:pt>
    <dgm:pt modelId="{CB5A206F-5B4F-43D3-A140-39AAE584A9A8}" type="pres">
      <dgm:prSet presAssocID="{623351D1-AFE0-42A2-AF9D-452B49805701}" presName="hierChild5" presStyleCnt="0"/>
      <dgm:spPr/>
    </dgm:pt>
    <dgm:pt modelId="{2C0EB640-ED93-4403-A469-FF443F31ABCD}" type="pres">
      <dgm:prSet presAssocID="{9F2829DD-DE01-4032-805D-B264DDF15CF0}" presName="Name37" presStyleLbl="parChTrans1D4" presStyleIdx="40" presStyleCnt="122"/>
      <dgm:spPr/>
    </dgm:pt>
    <dgm:pt modelId="{C25E14C1-A2CB-4996-AF1C-F11C5D203A62}" type="pres">
      <dgm:prSet presAssocID="{6BC147E7-66E5-4F93-BDEC-17EEE486A6A7}" presName="hierRoot2" presStyleCnt="0">
        <dgm:presLayoutVars>
          <dgm:hierBranch val="init"/>
        </dgm:presLayoutVars>
      </dgm:prSet>
      <dgm:spPr/>
    </dgm:pt>
    <dgm:pt modelId="{9A39A641-A485-4B9C-AA73-4B7F72AE08E9}" type="pres">
      <dgm:prSet presAssocID="{6BC147E7-66E5-4F93-BDEC-17EEE486A6A7}" presName="rootComposite" presStyleCnt="0"/>
      <dgm:spPr/>
    </dgm:pt>
    <dgm:pt modelId="{8BD6328C-2A8A-4596-84A9-01D2B1ECBD7A}" type="pres">
      <dgm:prSet presAssocID="{6BC147E7-66E5-4F93-BDEC-17EEE486A6A7}" presName="rootText" presStyleLbl="node4" presStyleIdx="4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C855E86-B8EF-4618-91E8-5CDB6636E3B5}" type="pres">
      <dgm:prSet presAssocID="{6BC147E7-66E5-4F93-BDEC-17EEE486A6A7}" presName="rootConnector" presStyleLbl="node4" presStyleIdx="40" presStyleCnt="122"/>
      <dgm:spPr/>
    </dgm:pt>
    <dgm:pt modelId="{A57EB1D0-0788-45C4-804B-C33A6EC3A9F5}" type="pres">
      <dgm:prSet presAssocID="{6BC147E7-66E5-4F93-BDEC-17EEE486A6A7}" presName="hierChild4" presStyleCnt="0"/>
      <dgm:spPr/>
    </dgm:pt>
    <dgm:pt modelId="{05F7EC0C-F947-45F2-AF6F-119BCF6E5F81}" type="pres">
      <dgm:prSet presAssocID="{6BC147E7-66E5-4F93-BDEC-17EEE486A6A7}" presName="hierChild5" presStyleCnt="0"/>
      <dgm:spPr/>
    </dgm:pt>
    <dgm:pt modelId="{358543DB-164E-4429-B5CE-B197D6F7C1EC}" type="pres">
      <dgm:prSet presAssocID="{72550525-E394-4860-A413-8FB4CA27CD2A}" presName="Name37" presStyleLbl="parChTrans1D4" presStyleIdx="41" presStyleCnt="122"/>
      <dgm:spPr/>
    </dgm:pt>
    <dgm:pt modelId="{737B5EAA-7AEA-4004-B04D-B24CB8FCF9FE}" type="pres">
      <dgm:prSet presAssocID="{58FF33C0-DE45-4F5B-80A3-097091D58511}" presName="hierRoot2" presStyleCnt="0">
        <dgm:presLayoutVars>
          <dgm:hierBranch val="init"/>
        </dgm:presLayoutVars>
      </dgm:prSet>
      <dgm:spPr/>
    </dgm:pt>
    <dgm:pt modelId="{1DE697D0-1D93-4ECE-929E-8C2E658204D4}" type="pres">
      <dgm:prSet presAssocID="{58FF33C0-DE45-4F5B-80A3-097091D58511}" presName="rootComposite" presStyleCnt="0"/>
      <dgm:spPr/>
    </dgm:pt>
    <dgm:pt modelId="{04846A6D-CA24-4A77-91F2-A4805BE7C39D}" type="pres">
      <dgm:prSet presAssocID="{58FF33C0-DE45-4F5B-80A3-097091D58511}" presName="rootText" presStyleLbl="node4" presStyleIdx="4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2D81BE4-2513-4742-BCF4-945DAF313886}" type="pres">
      <dgm:prSet presAssocID="{58FF33C0-DE45-4F5B-80A3-097091D58511}" presName="rootConnector" presStyleLbl="node4" presStyleIdx="41" presStyleCnt="122"/>
      <dgm:spPr/>
    </dgm:pt>
    <dgm:pt modelId="{3E09C45E-2E17-49CA-A53F-37814331F384}" type="pres">
      <dgm:prSet presAssocID="{58FF33C0-DE45-4F5B-80A3-097091D58511}" presName="hierChild4" presStyleCnt="0"/>
      <dgm:spPr/>
    </dgm:pt>
    <dgm:pt modelId="{1C185B74-D22E-4497-8E0E-3103513709E0}" type="pres">
      <dgm:prSet presAssocID="{58FF33C0-DE45-4F5B-80A3-097091D58511}" presName="hierChild5" presStyleCnt="0"/>
      <dgm:spPr/>
    </dgm:pt>
    <dgm:pt modelId="{96DC383A-3B2C-439F-B25E-79C5CF496D01}" type="pres">
      <dgm:prSet presAssocID="{9DF9E3C2-ECC8-4548-81CA-7BF926A211CF}" presName="Name37" presStyleLbl="parChTrans1D4" presStyleIdx="42" presStyleCnt="122"/>
      <dgm:spPr/>
    </dgm:pt>
    <dgm:pt modelId="{0274BA00-023D-4982-9446-74EF9DD62430}" type="pres">
      <dgm:prSet presAssocID="{B9DC4626-7B1C-4D07-9034-CD3D9D823568}" presName="hierRoot2" presStyleCnt="0">
        <dgm:presLayoutVars>
          <dgm:hierBranch val="init"/>
        </dgm:presLayoutVars>
      </dgm:prSet>
      <dgm:spPr/>
    </dgm:pt>
    <dgm:pt modelId="{4CE1AB25-198A-4B3D-B2E1-B5FA0F0E6645}" type="pres">
      <dgm:prSet presAssocID="{B9DC4626-7B1C-4D07-9034-CD3D9D823568}" presName="rootComposite" presStyleCnt="0"/>
      <dgm:spPr/>
    </dgm:pt>
    <dgm:pt modelId="{CF33084D-290E-4686-94B0-5B0CF4C58AFB}" type="pres">
      <dgm:prSet presAssocID="{B9DC4626-7B1C-4D07-9034-CD3D9D823568}" presName="rootText" presStyleLbl="node4" presStyleIdx="4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00B7D04D-F73F-462A-A5F6-58D6D33830AC}" type="pres">
      <dgm:prSet presAssocID="{B9DC4626-7B1C-4D07-9034-CD3D9D823568}" presName="rootConnector" presStyleLbl="node4" presStyleIdx="42" presStyleCnt="122"/>
      <dgm:spPr/>
    </dgm:pt>
    <dgm:pt modelId="{ABD682C5-B45A-40A9-8957-241E2B56BC4E}" type="pres">
      <dgm:prSet presAssocID="{B9DC4626-7B1C-4D07-9034-CD3D9D823568}" presName="hierChild4" presStyleCnt="0"/>
      <dgm:spPr/>
    </dgm:pt>
    <dgm:pt modelId="{9C052B6D-86A6-44E9-A97F-6204E8D1350F}" type="pres">
      <dgm:prSet presAssocID="{B9DC4626-7B1C-4D07-9034-CD3D9D823568}" presName="hierChild5" presStyleCnt="0"/>
      <dgm:spPr/>
    </dgm:pt>
    <dgm:pt modelId="{97CB158E-0003-4167-8247-1D1A689331B2}" type="pres">
      <dgm:prSet presAssocID="{46EFE18F-7C25-4A1C-9A43-2C128B83AA05}" presName="Name37" presStyleLbl="parChTrans1D4" presStyleIdx="43" presStyleCnt="122"/>
      <dgm:spPr/>
    </dgm:pt>
    <dgm:pt modelId="{487A6A8C-F40D-440B-933E-3B8F4414145B}" type="pres">
      <dgm:prSet presAssocID="{0E44B39A-0FBC-4484-831A-F96F9BCD4197}" presName="hierRoot2" presStyleCnt="0">
        <dgm:presLayoutVars>
          <dgm:hierBranch val="init"/>
        </dgm:presLayoutVars>
      </dgm:prSet>
      <dgm:spPr/>
    </dgm:pt>
    <dgm:pt modelId="{43F3157B-6083-4176-96F4-BDD78067B73A}" type="pres">
      <dgm:prSet presAssocID="{0E44B39A-0FBC-4484-831A-F96F9BCD4197}" presName="rootComposite" presStyleCnt="0"/>
      <dgm:spPr/>
    </dgm:pt>
    <dgm:pt modelId="{0FF1E997-4D8E-4AFB-9BE6-462D98A8DCA1}" type="pres">
      <dgm:prSet presAssocID="{0E44B39A-0FBC-4484-831A-F96F9BCD4197}" presName="rootText" presStyleLbl="node4" presStyleIdx="43" presStyleCnt="122">
        <dgm:presLayoutVars>
          <dgm:chPref val="3"/>
        </dgm:presLayoutVars>
      </dgm:prSet>
      <dgm:spPr>
        <a:xfrm>
          <a:off x="13791502" y="4961697"/>
          <a:ext cx="861672" cy="430836"/>
        </a:xfrm>
        <a:prstGeom prst="roundRect">
          <a:avLst/>
        </a:prstGeom>
      </dgm:spPr>
    </dgm:pt>
    <dgm:pt modelId="{B890B22F-1A8D-4C77-B89F-409BEF19FD6E}" type="pres">
      <dgm:prSet presAssocID="{0E44B39A-0FBC-4484-831A-F96F9BCD4197}" presName="rootConnector" presStyleLbl="node4" presStyleIdx="43" presStyleCnt="122"/>
      <dgm:spPr/>
    </dgm:pt>
    <dgm:pt modelId="{297899F8-04C7-43C5-B885-AB4A010F122F}" type="pres">
      <dgm:prSet presAssocID="{0E44B39A-0FBC-4484-831A-F96F9BCD4197}" presName="hierChild4" presStyleCnt="0"/>
      <dgm:spPr/>
    </dgm:pt>
    <dgm:pt modelId="{88F40C92-0177-4136-AE61-F3E9E8BC5CB1}" type="pres">
      <dgm:prSet presAssocID="{0E44B39A-0FBC-4484-831A-F96F9BCD4197}" presName="hierChild5" presStyleCnt="0"/>
      <dgm:spPr/>
    </dgm:pt>
    <dgm:pt modelId="{066D10EF-132E-4B48-ABD8-822A6E71FF74}" type="pres">
      <dgm:prSet presAssocID="{847A13EF-AB14-4C87-BCB9-1226E95E4A6D}" presName="Name37" presStyleLbl="parChTrans1D4" presStyleIdx="44" presStyleCnt="122"/>
      <dgm:spPr/>
    </dgm:pt>
    <dgm:pt modelId="{24E8D1F5-EADE-46A3-812C-7B5B33FD982F}" type="pres">
      <dgm:prSet presAssocID="{ABF22A80-BD80-4E90-ADC7-EAEDE1524FC3}" presName="hierRoot2" presStyleCnt="0">
        <dgm:presLayoutVars>
          <dgm:hierBranch val="init"/>
        </dgm:presLayoutVars>
      </dgm:prSet>
      <dgm:spPr/>
    </dgm:pt>
    <dgm:pt modelId="{5760864A-9C2D-4A7D-BD28-93655D25DC9B}" type="pres">
      <dgm:prSet presAssocID="{ABF22A80-BD80-4E90-ADC7-EAEDE1524FC3}" presName="rootComposite" presStyleCnt="0"/>
      <dgm:spPr/>
    </dgm:pt>
    <dgm:pt modelId="{AD6891F7-C29A-45DA-B0BE-89E4B13C0D0D}" type="pres">
      <dgm:prSet presAssocID="{ABF22A80-BD80-4E90-ADC7-EAEDE1524FC3}" presName="rootText" presStyleLbl="node4" presStyleIdx="4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DF2CA55-4CF9-44A3-8D78-DFAC84F27949}" type="pres">
      <dgm:prSet presAssocID="{ABF22A80-BD80-4E90-ADC7-EAEDE1524FC3}" presName="rootConnector" presStyleLbl="node4" presStyleIdx="44" presStyleCnt="122"/>
      <dgm:spPr/>
    </dgm:pt>
    <dgm:pt modelId="{CEB1098C-D9EB-4122-896C-9947CE67953C}" type="pres">
      <dgm:prSet presAssocID="{ABF22A80-BD80-4E90-ADC7-EAEDE1524FC3}" presName="hierChild4" presStyleCnt="0"/>
      <dgm:spPr/>
    </dgm:pt>
    <dgm:pt modelId="{8F10763D-EA3E-459E-A3F3-13ABE5FDEFCC}" type="pres">
      <dgm:prSet presAssocID="{ABF22A80-BD80-4E90-ADC7-EAEDE1524FC3}" presName="hierChild5" presStyleCnt="0"/>
      <dgm:spPr/>
    </dgm:pt>
    <dgm:pt modelId="{193F19FF-5A79-4531-AD73-9938403F3EEB}" type="pres">
      <dgm:prSet presAssocID="{E54036C3-6746-4A22-8F0B-28C453A8A206}" presName="hierChild5" presStyleCnt="0"/>
      <dgm:spPr/>
    </dgm:pt>
    <dgm:pt modelId="{D885C264-A601-47D1-9C8E-0021B0A70B11}" type="pres">
      <dgm:prSet presAssocID="{C197409B-43C9-4782-8DFA-D12BA3951A8F}" presName="hierChild5" presStyleCnt="0"/>
      <dgm:spPr/>
    </dgm:pt>
    <dgm:pt modelId="{86E13E42-F057-434E-B579-481CA7B94437}" type="pres">
      <dgm:prSet presAssocID="{000B6A64-643C-4E2A-A61B-79DD042015E8}" presName="Name37" presStyleLbl="parChTrans1D2" presStyleIdx="4" presStyleCnt="11"/>
      <dgm:spPr/>
    </dgm:pt>
    <dgm:pt modelId="{42DAF240-C07A-4F1B-B13F-C016AEED4103}" type="pres">
      <dgm:prSet presAssocID="{B5EAFD24-138C-4289-9CEC-2FF28D17F13E}" presName="hierRoot2" presStyleCnt="0">
        <dgm:presLayoutVars>
          <dgm:hierBranch/>
        </dgm:presLayoutVars>
      </dgm:prSet>
      <dgm:spPr/>
    </dgm:pt>
    <dgm:pt modelId="{8DEDF2BC-BC9E-4596-A042-317A447A4EE2}" type="pres">
      <dgm:prSet presAssocID="{B5EAFD24-138C-4289-9CEC-2FF28D17F13E}" presName="rootComposite" presStyleCnt="0"/>
      <dgm:spPr/>
    </dgm:pt>
    <dgm:pt modelId="{7855F607-F649-4A1C-8242-CFD0F5997E1C}" type="pres">
      <dgm:prSet presAssocID="{B5EAFD24-138C-4289-9CEC-2FF28D17F13E}" presName="rootText" presStyleLbl="node2" presStyleIdx="4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6AFC621E-F1AB-4C61-9E8C-F285ADE6FC8B}" type="pres">
      <dgm:prSet presAssocID="{B5EAFD24-138C-4289-9CEC-2FF28D17F13E}" presName="rootConnector" presStyleLbl="node2" presStyleIdx="4" presStyleCnt="11"/>
      <dgm:spPr/>
    </dgm:pt>
    <dgm:pt modelId="{21681BE9-64A4-47CF-9DF9-5334A3699528}" type="pres">
      <dgm:prSet presAssocID="{B5EAFD24-138C-4289-9CEC-2FF28D17F13E}" presName="hierChild4" presStyleCnt="0"/>
      <dgm:spPr/>
    </dgm:pt>
    <dgm:pt modelId="{247CD818-7674-4D57-AB33-31FE508BDF1B}" type="pres">
      <dgm:prSet presAssocID="{19AC1FBF-DD4D-4490-A337-D738B9732BF6}" presName="Name35" presStyleLbl="parChTrans1D3" presStyleIdx="14" presStyleCnt="39"/>
      <dgm:spPr/>
    </dgm:pt>
    <dgm:pt modelId="{1A74D002-44B0-4F5A-B4BC-E25E3E6EC622}" type="pres">
      <dgm:prSet presAssocID="{FCDC869E-C208-4BF0-99F9-5E254CA23CAA}" presName="hierRoot2" presStyleCnt="0">
        <dgm:presLayoutVars>
          <dgm:hierBranch val="init"/>
        </dgm:presLayoutVars>
      </dgm:prSet>
      <dgm:spPr/>
    </dgm:pt>
    <dgm:pt modelId="{285DFB10-865C-4289-98FF-52669FF52422}" type="pres">
      <dgm:prSet presAssocID="{FCDC869E-C208-4BF0-99F9-5E254CA23CAA}" presName="rootComposite" presStyleCnt="0"/>
      <dgm:spPr/>
    </dgm:pt>
    <dgm:pt modelId="{19CB1FD8-9285-4ADD-B1F1-181A7349059E}" type="pres">
      <dgm:prSet presAssocID="{FCDC869E-C208-4BF0-99F9-5E254CA23CAA}" presName="rootText" presStyleLbl="node3" presStyleIdx="14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D35EB01D-966B-4D17-8502-348BFB1861C8}" type="pres">
      <dgm:prSet presAssocID="{FCDC869E-C208-4BF0-99F9-5E254CA23CAA}" presName="rootConnector" presStyleLbl="node3" presStyleIdx="14" presStyleCnt="39"/>
      <dgm:spPr/>
    </dgm:pt>
    <dgm:pt modelId="{0A4AC4B4-F2E9-42A7-8303-5FAA3302024A}" type="pres">
      <dgm:prSet presAssocID="{FCDC869E-C208-4BF0-99F9-5E254CA23CAA}" presName="hierChild4" presStyleCnt="0"/>
      <dgm:spPr/>
    </dgm:pt>
    <dgm:pt modelId="{3324FBE3-9BEB-46D9-A58B-93EECA65436A}" type="pres">
      <dgm:prSet presAssocID="{E606B9F1-0536-47A6-B3EC-EC714231E7D5}" presName="Name37" presStyleLbl="parChTrans1D4" presStyleIdx="45" presStyleCnt="122"/>
      <dgm:spPr/>
    </dgm:pt>
    <dgm:pt modelId="{1072544B-1412-4638-B230-64F1104CEEA5}" type="pres">
      <dgm:prSet presAssocID="{C155DD5D-EBE4-4599-BA1D-A2ECF96C2C4E}" presName="hierRoot2" presStyleCnt="0">
        <dgm:presLayoutVars>
          <dgm:hierBranch val="init"/>
        </dgm:presLayoutVars>
      </dgm:prSet>
      <dgm:spPr/>
    </dgm:pt>
    <dgm:pt modelId="{65F424EF-1889-423A-A781-B18C6F79C5A7}" type="pres">
      <dgm:prSet presAssocID="{C155DD5D-EBE4-4599-BA1D-A2ECF96C2C4E}" presName="rootComposite" presStyleCnt="0"/>
      <dgm:spPr/>
    </dgm:pt>
    <dgm:pt modelId="{18893D27-85FD-4D81-986A-FAE256AE5283}" type="pres">
      <dgm:prSet presAssocID="{C155DD5D-EBE4-4599-BA1D-A2ECF96C2C4E}" presName="rootText" presStyleLbl="node4" presStyleIdx="4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2D7F202-65BC-4BA4-8078-EF2743C14C10}" type="pres">
      <dgm:prSet presAssocID="{C155DD5D-EBE4-4599-BA1D-A2ECF96C2C4E}" presName="rootConnector" presStyleLbl="node4" presStyleIdx="45" presStyleCnt="122"/>
      <dgm:spPr/>
    </dgm:pt>
    <dgm:pt modelId="{2C287BD5-B9BC-4AB1-B079-8751F62C26AF}" type="pres">
      <dgm:prSet presAssocID="{C155DD5D-EBE4-4599-BA1D-A2ECF96C2C4E}" presName="hierChild4" presStyleCnt="0"/>
      <dgm:spPr/>
    </dgm:pt>
    <dgm:pt modelId="{A9ADF873-3483-49B1-9CAA-00853A3BE89B}" type="pres">
      <dgm:prSet presAssocID="{C155DD5D-EBE4-4599-BA1D-A2ECF96C2C4E}" presName="hierChild5" presStyleCnt="0"/>
      <dgm:spPr/>
    </dgm:pt>
    <dgm:pt modelId="{3A54350E-1853-47D7-9582-F36806928C54}" type="pres">
      <dgm:prSet presAssocID="{127A3853-3ADA-40B5-9802-A301182A78DE}" presName="Name37" presStyleLbl="parChTrans1D4" presStyleIdx="46" presStyleCnt="122"/>
      <dgm:spPr/>
    </dgm:pt>
    <dgm:pt modelId="{5EED9F7F-E52D-4ED4-8647-F7EB32FD32F2}" type="pres">
      <dgm:prSet presAssocID="{68B745C4-2643-411D-92EC-51F62BE6E650}" presName="hierRoot2" presStyleCnt="0">
        <dgm:presLayoutVars>
          <dgm:hierBranch val="init"/>
        </dgm:presLayoutVars>
      </dgm:prSet>
      <dgm:spPr/>
    </dgm:pt>
    <dgm:pt modelId="{AFBCE0E9-D2D4-454F-94C8-3D603C19DF61}" type="pres">
      <dgm:prSet presAssocID="{68B745C4-2643-411D-92EC-51F62BE6E650}" presName="rootComposite" presStyleCnt="0"/>
      <dgm:spPr/>
    </dgm:pt>
    <dgm:pt modelId="{C6C87969-582C-41D0-8E0F-144F6D275CFE}" type="pres">
      <dgm:prSet presAssocID="{68B745C4-2643-411D-92EC-51F62BE6E650}" presName="rootText" presStyleLbl="node4" presStyleIdx="4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B179755-1D6C-4FB0-B1C5-A8F5712C0B75}" type="pres">
      <dgm:prSet presAssocID="{68B745C4-2643-411D-92EC-51F62BE6E650}" presName="rootConnector" presStyleLbl="node4" presStyleIdx="46" presStyleCnt="122"/>
      <dgm:spPr/>
    </dgm:pt>
    <dgm:pt modelId="{A46A7A0F-6B43-4630-B307-08B29F0F8096}" type="pres">
      <dgm:prSet presAssocID="{68B745C4-2643-411D-92EC-51F62BE6E650}" presName="hierChild4" presStyleCnt="0"/>
      <dgm:spPr/>
    </dgm:pt>
    <dgm:pt modelId="{0BA9C5A2-0FA9-49F0-A4EB-F0968510DE5E}" type="pres">
      <dgm:prSet presAssocID="{68B745C4-2643-411D-92EC-51F62BE6E650}" presName="hierChild5" presStyleCnt="0"/>
      <dgm:spPr/>
    </dgm:pt>
    <dgm:pt modelId="{064CFD7C-9725-4F00-82DC-366101390351}" type="pres">
      <dgm:prSet presAssocID="{FCDC869E-C208-4BF0-99F9-5E254CA23CAA}" presName="hierChild5" presStyleCnt="0"/>
      <dgm:spPr/>
    </dgm:pt>
    <dgm:pt modelId="{6473B8B7-D903-4BEB-8078-48BD33B06A84}" type="pres">
      <dgm:prSet presAssocID="{7DE0C703-D90C-481C-A9DB-2D1475C52B88}" presName="Name35" presStyleLbl="parChTrans1D3" presStyleIdx="15" presStyleCnt="39"/>
      <dgm:spPr/>
    </dgm:pt>
    <dgm:pt modelId="{EF503902-C85B-4590-A429-09342BC760B7}" type="pres">
      <dgm:prSet presAssocID="{90B38AC3-B8C1-49CC-9D03-E92A35A801C1}" presName="hierRoot2" presStyleCnt="0">
        <dgm:presLayoutVars>
          <dgm:hierBranch val="init"/>
        </dgm:presLayoutVars>
      </dgm:prSet>
      <dgm:spPr/>
    </dgm:pt>
    <dgm:pt modelId="{9277B929-85C7-47FA-AE64-F3EDC4B6C29F}" type="pres">
      <dgm:prSet presAssocID="{90B38AC3-B8C1-49CC-9D03-E92A35A801C1}" presName="rootComposite" presStyleCnt="0"/>
      <dgm:spPr/>
    </dgm:pt>
    <dgm:pt modelId="{3C069D16-5F26-4666-927B-E8E99D25D0C4}" type="pres">
      <dgm:prSet presAssocID="{90B38AC3-B8C1-49CC-9D03-E92A35A801C1}" presName="rootText" presStyleLbl="node3" presStyleIdx="15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48A5C700-C21B-44E0-B506-D56EA2BF2F63}" type="pres">
      <dgm:prSet presAssocID="{90B38AC3-B8C1-49CC-9D03-E92A35A801C1}" presName="rootConnector" presStyleLbl="node3" presStyleIdx="15" presStyleCnt="39"/>
      <dgm:spPr/>
    </dgm:pt>
    <dgm:pt modelId="{341D18BB-AB95-4D7D-BCF9-07FCBC47E408}" type="pres">
      <dgm:prSet presAssocID="{90B38AC3-B8C1-49CC-9D03-E92A35A801C1}" presName="hierChild4" presStyleCnt="0"/>
      <dgm:spPr/>
    </dgm:pt>
    <dgm:pt modelId="{0B6A3BD1-EA7E-427B-9972-9053F8B84B7C}" type="pres">
      <dgm:prSet presAssocID="{7755451C-2BD3-44C4-8DB6-1BFB663EABF0}" presName="Name37" presStyleLbl="parChTrans1D4" presStyleIdx="47" presStyleCnt="122"/>
      <dgm:spPr/>
    </dgm:pt>
    <dgm:pt modelId="{40134D81-F7E8-4D4D-ACD4-9DA2FA15D808}" type="pres">
      <dgm:prSet presAssocID="{9441E866-1728-4D45-ACB9-BFBA07849021}" presName="hierRoot2" presStyleCnt="0">
        <dgm:presLayoutVars>
          <dgm:hierBranch val="init"/>
        </dgm:presLayoutVars>
      </dgm:prSet>
      <dgm:spPr/>
    </dgm:pt>
    <dgm:pt modelId="{25AE3D51-80FB-4915-AF95-177A2B9F35DD}" type="pres">
      <dgm:prSet presAssocID="{9441E866-1728-4D45-ACB9-BFBA07849021}" presName="rootComposite" presStyleCnt="0"/>
      <dgm:spPr/>
    </dgm:pt>
    <dgm:pt modelId="{68BC0370-760A-493D-8475-5B55B90884DD}" type="pres">
      <dgm:prSet presAssocID="{9441E866-1728-4D45-ACB9-BFBA07849021}" presName="rootText" presStyleLbl="node4" presStyleIdx="4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1C05B3F-A229-4C01-9B8B-F15366A44256}" type="pres">
      <dgm:prSet presAssocID="{9441E866-1728-4D45-ACB9-BFBA07849021}" presName="rootConnector" presStyleLbl="node4" presStyleIdx="47" presStyleCnt="122"/>
      <dgm:spPr/>
    </dgm:pt>
    <dgm:pt modelId="{5367CD27-0717-4B18-A2CB-E8927D9FFC20}" type="pres">
      <dgm:prSet presAssocID="{9441E866-1728-4D45-ACB9-BFBA07849021}" presName="hierChild4" presStyleCnt="0"/>
      <dgm:spPr/>
    </dgm:pt>
    <dgm:pt modelId="{4CC6CAB2-99AC-4A08-A041-B3E9AB31F5B5}" type="pres">
      <dgm:prSet presAssocID="{9441E866-1728-4D45-ACB9-BFBA07849021}" presName="hierChild5" presStyleCnt="0"/>
      <dgm:spPr/>
    </dgm:pt>
    <dgm:pt modelId="{53317CB7-E4EB-48C9-8876-3045CD5C06AB}" type="pres">
      <dgm:prSet presAssocID="{2B6D4E26-B392-4BFD-885F-A08A7D0AA3EB}" presName="Name37" presStyleLbl="parChTrans1D4" presStyleIdx="48" presStyleCnt="122"/>
      <dgm:spPr/>
    </dgm:pt>
    <dgm:pt modelId="{EDF7A0BC-6B9C-4FC9-B5BD-9FE5E82AB47D}" type="pres">
      <dgm:prSet presAssocID="{7B53DEC9-5DC1-4531-8DFE-0DECCE8D0961}" presName="hierRoot2" presStyleCnt="0">
        <dgm:presLayoutVars>
          <dgm:hierBranch val="init"/>
        </dgm:presLayoutVars>
      </dgm:prSet>
      <dgm:spPr/>
    </dgm:pt>
    <dgm:pt modelId="{E8AC61BF-8952-438E-B50E-89D33B42D28F}" type="pres">
      <dgm:prSet presAssocID="{7B53DEC9-5DC1-4531-8DFE-0DECCE8D0961}" presName="rootComposite" presStyleCnt="0"/>
      <dgm:spPr/>
    </dgm:pt>
    <dgm:pt modelId="{8D83F992-CFFD-4F04-9711-C128DE347E1C}" type="pres">
      <dgm:prSet presAssocID="{7B53DEC9-5DC1-4531-8DFE-0DECCE8D0961}" presName="rootText" presStyleLbl="node4" presStyleIdx="4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CEC53A9-1BB8-4ED1-BBB0-2608EE3B26B9}" type="pres">
      <dgm:prSet presAssocID="{7B53DEC9-5DC1-4531-8DFE-0DECCE8D0961}" presName="rootConnector" presStyleLbl="node4" presStyleIdx="48" presStyleCnt="122"/>
      <dgm:spPr/>
    </dgm:pt>
    <dgm:pt modelId="{5F483764-8794-49F8-86D4-3E4A285B3A51}" type="pres">
      <dgm:prSet presAssocID="{7B53DEC9-5DC1-4531-8DFE-0DECCE8D0961}" presName="hierChild4" presStyleCnt="0"/>
      <dgm:spPr/>
    </dgm:pt>
    <dgm:pt modelId="{EF5622A8-78DC-489B-B9B8-6EF875EB4E59}" type="pres">
      <dgm:prSet presAssocID="{7B53DEC9-5DC1-4531-8DFE-0DECCE8D0961}" presName="hierChild5" presStyleCnt="0"/>
      <dgm:spPr/>
    </dgm:pt>
    <dgm:pt modelId="{AFAC94F1-8541-41D4-A295-3A264E413962}" type="pres">
      <dgm:prSet presAssocID="{12E1743D-C98A-482D-A960-BE09BA866259}" presName="Name37" presStyleLbl="parChTrans1D4" presStyleIdx="49" presStyleCnt="122"/>
      <dgm:spPr/>
    </dgm:pt>
    <dgm:pt modelId="{1667F988-3097-4F48-AB0A-C90EC68FE84B}" type="pres">
      <dgm:prSet presAssocID="{76F9CFCC-845A-4058-894E-E88A73819224}" presName="hierRoot2" presStyleCnt="0">
        <dgm:presLayoutVars>
          <dgm:hierBranch val="init"/>
        </dgm:presLayoutVars>
      </dgm:prSet>
      <dgm:spPr/>
    </dgm:pt>
    <dgm:pt modelId="{29BD196D-8ED1-4693-8E2B-7CCDBCDA67C7}" type="pres">
      <dgm:prSet presAssocID="{76F9CFCC-845A-4058-894E-E88A73819224}" presName="rootComposite" presStyleCnt="0"/>
      <dgm:spPr/>
    </dgm:pt>
    <dgm:pt modelId="{62BDE472-D2E5-4D98-8065-8A8AA00A3FCB}" type="pres">
      <dgm:prSet presAssocID="{76F9CFCC-845A-4058-894E-E88A73819224}" presName="rootText" presStyleLbl="node4" presStyleIdx="4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7B9D866-DE2F-4EB9-ACAA-79E910BB2B6B}" type="pres">
      <dgm:prSet presAssocID="{76F9CFCC-845A-4058-894E-E88A73819224}" presName="rootConnector" presStyleLbl="node4" presStyleIdx="49" presStyleCnt="122"/>
      <dgm:spPr/>
    </dgm:pt>
    <dgm:pt modelId="{7BCC0AB1-8284-4E5D-99C8-24CB2FC95500}" type="pres">
      <dgm:prSet presAssocID="{76F9CFCC-845A-4058-894E-E88A73819224}" presName="hierChild4" presStyleCnt="0"/>
      <dgm:spPr/>
    </dgm:pt>
    <dgm:pt modelId="{BA599DA7-1258-4861-8A29-126D310C50CC}" type="pres">
      <dgm:prSet presAssocID="{76F9CFCC-845A-4058-894E-E88A73819224}" presName="hierChild5" presStyleCnt="0"/>
      <dgm:spPr/>
    </dgm:pt>
    <dgm:pt modelId="{94B64E74-A212-44DD-A42A-FEA19829527D}" type="pres">
      <dgm:prSet presAssocID="{90B38AC3-B8C1-49CC-9D03-E92A35A801C1}" presName="hierChild5" presStyleCnt="0"/>
      <dgm:spPr/>
    </dgm:pt>
    <dgm:pt modelId="{F9F03A6C-1786-47A0-89C2-500A7F9ACE9C}" type="pres">
      <dgm:prSet presAssocID="{B5EAFD24-138C-4289-9CEC-2FF28D17F13E}" presName="hierChild5" presStyleCnt="0"/>
      <dgm:spPr/>
    </dgm:pt>
    <dgm:pt modelId="{23F65F17-5CF9-4BCB-98DA-E50DCE4F89EE}" type="pres">
      <dgm:prSet presAssocID="{DC4E5879-222B-49AB-B838-34428BCF6E93}" presName="Name37" presStyleLbl="parChTrans1D2" presStyleIdx="5" presStyleCnt="11"/>
      <dgm:spPr/>
    </dgm:pt>
    <dgm:pt modelId="{946FE5AE-943F-4A5D-BE9A-C10DEEA72389}" type="pres">
      <dgm:prSet presAssocID="{201FC444-B1A2-4AA6-830D-6E060318B78F}" presName="hierRoot2" presStyleCnt="0">
        <dgm:presLayoutVars>
          <dgm:hierBranch/>
        </dgm:presLayoutVars>
      </dgm:prSet>
      <dgm:spPr/>
    </dgm:pt>
    <dgm:pt modelId="{995173BC-9087-4AF5-8954-53C3600EEAF8}" type="pres">
      <dgm:prSet presAssocID="{201FC444-B1A2-4AA6-830D-6E060318B78F}" presName="rootComposite" presStyleCnt="0"/>
      <dgm:spPr/>
    </dgm:pt>
    <dgm:pt modelId="{DF57A70F-4118-425C-B49E-9AE0F399B300}" type="pres">
      <dgm:prSet presAssocID="{201FC444-B1A2-4AA6-830D-6E060318B78F}" presName="rootText" presStyleLbl="node2" presStyleIdx="5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306EC41F-EF42-446B-BBFE-BF3ECF409250}" type="pres">
      <dgm:prSet presAssocID="{201FC444-B1A2-4AA6-830D-6E060318B78F}" presName="rootConnector" presStyleLbl="node2" presStyleIdx="5" presStyleCnt="11"/>
      <dgm:spPr/>
    </dgm:pt>
    <dgm:pt modelId="{7CF74E5A-D16B-4021-9B2C-DD5DE0918F40}" type="pres">
      <dgm:prSet presAssocID="{201FC444-B1A2-4AA6-830D-6E060318B78F}" presName="hierChild4" presStyleCnt="0"/>
      <dgm:spPr/>
    </dgm:pt>
    <dgm:pt modelId="{015A0A70-6F5B-4026-A646-09379C8C9E14}" type="pres">
      <dgm:prSet presAssocID="{DF9F473D-2137-4586-AAAB-63130AE8BF35}" presName="Name35" presStyleLbl="parChTrans1D3" presStyleIdx="16" presStyleCnt="39"/>
      <dgm:spPr/>
    </dgm:pt>
    <dgm:pt modelId="{543F9022-A62E-4217-AB5D-6E1C4F1143A5}" type="pres">
      <dgm:prSet presAssocID="{7FD3668C-F688-4AD9-B427-37BC95ED4DAB}" presName="hierRoot2" presStyleCnt="0">
        <dgm:presLayoutVars>
          <dgm:hierBranch val="init"/>
        </dgm:presLayoutVars>
      </dgm:prSet>
      <dgm:spPr/>
    </dgm:pt>
    <dgm:pt modelId="{C92112E1-78F9-4448-81A3-5C9259A9746A}" type="pres">
      <dgm:prSet presAssocID="{7FD3668C-F688-4AD9-B427-37BC95ED4DAB}" presName="rootComposite" presStyleCnt="0"/>
      <dgm:spPr/>
    </dgm:pt>
    <dgm:pt modelId="{EF02F379-6705-4358-BAEA-38F31EDF02C5}" type="pres">
      <dgm:prSet presAssocID="{7FD3668C-F688-4AD9-B427-37BC95ED4DAB}" presName="rootText" presStyleLbl="node3" presStyleIdx="16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30E92D82-93E1-4C71-8848-7FBC250CD8B4}" type="pres">
      <dgm:prSet presAssocID="{7FD3668C-F688-4AD9-B427-37BC95ED4DAB}" presName="rootConnector" presStyleLbl="node3" presStyleIdx="16" presStyleCnt="39"/>
      <dgm:spPr/>
    </dgm:pt>
    <dgm:pt modelId="{7310FC5E-C841-4BB3-B86F-1300B0620628}" type="pres">
      <dgm:prSet presAssocID="{7FD3668C-F688-4AD9-B427-37BC95ED4DAB}" presName="hierChild4" presStyleCnt="0"/>
      <dgm:spPr/>
    </dgm:pt>
    <dgm:pt modelId="{4A98F412-6FB3-4F70-A393-D70F0A6E36FC}" type="pres">
      <dgm:prSet presAssocID="{66272C57-01D4-488E-B6B5-8000701FC177}" presName="Name37" presStyleLbl="parChTrans1D4" presStyleIdx="50" presStyleCnt="122"/>
      <dgm:spPr/>
    </dgm:pt>
    <dgm:pt modelId="{F197340B-4795-4ABA-8AE2-BD48E81EBE01}" type="pres">
      <dgm:prSet presAssocID="{60AA9AA0-9BF1-4B16-B992-B74E8A868D7C}" presName="hierRoot2" presStyleCnt="0">
        <dgm:presLayoutVars>
          <dgm:hierBranch val="init"/>
        </dgm:presLayoutVars>
      </dgm:prSet>
      <dgm:spPr/>
    </dgm:pt>
    <dgm:pt modelId="{0F6E336E-CEF3-4496-BE4D-72CFD6EAE9AE}" type="pres">
      <dgm:prSet presAssocID="{60AA9AA0-9BF1-4B16-B992-B74E8A868D7C}" presName="rootComposite" presStyleCnt="0"/>
      <dgm:spPr/>
    </dgm:pt>
    <dgm:pt modelId="{DD410301-E1EE-46EC-AF67-F4F66606C3A8}" type="pres">
      <dgm:prSet presAssocID="{60AA9AA0-9BF1-4B16-B992-B74E8A868D7C}" presName="rootText" presStyleLbl="node4" presStyleIdx="5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3D2AA69-9926-4B20-90B3-821BCEFCD761}" type="pres">
      <dgm:prSet presAssocID="{60AA9AA0-9BF1-4B16-B992-B74E8A868D7C}" presName="rootConnector" presStyleLbl="node4" presStyleIdx="50" presStyleCnt="122"/>
      <dgm:spPr/>
    </dgm:pt>
    <dgm:pt modelId="{DE2E0FAF-B344-4F73-AF64-9FE4F77C8A94}" type="pres">
      <dgm:prSet presAssocID="{60AA9AA0-9BF1-4B16-B992-B74E8A868D7C}" presName="hierChild4" presStyleCnt="0"/>
      <dgm:spPr/>
    </dgm:pt>
    <dgm:pt modelId="{2ED88250-8AEC-4FEA-A48F-87641B28542E}" type="pres">
      <dgm:prSet presAssocID="{60AA9AA0-9BF1-4B16-B992-B74E8A868D7C}" presName="hierChild5" presStyleCnt="0"/>
      <dgm:spPr/>
    </dgm:pt>
    <dgm:pt modelId="{41045B27-E354-4E68-AC55-DA9455993696}" type="pres">
      <dgm:prSet presAssocID="{93D390BB-0BC1-455F-8307-BCAFCC0337A4}" presName="Name37" presStyleLbl="parChTrans1D4" presStyleIdx="51" presStyleCnt="122"/>
      <dgm:spPr/>
    </dgm:pt>
    <dgm:pt modelId="{2D58A37C-1B64-4332-85B0-29B1ACCB6844}" type="pres">
      <dgm:prSet presAssocID="{62C7173A-92E8-42E2-8697-660AAF61A353}" presName="hierRoot2" presStyleCnt="0">
        <dgm:presLayoutVars>
          <dgm:hierBranch val="init"/>
        </dgm:presLayoutVars>
      </dgm:prSet>
      <dgm:spPr/>
    </dgm:pt>
    <dgm:pt modelId="{1C1F9730-7227-40DC-BF72-4AB8B5F36D8C}" type="pres">
      <dgm:prSet presAssocID="{62C7173A-92E8-42E2-8697-660AAF61A353}" presName="rootComposite" presStyleCnt="0"/>
      <dgm:spPr/>
    </dgm:pt>
    <dgm:pt modelId="{2AC4AD08-A3C3-4CEF-93F0-9D1653ABE179}" type="pres">
      <dgm:prSet presAssocID="{62C7173A-92E8-42E2-8697-660AAF61A353}" presName="rootText" presStyleLbl="node4" presStyleIdx="5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27A12324-65AC-43F8-9CC3-B26D71E4E3EA}" type="pres">
      <dgm:prSet presAssocID="{62C7173A-92E8-42E2-8697-660AAF61A353}" presName="rootConnector" presStyleLbl="node4" presStyleIdx="51" presStyleCnt="122"/>
      <dgm:spPr/>
    </dgm:pt>
    <dgm:pt modelId="{366D4BCE-E415-41CA-BAE4-F91BE18BDEB4}" type="pres">
      <dgm:prSet presAssocID="{62C7173A-92E8-42E2-8697-660AAF61A353}" presName="hierChild4" presStyleCnt="0"/>
      <dgm:spPr/>
    </dgm:pt>
    <dgm:pt modelId="{2E97C95E-BF27-4812-A735-A57B3F4F95E6}" type="pres">
      <dgm:prSet presAssocID="{62C7173A-92E8-42E2-8697-660AAF61A353}" presName="hierChild5" presStyleCnt="0"/>
      <dgm:spPr/>
    </dgm:pt>
    <dgm:pt modelId="{8BFAEA91-B763-43A1-A296-D4D62582E909}" type="pres">
      <dgm:prSet presAssocID="{7FD3668C-F688-4AD9-B427-37BC95ED4DAB}" presName="hierChild5" presStyleCnt="0"/>
      <dgm:spPr/>
    </dgm:pt>
    <dgm:pt modelId="{ED0F161D-8A88-435C-B7F2-049E81F5CDA4}" type="pres">
      <dgm:prSet presAssocID="{C161DF43-02EA-4F91-926C-313F0036E107}" presName="Name35" presStyleLbl="parChTrans1D3" presStyleIdx="17" presStyleCnt="39"/>
      <dgm:spPr/>
    </dgm:pt>
    <dgm:pt modelId="{785E140D-8B84-4981-AB94-29DDF13E0994}" type="pres">
      <dgm:prSet presAssocID="{FC802C5A-FC20-444D-934E-125FECA8F73C}" presName="hierRoot2" presStyleCnt="0">
        <dgm:presLayoutVars>
          <dgm:hierBranch val="init"/>
        </dgm:presLayoutVars>
      </dgm:prSet>
      <dgm:spPr/>
    </dgm:pt>
    <dgm:pt modelId="{7DC480F6-D963-408F-A975-FD58DEBCE931}" type="pres">
      <dgm:prSet presAssocID="{FC802C5A-FC20-444D-934E-125FECA8F73C}" presName="rootComposite" presStyleCnt="0"/>
      <dgm:spPr/>
    </dgm:pt>
    <dgm:pt modelId="{9072CE03-EC66-49D4-95C7-440B77FB085E}" type="pres">
      <dgm:prSet presAssocID="{FC802C5A-FC20-444D-934E-125FECA8F73C}" presName="rootText" presStyleLbl="node3" presStyleIdx="17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F2801C29-F7D7-4516-BDDA-B98B143EB68D}" type="pres">
      <dgm:prSet presAssocID="{FC802C5A-FC20-444D-934E-125FECA8F73C}" presName="rootConnector" presStyleLbl="node3" presStyleIdx="17" presStyleCnt="39"/>
      <dgm:spPr/>
    </dgm:pt>
    <dgm:pt modelId="{830825EC-ADC5-43A5-A163-2C90407AB76B}" type="pres">
      <dgm:prSet presAssocID="{FC802C5A-FC20-444D-934E-125FECA8F73C}" presName="hierChild4" presStyleCnt="0"/>
      <dgm:spPr/>
    </dgm:pt>
    <dgm:pt modelId="{66D126F4-F55C-4069-A060-CBF68DE4C324}" type="pres">
      <dgm:prSet presAssocID="{09BA70D3-FA02-41E5-B57D-2FC6DEEF725D}" presName="Name37" presStyleLbl="parChTrans1D4" presStyleIdx="52" presStyleCnt="122"/>
      <dgm:spPr/>
    </dgm:pt>
    <dgm:pt modelId="{97BBC55B-7E02-47E9-814C-9EA6EF34BF9B}" type="pres">
      <dgm:prSet presAssocID="{5B4BC104-4A1D-4BD9-BF77-12A402532BBE}" presName="hierRoot2" presStyleCnt="0">
        <dgm:presLayoutVars>
          <dgm:hierBranch val="init"/>
        </dgm:presLayoutVars>
      </dgm:prSet>
      <dgm:spPr/>
    </dgm:pt>
    <dgm:pt modelId="{45E25F9E-C52B-4A71-8B6D-6B52E7D66E79}" type="pres">
      <dgm:prSet presAssocID="{5B4BC104-4A1D-4BD9-BF77-12A402532BBE}" presName="rootComposite" presStyleCnt="0"/>
      <dgm:spPr/>
    </dgm:pt>
    <dgm:pt modelId="{D809740E-F67B-4A99-9A82-ADB9AED0C675}" type="pres">
      <dgm:prSet presAssocID="{5B4BC104-4A1D-4BD9-BF77-12A402532BBE}" presName="rootText" presStyleLbl="node4" presStyleIdx="5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E6E1814-6670-4092-9E6A-BB0C31DD9DF7}" type="pres">
      <dgm:prSet presAssocID="{5B4BC104-4A1D-4BD9-BF77-12A402532BBE}" presName="rootConnector" presStyleLbl="node4" presStyleIdx="52" presStyleCnt="122"/>
      <dgm:spPr/>
    </dgm:pt>
    <dgm:pt modelId="{EBCE3489-EF18-434C-8513-C2125DA2C66B}" type="pres">
      <dgm:prSet presAssocID="{5B4BC104-4A1D-4BD9-BF77-12A402532BBE}" presName="hierChild4" presStyleCnt="0"/>
      <dgm:spPr/>
    </dgm:pt>
    <dgm:pt modelId="{65228D5B-B1B9-40A0-9C3A-FC53880DE479}" type="pres">
      <dgm:prSet presAssocID="{5B4BC104-4A1D-4BD9-BF77-12A402532BBE}" presName="hierChild5" presStyleCnt="0"/>
      <dgm:spPr/>
    </dgm:pt>
    <dgm:pt modelId="{EC569ECB-FBBA-4B8D-AA35-0DBC6226BAC2}" type="pres">
      <dgm:prSet presAssocID="{7BAC6D09-F361-493D-8A10-EA16AD4B8F83}" presName="Name37" presStyleLbl="parChTrans1D4" presStyleIdx="53" presStyleCnt="122"/>
      <dgm:spPr/>
    </dgm:pt>
    <dgm:pt modelId="{B11A2DA7-42F8-4364-BD67-FBBC8EF1648E}" type="pres">
      <dgm:prSet presAssocID="{5A2A8607-3842-4C50-9DC3-FBF6BD410224}" presName="hierRoot2" presStyleCnt="0">
        <dgm:presLayoutVars>
          <dgm:hierBranch val="init"/>
        </dgm:presLayoutVars>
      </dgm:prSet>
      <dgm:spPr/>
    </dgm:pt>
    <dgm:pt modelId="{F9FF1424-01B3-4889-A21D-D1C847C977D4}" type="pres">
      <dgm:prSet presAssocID="{5A2A8607-3842-4C50-9DC3-FBF6BD410224}" presName="rootComposite" presStyleCnt="0"/>
      <dgm:spPr/>
    </dgm:pt>
    <dgm:pt modelId="{448C74A6-B7AC-48F8-8A14-E476E33976F7}" type="pres">
      <dgm:prSet presAssocID="{5A2A8607-3842-4C50-9DC3-FBF6BD410224}" presName="rootText" presStyleLbl="node4" presStyleIdx="5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FCD37DC-4976-41B6-890F-51F7757E9DE1}" type="pres">
      <dgm:prSet presAssocID="{5A2A8607-3842-4C50-9DC3-FBF6BD410224}" presName="rootConnector" presStyleLbl="node4" presStyleIdx="53" presStyleCnt="122"/>
      <dgm:spPr/>
    </dgm:pt>
    <dgm:pt modelId="{46C368CF-C66E-4453-8FD9-408F77DB6494}" type="pres">
      <dgm:prSet presAssocID="{5A2A8607-3842-4C50-9DC3-FBF6BD410224}" presName="hierChild4" presStyleCnt="0"/>
      <dgm:spPr/>
    </dgm:pt>
    <dgm:pt modelId="{2DE963E5-35A2-47A1-8F3F-FAA6C292CB8B}" type="pres">
      <dgm:prSet presAssocID="{5A2A8607-3842-4C50-9DC3-FBF6BD410224}" presName="hierChild5" presStyleCnt="0"/>
      <dgm:spPr/>
    </dgm:pt>
    <dgm:pt modelId="{16219092-F126-4FF7-AC26-149774884DCC}" type="pres">
      <dgm:prSet presAssocID="{3CDCB8A4-D4B9-4E55-AE07-44B6589EFED8}" presName="Name37" presStyleLbl="parChTrans1D4" presStyleIdx="54" presStyleCnt="122"/>
      <dgm:spPr/>
    </dgm:pt>
    <dgm:pt modelId="{9630338D-F7D8-4DEB-9D45-F5DFEA49196A}" type="pres">
      <dgm:prSet presAssocID="{19EDE30F-9C1C-4A52-BBA1-963D025E8159}" presName="hierRoot2" presStyleCnt="0">
        <dgm:presLayoutVars>
          <dgm:hierBranch val="init"/>
        </dgm:presLayoutVars>
      </dgm:prSet>
      <dgm:spPr/>
    </dgm:pt>
    <dgm:pt modelId="{8D5C9666-234E-4AD6-84FE-321EDEAC27F4}" type="pres">
      <dgm:prSet presAssocID="{19EDE30F-9C1C-4A52-BBA1-963D025E8159}" presName="rootComposite" presStyleCnt="0"/>
      <dgm:spPr/>
    </dgm:pt>
    <dgm:pt modelId="{4D54C749-2505-4BE1-A0EC-38DA103C8555}" type="pres">
      <dgm:prSet presAssocID="{19EDE30F-9C1C-4A52-BBA1-963D025E8159}" presName="rootText" presStyleLbl="node4" presStyleIdx="5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C6BFE54-83DE-48A9-926D-4BE7124DA1FE}" type="pres">
      <dgm:prSet presAssocID="{19EDE30F-9C1C-4A52-BBA1-963D025E8159}" presName="rootConnector" presStyleLbl="node4" presStyleIdx="54" presStyleCnt="122"/>
      <dgm:spPr/>
    </dgm:pt>
    <dgm:pt modelId="{3B552FFC-4046-44BF-83F7-81D3D2FC7306}" type="pres">
      <dgm:prSet presAssocID="{19EDE30F-9C1C-4A52-BBA1-963D025E8159}" presName="hierChild4" presStyleCnt="0"/>
      <dgm:spPr/>
    </dgm:pt>
    <dgm:pt modelId="{ADA47D05-432E-4B59-A147-9EB159923915}" type="pres">
      <dgm:prSet presAssocID="{19EDE30F-9C1C-4A52-BBA1-963D025E8159}" presName="hierChild5" presStyleCnt="0"/>
      <dgm:spPr/>
    </dgm:pt>
    <dgm:pt modelId="{B50A8118-87B6-41DD-989D-B3753A4F21B1}" type="pres">
      <dgm:prSet presAssocID="{2CDC2D93-E8A5-499C-9427-65C6A998FA91}" presName="Name37" presStyleLbl="parChTrans1D4" presStyleIdx="55" presStyleCnt="122"/>
      <dgm:spPr/>
    </dgm:pt>
    <dgm:pt modelId="{C5260387-B38C-4250-9486-8C2367F58153}" type="pres">
      <dgm:prSet presAssocID="{D1407F65-0DCD-41ED-8768-0A445F5A1E1C}" presName="hierRoot2" presStyleCnt="0">
        <dgm:presLayoutVars>
          <dgm:hierBranch val="init"/>
        </dgm:presLayoutVars>
      </dgm:prSet>
      <dgm:spPr/>
    </dgm:pt>
    <dgm:pt modelId="{5BEAE24C-7FDD-4593-8E3E-344A8CFCEFD3}" type="pres">
      <dgm:prSet presAssocID="{D1407F65-0DCD-41ED-8768-0A445F5A1E1C}" presName="rootComposite" presStyleCnt="0"/>
      <dgm:spPr/>
    </dgm:pt>
    <dgm:pt modelId="{D4325C78-374B-4BCC-96E9-846444032CD6}" type="pres">
      <dgm:prSet presAssocID="{D1407F65-0DCD-41ED-8768-0A445F5A1E1C}" presName="rootText" presStyleLbl="node4" presStyleIdx="5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EB7AA70-2970-4528-B33A-EBB9D62328FD}" type="pres">
      <dgm:prSet presAssocID="{D1407F65-0DCD-41ED-8768-0A445F5A1E1C}" presName="rootConnector" presStyleLbl="node4" presStyleIdx="55" presStyleCnt="122"/>
      <dgm:spPr/>
    </dgm:pt>
    <dgm:pt modelId="{37596A64-DD92-4CD3-9F16-1C7D951BFE57}" type="pres">
      <dgm:prSet presAssocID="{D1407F65-0DCD-41ED-8768-0A445F5A1E1C}" presName="hierChild4" presStyleCnt="0"/>
      <dgm:spPr/>
    </dgm:pt>
    <dgm:pt modelId="{08ED37D3-E147-4ABF-8B95-77B420A7E1EF}" type="pres">
      <dgm:prSet presAssocID="{D1407F65-0DCD-41ED-8768-0A445F5A1E1C}" presName="hierChild5" presStyleCnt="0"/>
      <dgm:spPr/>
    </dgm:pt>
    <dgm:pt modelId="{E5FB701E-D08F-47C6-86F3-9E83607A53B9}" type="pres">
      <dgm:prSet presAssocID="{FC802C5A-FC20-444D-934E-125FECA8F73C}" presName="hierChild5" presStyleCnt="0"/>
      <dgm:spPr/>
    </dgm:pt>
    <dgm:pt modelId="{971AD3FE-5143-4A23-9594-6F0B95F32A35}" type="pres">
      <dgm:prSet presAssocID="{814A2B4D-AC86-4BAA-A345-BC1297D3F395}" presName="Name35" presStyleLbl="parChTrans1D3" presStyleIdx="18" presStyleCnt="39"/>
      <dgm:spPr/>
    </dgm:pt>
    <dgm:pt modelId="{811DF168-E81F-4D99-AEAB-1968EE8020FC}" type="pres">
      <dgm:prSet presAssocID="{0E931518-3234-4BB2-BAEF-30FFC5721C07}" presName="hierRoot2" presStyleCnt="0">
        <dgm:presLayoutVars>
          <dgm:hierBranch val="init"/>
        </dgm:presLayoutVars>
      </dgm:prSet>
      <dgm:spPr/>
    </dgm:pt>
    <dgm:pt modelId="{CF0AFD5D-8D81-4704-831C-E62F2D64BF85}" type="pres">
      <dgm:prSet presAssocID="{0E931518-3234-4BB2-BAEF-30FFC5721C07}" presName="rootComposite" presStyleCnt="0"/>
      <dgm:spPr/>
    </dgm:pt>
    <dgm:pt modelId="{1888A706-966D-4201-8565-CDAD09D33126}" type="pres">
      <dgm:prSet presAssocID="{0E931518-3234-4BB2-BAEF-30FFC5721C07}" presName="rootText" presStyleLbl="node3" presStyleIdx="18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988013AD-40D7-4016-A048-D71A6100082E}" type="pres">
      <dgm:prSet presAssocID="{0E931518-3234-4BB2-BAEF-30FFC5721C07}" presName="rootConnector" presStyleLbl="node3" presStyleIdx="18" presStyleCnt="39"/>
      <dgm:spPr/>
    </dgm:pt>
    <dgm:pt modelId="{CAC0E2C4-F04D-475D-BA05-AC9BC1587019}" type="pres">
      <dgm:prSet presAssocID="{0E931518-3234-4BB2-BAEF-30FFC5721C07}" presName="hierChild4" presStyleCnt="0"/>
      <dgm:spPr/>
    </dgm:pt>
    <dgm:pt modelId="{67857AA2-E066-40FE-9020-E47B8BB26EA9}" type="pres">
      <dgm:prSet presAssocID="{D509322B-5E1B-4070-8A05-23027B41DC0A}" presName="Name37" presStyleLbl="parChTrans1D4" presStyleIdx="56" presStyleCnt="122"/>
      <dgm:spPr/>
    </dgm:pt>
    <dgm:pt modelId="{2DA793FB-5843-43DB-93B8-433F715B5662}" type="pres">
      <dgm:prSet presAssocID="{84D46C18-5DCB-4B66-BFBA-45042C7DF64C}" presName="hierRoot2" presStyleCnt="0">
        <dgm:presLayoutVars>
          <dgm:hierBranch val="init"/>
        </dgm:presLayoutVars>
      </dgm:prSet>
      <dgm:spPr/>
    </dgm:pt>
    <dgm:pt modelId="{AECDFCDE-E228-4841-95BA-48CB71ED58C3}" type="pres">
      <dgm:prSet presAssocID="{84D46C18-5DCB-4B66-BFBA-45042C7DF64C}" presName="rootComposite" presStyleCnt="0"/>
      <dgm:spPr/>
    </dgm:pt>
    <dgm:pt modelId="{42F86B3E-B55E-40C8-A3C0-E5D4C0678630}" type="pres">
      <dgm:prSet presAssocID="{84D46C18-5DCB-4B66-BFBA-45042C7DF64C}" presName="rootText" presStyleLbl="node4" presStyleIdx="5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0466266-8188-4F7E-A80F-05CAB5A293A0}" type="pres">
      <dgm:prSet presAssocID="{84D46C18-5DCB-4B66-BFBA-45042C7DF64C}" presName="rootConnector" presStyleLbl="node4" presStyleIdx="56" presStyleCnt="122"/>
      <dgm:spPr/>
    </dgm:pt>
    <dgm:pt modelId="{BC98C8A5-E84F-4279-809F-5748C5EFECDC}" type="pres">
      <dgm:prSet presAssocID="{84D46C18-5DCB-4B66-BFBA-45042C7DF64C}" presName="hierChild4" presStyleCnt="0"/>
      <dgm:spPr/>
    </dgm:pt>
    <dgm:pt modelId="{33101A54-65CA-48EA-BC94-3860CEAF08AC}" type="pres">
      <dgm:prSet presAssocID="{84D46C18-5DCB-4B66-BFBA-45042C7DF64C}" presName="hierChild5" presStyleCnt="0"/>
      <dgm:spPr/>
    </dgm:pt>
    <dgm:pt modelId="{A85646F6-E1F5-4227-874D-122E8FE9F3AF}" type="pres">
      <dgm:prSet presAssocID="{8D3E3696-AD3F-4024-ABDB-ABD404FA0986}" presName="Name37" presStyleLbl="parChTrans1D4" presStyleIdx="57" presStyleCnt="122"/>
      <dgm:spPr/>
    </dgm:pt>
    <dgm:pt modelId="{4821CE98-C079-448E-A100-7B59E2DE1899}" type="pres">
      <dgm:prSet presAssocID="{B05506E0-9767-44E0-8015-E1EA554C7B5D}" presName="hierRoot2" presStyleCnt="0">
        <dgm:presLayoutVars>
          <dgm:hierBranch val="init"/>
        </dgm:presLayoutVars>
      </dgm:prSet>
      <dgm:spPr/>
    </dgm:pt>
    <dgm:pt modelId="{4E7CF24E-1B02-40FF-AB17-C67EB9D58472}" type="pres">
      <dgm:prSet presAssocID="{B05506E0-9767-44E0-8015-E1EA554C7B5D}" presName="rootComposite" presStyleCnt="0"/>
      <dgm:spPr/>
    </dgm:pt>
    <dgm:pt modelId="{82EF8E96-C2F1-4FDF-B51E-ECE62193C074}" type="pres">
      <dgm:prSet presAssocID="{B05506E0-9767-44E0-8015-E1EA554C7B5D}" presName="rootText" presStyleLbl="node4" presStyleIdx="5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F6FF22E-DB99-4F19-97C3-D9A5B86F5E4F}" type="pres">
      <dgm:prSet presAssocID="{B05506E0-9767-44E0-8015-E1EA554C7B5D}" presName="rootConnector" presStyleLbl="node4" presStyleIdx="57" presStyleCnt="122"/>
      <dgm:spPr/>
    </dgm:pt>
    <dgm:pt modelId="{3BEE829F-8B65-4FB7-895A-09431348ECA1}" type="pres">
      <dgm:prSet presAssocID="{B05506E0-9767-44E0-8015-E1EA554C7B5D}" presName="hierChild4" presStyleCnt="0"/>
      <dgm:spPr/>
    </dgm:pt>
    <dgm:pt modelId="{62D95EF4-36E5-4413-BEA0-A7FA17D2FE57}" type="pres">
      <dgm:prSet presAssocID="{B05506E0-9767-44E0-8015-E1EA554C7B5D}" presName="hierChild5" presStyleCnt="0"/>
      <dgm:spPr/>
    </dgm:pt>
    <dgm:pt modelId="{079608FD-0187-4A7A-9D72-6E465AF5B90D}" type="pres">
      <dgm:prSet presAssocID="{E832B144-913B-41F5-8A6A-675E38AF782E}" presName="Name37" presStyleLbl="parChTrans1D4" presStyleIdx="58" presStyleCnt="122"/>
      <dgm:spPr/>
    </dgm:pt>
    <dgm:pt modelId="{FD064A97-69D8-4B83-8CFA-BA8554D79025}" type="pres">
      <dgm:prSet presAssocID="{1779F78D-CD5D-457D-B6C1-3DA8910E0B02}" presName="hierRoot2" presStyleCnt="0">
        <dgm:presLayoutVars>
          <dgm:hierBranch val="init"/>
        </dgm:presLayoutVars>
      </dgm:prSet>
      <dgm:spPr/>
    </dgm:pt>
    <dgm:pt modelId="{154D0346-2559-4D95-8C9E-B6F39DE4B305}" type="pres">
      <dgm:prSet presAssocID="{1779F78D-CD5D-457D-B6C1-3DA8910E0B02}" presName="rootComposite" presStyleCnt="0"/>
      <dgm:spPr/>
    </dgm:pt>
    <dgm:pt modelId="{F72F4ED8-66CB-4B1A-97F7-52AB0D3CBF1A}" type="pres">
      <dgm:prSet presAssocID="{1779F78D-CD5D-457D-B6C1-3DA8910E0B02}" presName="rootText" presStyleLbl="node4" presStyleIdx="5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09160E5-F87A-4D00-87C7-6B8E06830254}" type="pres">
      <dgm:prSet presAssocID="{1779F78D-CD5D-457D-B6C1-3DA8910E0B02}" presName="rootConnector" presStyleLbl="node4" presStyleIdx="58" presStyleCnt="122"/>
      <dgm:spPr/>
    </dgm:pt>
    <dgm:pt modelId="{D84ACBD9-89EE-466B-9AA7-A9DC634A9EC9}" type="pres">
      <dgm:prSet presAssocID="{1779F78D-CD5D-457D-B6C1-3DA8910E0B02}" presName="hierChild4" presStyleCnt="0"/>
      <dgm:spPr/>
    </dgm:pt>
    <dgm:pt modelId="{38B163F6-374B-4AD1-9B92-869C56380B42}" type="pres">
      <dgm:prSet presAssocID="{1779F78D-CD5D-457D-B6C1-3DA8910E0B02}" presName="hierChild5" presStyleCnt="0"/>
      <dgm:spPr/>
    </dgm:pt>
    <dgm:pt modelId="{A22CB990-007E-4BB4-AEA1-8662FB4F8738}" type="pres">
      <dgm:prSet presAssocID="{17000CD3-0089-4CE3-88B6-B470B2EB1CA7}" presName="Name37" presStyleLbl="parChTrans1D4" presStyleIdx="59" presStyleCnt="122"/>
      <dgm:spPr/>
    </dgm:pt>
    <dgm:pt modelId="{4C5904DE-25D6-4F29-A516-F7D56CA4276C}" type="pres">
      <dgm:prSet presAssocID="{0EAF9E6D-CB95-4F03-9C13-17BF8EA2178B}" presName="hierRoot2" presStyleCnt="0">
        <dgm:presLayoutVars>
          <dgm:hierBranch val="init"/>
        </dgm:presLayoutVars>
      </dgm:prSet>
      <dgm:spPr/>
    </dgm:pt>
    <dgm:pt modelId="{7810087E-0688-489E-AAE2-EABEA77EBEE1}" type="pres">
      <dgm:prSet presAssocID="{0EAF9E6D-CB95-4F03-9C13-17BF8EA2178B}" presName="rootComposite" presStyleCnt="0"/>
      <dgm:spPr/>
    </dgm:pt>
    <dgm:pt modelId="{EAFE3BBC-7FAA-417D-9E49-0B835333EB80}" type="pres">
      <dgm:prSet presAssocID="{0EAF9E6D-CB95-4F03-9C13-17BF8EA2178B}" presName="rootText" presStyleLbl="node4" presStyleIdx="5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F7FD3C38-184F-4F9C-A66F-B92099D3A6AC}" type="pres">
      <dgm:prSet presAssocID="{0EAF9E6D-CB95-4F03-9C13-17BF8EA2178B}" presName="rootConnector" presStyleLbl="node4" presStyleIdx="59" presStyleCnt="122"/>
      <dgm:spPr/>
    </dgm:pt>
    <dgm:pt modelId="{CD19F9AC-D9C9-44BE-8989-D430439C10F4}" type="pres">
      <dgm:prSet presAssocID="{0EAF9E6D-CB95-4F03-9C13-17BF8EA2178B}" presName="hierChild4" presStyleCnt="0"/>
      <dgm:spPr/>
    </dgm:pt>
    <dgm:pt modelId="{03C15974-378C-4600-956B-3008C6E15CE3}" type="pres">
      <dgm:prSet presAssocID="{0EAF9E6D-CB95-4F03-9C13-17BF8EA2178B}" presName="hierChild5" presStyleCnt="0"/>
      <dgm:spPr/>
    </dgm:pt>
    <dgm:pt modelId="{DFAC34C5-C045-4EE4-A382-C26D8275F85C}" type="pres">
      <dgm:prSet presAssocID="{42D08D26-FC9B-4F2F-8838-4459875EEEEC}" presName="Name37" presStyleLbl="parChTrans1D4" presStyleIdx="60" presStyleCnt="122"/>
      <dgm:spPr/>
    </dgm:pt>
    <dgm:pt modelId="{DA0D8A3F-6D43-4286-BECA-179C0D702C2F}" type="pres">
      <dgm:prSet presAssocID="{F6C608CC-B662-420B-9400-4F76D522B419}" presName="hierRoot2" presStyleCnt="0">
        <dgm:presLayoutVars>
          <dgm:hierBranch val="init"/>
        </dgm:presLayoutVars>
      </dgm:prSet>
      <dgm:spPr/>
    </dgm:pt>
    <dgm:pt modelId="{19C59C3D-A687-4354-981E-9980C987A321}" type="pres">
      <dgm:prSet presAssocID="{F6C608CC-B662-420B-9400-4F76D522B419}" presName="rootComposite" presStyleCnt="0"/>
      <dgm:spPr/>
    </dgm:pt>
    <dgm:pt modelId="{2747EDAE-1392-44B5-A5CC-DEC4626DB26F}" type="pres">
      <dgm:prSet presAssocID="{F6C608CC-B662-420B-9400-4F76D522B419}" presName="rootText" presStyleLbl="node4" presStyleIdx="6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F1B6FE1-6501-4B4B-8431-B35F1C83B394}" type="pres">
      <dgm:prSet presAssocID="{F6C608CC-B662-420B-9400-4F76D522B419}" presName="rootConnector" presStyleLbl="node4" presStyleIdx="60" presStyleCnt="122"/>
      <dgm:spPr/>
    </dgm:pt>
    <dgm:pt modelId="{B01847C0-7DEF-4C4E-956C-ED8F8E2F6B85}" type="pres">
      <dgm:prSet presAssocID="{F6C608CC-B662-420B-9400-4F76D522B419}" presName="hierChild4" presStyleCnt="0"/>
      <dgm:spPr/>
    </dgm:pt>
    <dgm:pt modelId="{D5E07177-F498-410A-B1D9-2D3E299781D2}" type="pres">
      <dgm:prSet presAssocID="{F6C608CC-B662-420B-9400-4F76D522B419}" presName="hierChild5" presStyleCnt="0"/>
      <dgm:spPr/>
    </dgm:pt>
    <dgm:pt modelId="{C36AFC6F-75A1-44A3-8DAF-2A75A318C22F}" type="pres">
      <dgm:prSet presAssocID="{FEF57D97-E4D4-47D3-BD93-0626FF98326A}" presName="Name37" presStyleLbl="parChTrans1D4" presStyleIdx="61" presStyleCnt="122"/>
      <dgm:spPr/>
    </dgm:pt>
    <dgm:pt modelId="{80407C6E-C1AA-44C5-B2AE-62CC752B20C0}" type="pres">
      <dgm:prSet presAssocID="{8AB3F025-C295-4811-9A06-32003CE3D75A}" presName="hierRoot2" presStyleCnt="0">
        <dgm:presLayoutVars>
          <dgm:hierBranch val="init"/>
        </dgm:presLayoutVars>
      </dgm:prSet>
      <dgm:spPr/>
    </dgm:pt>
    <dgm:pt modelId="{D8D8E16C-DEC8-42C2-829E-DD21FD01FD10}" type="pres">
      <dgm:prSet presAssocID="{8AB3F025-C295-4811-9A06-32003CE3D75A}" presName="rootComposite" presStyleCnt="0"/>
      <dgm:spPr/>
    </dgm:pt>
    <dgm:pt modelId="{EE4497B8-F70A-4DBA-9C2B-EB18649F20DC}" type="pres">
      <dgm:prSet presAssocID="{8AB3F025-C295-4811-9A06-32003CE3D75A}" presName="rootText" presStyleLbl="node4" presStyleIdx="6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F957AAA-A4C6-44C6-8434-913CB67E98F4}" type="pres">
      <dgm:prSet presAssocID="{8AB3F025-C295-4811-9A06-32003CE3D75A}" presName="rootConnector" presStyleLbl="node4" presStyleIdx="61" presStyleCnt="122"/>
      <dgm:spPr/>
    </dgm:pt>
    <dgm:pt modelId="{29FD87CC-8960-4435-9A54-960C5F254BE6}" type="pres">
      <dgm:prSet presAssocID="{8AB3F025-C295-4811-9A06-32003CE3D75A}" presName="hierChild4" presStyleCnt="0"/>
      <dgm:spPr/>
    </dgm:pt>
    <dgm:pt modelId="{DC11BAD8-0B2A-4348-8CFF-2C02779854E7}" type="pres">
      <dgm:prSet presAssocID="{8AB3F025-C295-4811-9A06-32003CE3D75A}" presName="hierChild5" presStyleCnt="0"/>
      <dgm:spPr/>
    </dgm:pt>
    <dgm:pt modelId="{9922B42C-B788-4C2E-8523-D537B3109055}" type="pres">
      <dgm:prSet presAssocID="{BC38D017-A068-48FF-B685-4644C2077AE5}" presName="Name37" presStyleLbl="parChTrans1D4" presStyleIdx="62" presStyleCnt="122"/>
      <dgm:spPr/>
    </dgm:pt>
    <dgm:pt modelId="{B0A3D824-7F33-4970-A6C9-9AA6B3669AB9}" type="pres">
      <dgm:prSet presAssocID="{DA9CF7E5-6EEF-4585-92DA-AB6DADDBEA51}" presName="hierRoot2" presStyleCnt="0">
        <dgm:presLayoutVars>
          <dgm:hierBranch val="init"/>
        </dgm:presLayoutVars>
      </dgm:prSet>
      <dgm:spPr/>
    </dgm:pt>
    <dgm:pt modelId="{2FB4572A-EB18-4356-AFEB-59249ECBD202}" type="pres">
      <dgm:prSet presAssocID="{DA9CF7E5-6EEF-4585-92DA-AB6DADDBEA51}" presName="rootComposite" presStyleCnt="0"/>
      <dgm:spPr/>
    </dgm:pt>
    <dgm:pt modelId="{F45412BF-1AEC-4462-AA9C-76048F8044FE}" type="pres">
      <dgm:prSet presAssocID="{DA9CF7E5-6EEF-4585-92DA-AB6DADDBEA51}" presName="rootText" presStyleLbl="node4" presStyleIdx="62" presStyleCnt="122">
        <dgm:presLayoutVars>
          <dgm:chPref val="3"/>
        </dgm:presLayoutVars>
      </dgm:prSet>
      <dgm:spPr>
        <a:xfrm>
          <a:off x="29430861" y="6307338"/>
          <a:ext cx="861672" cy="430836"/>
        </a:xfrm>
        <a:prstGeom prst="roundRect">
          <a:avLst/>
        </a:prstGeom>
      </dgm:spPr>
    </dgm:pt>
    <dgm:pt modelId="{EEA6FBEC-7019-4CCD-BCE3-A8F37091A7D8}" type="pres">
      <dgm:prSet presAssocID="{DA9CF7E5-6EEF-4585-92DA-AB6DADDBEA51}" presName="rootConnector" presStyleLbl="node4" presStyleIdx="62" presStyleCnt="122"/>
      <dgm:spPr/>
    </dgm:pt>
    <dgm:pt modelId="{6BDE2A79-EAE2-47C7-8150-6AD9774068E9}" type="pres">
      <dgm:prSet presAssocID="{DA9CF7E5-6EEF-4585-92DA-AB6DADDBEA51}" presName="hierChild4" presStyleCnt="0"/>
      <dgm:spPr/>
    </dgm:pt>
    <dgm:pt modelId="{BF4B16EF-F0DC-4D14-A8E3-16451FE538E5}" type="pres">
      <dgm:prSet presAssocID="{DA9CF7E5-6EEF-4585-92DA-AB6DADDBEA51}" presName="hierChild5" presStyleCnt="0"/>
      <dgm:spPr/>
    </dgm:pt>
    <dgm:pt modelId="{1A56A355-70DD-44E5-AA25-CCBC635E1DDF}" type="pres">
      <dgm:prSet presAssocID="{C9C0203E-4A03-4D02-AB4C-70F8057C9F07}" presName="Name37" presStyleLbl="parChTrans1D4" presStyleIdx="63" presStyleCnt="122"/>
      <dgm:spPr/>
    </dgm:pt>
    <dgm:pt modelId="{D5BAC7D1-251F-44F4-B72A-E89605A77D7E}" type="pres">
      <dgm:prSet presAssocID="{B2C39A58-F5A4-4D1B-B61F-F8FCBB009003}" presName="hierRoot2" presStyleCnt="0">
        <dgm:presLayoutVars>
          <dgm:hierBranch val="init"/>
        </dgm:presLayoutVars>
      </dgm:prSet>
      <dgm:spPr/>
    </dgm:pt>
    <dgm:pt modelId="{19B25A09-6AB2-4624-9F58-A8A2A614717C}" type="pres">
      <dgm:prSet presAssocID="{B2C39A58-F5A4-4D1B-B61F-F8FCBB009003}" presName="rootComposite" presStyleCnt="0"/>
      <dgm:spPr/>
    </dgm:pt>
    <dgm:pt modelId="{5C7D6648-6E08-4669-9B57-255C9DBE1DAD}" type="pres">
      <dgm:prSet presAssocID="{B2C39A58-F5A4-4D1B-B61F-F8FCBB009003}" presName="rootText" presStyleLbl="node4" presStyleIdx="63" presStyleCnt="122">
        <dgm:presLayoutVars>
          <dgm:chPref val="3"/>
        </dgm:presLayoutVars>
      </dgm:prSet>
      <dgm:spPr>
        <a:xfrm>
          <a:off x="29430861" y="6919126"/>
          <a:ext cx="861672" cy="430836"/>
        </a:xfrm>
        <a:prstGeom prst="roundRect">
          <a:avLst/>
        </a:prstGeom>
      </dgm:spPr>
    </dgm:pt>
    <dgm:pt modelId="{30A45D71-1354-49B5-8FF6-DFBF02A2B625}" type="pres">
      <dgm:prSet presAssocID="{B2C39A58-F5A4-4D1B-B61F-F8FCBB009003}" presName="rootConnector" presStyleLbl="node4" presStyleIdx="63" presStyleCnt="122"/>
      <dgm:spPr/>
    </dgm:pt>
    <dgm:pt modelId="{017C0B36-D393-4CE2-98E3-81284BC03EAF}" type="pres">
      <dgm:prSet presAssocID="{B2C39A58-F5A4-4D1B-B61F-F8FCBB009003}" presName="hierChild4" presStyleCnt="0"/>
      <dgm:spPr/>
    </dgm:pt>
    <dgm:pt modelId="{8718BC36-213D-4E7E-8747-FA8EBABB4F26}" type="pres">
      <dgm:prSet presAssocID="{B2C39A58-F5A4-4D1B-B61F-F8FCBB009003}" presName="hierChild5" presStyleCnt="0"/>
      <dgm:spPr/>
    </dgm:pt>
    <dgm:pt modelId="{0C0F9830-5806-47E9-9463-92AFE27DBA1E}" type="pres">
      <dgm:prSet presAssocID="{BB9CEE6A-A6B9-4811-88D3-1F2A772C9F68}" presName="Name37" presStyleLbl="parChTrans1D4" presStyleIdx="64" presStyleCnt="122"/>
      <dgm:spPr/>
    </dgm:pt>
    <dgm:pt modelId="{203B48CB-61FD-46E9-B133-5C79AB074A78}" type="pres">
      <dgm:prSet presAssocID="{3ACD65AF-2B37-45BD-B40D-29F8442D2D24}" presName="hierRoot2" presStyleCnt="0">
        <dgm:presLayoutVars>
          <dgm:hierBranch val="init"/>
        </dgm:presLayoutVars>
      </dgm:prSet>
      <dgm:spPr/>
    </dgm:pt>
    <dgm:pt modelId="{659EBB37-20E4-4DFD-A348-6A97A45A5C2D}" type="pres">
      <dgm:prSet presAssocID="{3ACD65AF-2B37-45BD-B40D-29F8442D2D24}" presName="rootComposite" presStyleCnt="0"/>
      <dgm:spPr/>
    </dgm:pt>
    <dgm:pt modelId="{7F82636E-A72C-4AF4-830C-4ED122A81A14}" type="pres">
      <dgm:prSet presAssocID="{3ACD65AF-2B37-45BD-B40D-29F8442D2D24}" presName="rootText" presStyleLbl="node4" presStyleIdx="6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60B8E0B-DBC8-4746-875B-5AFE5766CD8C}" type="pres">
      <dgm:prSet presAssocID="{3ACD65AF-2B37-45BD-B40D-29F8442D2D24}" presName="rootConnector" presStyleLbl="node4" presStyleIdx="64" presStyleCnt="122"/>
      <dgm:spPr/>
    </dgm:pt>
    <dgm:pt modelId="{ABB4277C-0047-4F48-92A2-3B098E18642E}" type="pres">
      <dgm:prSet presAssocID="{3ACD65AF-2B37-45BD-B40D-29F8442D2D24}" presName="hierChild4" presStyleCnt="0"/>
      <dgm:spPr/>
    </dgm:pt>
    <dgm:pt modelId="{EC2B7667-D7E7-4BF4-B8FE-2363B4D1A1F8}" type="pres">
      <dgm:prSet presAssocID="{3ACD65AF-2B37-45BD-B40D-29F8442D2D24}" presName="hierChild5" presStyleCnt="0"/>
      <dgm:spPr/>
    </dgm:pt>
    <dgm:pt modelId="{7F23BCE2-B72E-47F7-9F03-44ADC53F9D70}" type="pres">
      <dgm:prSet presAssocID="{0E931518-3234-4BB2-BAEF-30FFC5721C07}" presName="hierChild5" presStyleCnt="0"/>
      <dgm:spPr/>
    </dgm:pt>
    <dgm:pt modelId="{E466FD2C-BDC2-4326-82E9-1E9A3835B84F}" type="pres">
      <dgm:prSet presAssocID="{201FC444-B1A2-4AA6-830D-6E060318B78F}" presName="hierChild5" presStyleCnt="0"/>
      <dgm:spPr/>
    </dgm:pt>
    <dgm:pt modelId="{8A044F30-CB12-44A6-95D0-9DDAE6BF218B}" type="pres">
      <dgm:prSet presAssocID="{9687EA9A-1C52-47D5-ABC2-451FDB47EDE3}" presName="Name37" presStyleLbl="parChTrans1D2" presStyleIdx="6" presStyleCnt="11"/>
      <dgm:spPr/>
    </dgm:pt>
    <dgm:pt modelId="{D0FB15CE-8709-4E29-BAE7-1A46987A0AE2}" type="pres">
      <dgm:prSet presAssocID="{D61CCEE3-2F8C-4BC6-90C8-E0531C6D1CCA}" presName="hierRoot2" presStyleCnt="0">
        <dgm:presLayoutVars>
          <dgm:hierBranch val="init"/>
        </dgm:presLayoutVars>
      </dgm:prSet>
      <dgm:spPr/>
    </dgm:pt>
    <dgm:pt modelId="{956318E9-139D-44B3-8FD0-D81EABC09F91}" type="pres">
      <dgm:prSet presAssocID="{D61CCEE3-2F8C-4BC6-90C8-E0531C6D1CCA}" presName="rootComposite" presStyleCnt="0"/>
      <dgm:spPr/>
    </dgm:pt>
    <dgm:pt modelId="{C279B51E-4CBB-42C1-90D0-41D2DCF62C34}" type="pres">
      <dgm:prSet presAssocID="{D61CCEE3-2F8C-4BC6-90C8-E0531C6D1CCA}" presName="rootText" presStyleLbl="node2" presStyleIdx="6" presStyleCnt="11">
        <dgm:presLayoutVars>
          <dgm:chPref val="3"/>
        </dgm:presLayoutVars>
      </dgm:prSet>
      <dgm:spPr>
        <a:xfrm>
          <a:off x="30096045" y="694835"/>
          <a:ext cx="857129" cy="428564"/>
        </a:xfrm>
        <a:prstGeom prst="roundRect">
          <a:avLst/>
        </a:prstGeom>
      </dgm:spPr>
    </dgm:pt>
    <dgm:pt modelId="{3FDCFC98-734C-4A40-B717-EC7F78BF42CD}" type="pres">
      <dgm:prSet presAssocID="{D61CCEE3-2F8C-4BC6-90C8-E0531C6D1CCA}" presName="rootConnector" presStyleLbl="node2" presStyleIdx="6" presStyleCnt="11"/>
      <dgm:spPr/>
    </dgm:pt>
    <dgm:pt modelId="{D53EEC21-D53A-4B3E-8040-E202E78D67C4}" type="pres">
      <dgm:prSet presAssocID="{D61CCEE3-2F8C-4BC6-90C8-E0531C6D1CCA}" presName="hierChild4" presStyleCnt="0"/>
      <dgm:spPr/>
    </dgm:pt>
    <dgm:pt modelId="{3EBC53F7-68E8-44E3-A140-0B58FC4CF441}" type="pres">
      <dgm:prSet presAssocID="{89C1E942-34FE-46FE-AF04-D0C9E49ED6B4}" presName="Name37" presStyleLbl="parChTrans1D3" presStyleIdx="19" presStyleCnt="39"/>
      <dgm:spPr/>
    </dgm:pt>
    <dgm:pt modelId="{0D121CC1-7EB3-43D5-9352-7613396A4515}" type="pres">
      <dgm:prSet presAssocID="{4718AB96-EAB9-4BE3-9A85-EB96876066FE}" presName="hierRoot2" presStyleCnt="0">
        <dgm:presLayoutVars>
          <dgm:hierBranch val="init"/>
        </dgm:presLayoutVars>
      </dgm:prSet>
      <dgm:spPr/>
    </dgm:pt>
    <dgm:pt modelId="{EB91B1B1-6A41-440E-BEC6-315261F11725}" type="pres">
      <dgm:prSet presAssocID="{4718AB96-EAB9-4BE3-9A85-EB96876066FE}" presName="rootComposite" presStyleCnt="0"/>
      <dgm:spPr/>
    </dgm:pt>
    <dgm:pt modelId="{6897B74B-81D9-411E-B579-D8DDB6E93804}" type="pres">
      <dgm:prSet presAssocID="{4718AB96-EAB9-4BE3-9A85-EB96876066FE}" presName="rootText" presStyleLbl="node3" presStyleIdx="19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F13B78E4-30B1-4016-8E55-89D89EF9356A}" type="pres">
      <dgm:prSet presAssocID="{4718AB96-EAB9-4BE3-9A85-EB96876066FE}" presName="rootConnector" presStyleLbl="node3" presStyleIdx="19" presStyleCnt="39"/>
      <dgm:spPr/>
    </dgm:pt>
    <dgm:pt modelId="{C50CD4C8-2613-44DB-B83E-1374AB7EFC61}" type="pres">
      <dgm:prSet presAssocID="{4718AB96-EAB9-4BE3-9A85-EB96876066FE}" presName="hierChild4" presStyleCnt="0"/>
      <dgm:spPr/>
    </dgm:pt>
    <dgm:pt modelId="{9EBE47A4-5C11-49A6-B8CC-F6B27C081615}" type="pres">
      <dgm:prSet presAssocID="{EAAED074-A1A7-4DEC-95E7-E18A3AA6B105}" presName="Name37" presStyleLbl="parChTrans1D4" presStyleIdx="65" presStyleCnt="122"/>
      <dgm:spPr/>
    </dgm:pt>
    <dgm:pt modelId="{C5001DCF-6462-4ED4-8CFA-981AA0365BD2}" type="pres">
      <dgm:prSet presAssocID="{A4137C56-B98A-437E-A31D-911D5B98FBAB}" presName="hierRoot2" presStyleCnt="0">
        <dgm:presLayoutVars>
          <dgm:hierBranch val="init"/>
        </dgm:presLayoutVars>
      </dgm:prSet>
      <dgm:spPr/>
    </dgm:pt>
    <dgm:pt modelId="{85129FDC-D023-49C8-8815-B106BF4A9AC9}" type="pres">
      <dgm:prSet presAssocID="{A4137C56-B98A-437E-A31D-911D5B98FBAB}" presName="rootComposite" presStyleCnt="0"/>
      <dgm:spPr/>
    </dgm:pt>
    <dgm:pt modelId="{2FA2CDFE-C360-4692-BDB6-0C3649455A65}" type="pres">
      <dgm:prSet presAssocID="{A4137C56-B98A-437E-A31D-911D5B98FBAB}" presName="rootText" presStyleLbl="node4" presStyleIdx="6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E609E5A-440A-449B-A616-CB4D49A508B0}" type="pres">
      <dgm:prSet presAssocID="{A4137C56-B98A-437E-A31D-911D5B98FBAB}" presName="rootConnector" presStyleLbl="node4" presStyleIdx="65" presStyleCnt="122"/>
      <dgm:spPr/>
    </dgm:pt>
    <dgm:pt modelId="{1A924E93-6467-4394-9546-D03E67AFCD8C}" type="pres">
      <dgm:prSet presAssocID="{A4137C56-B98A-437E-A31D-911D5B98FBAB}" presName="hierChild4" presStyleCnt="0"/>
      <dgm:spPr/>
    </dgm:pt>
    <dgm:pt modelId="{6720BB45-6CE6-41F7-9F04-048FC7E2498A}" type="pres">
      <dgm:prSet presAssocID="{A4137C56-B98A-437E-A31D-911D5B98FBAB}" presName="hierChild5" presStyleCnt="0"/>
      <dgm:spPr/>
    </dgm:pt>
    <dgm:pt modelId="{BE6537E0-2A40-40A8-A601-32E68F76EEA5}" type="pres">
      <dgm:prSet presAssocID="{81A940C8-67F4-44DD-9438-153EE46E6069}" presName="Name37" presStyleLbl="parChTrans1D4" presStyleIdx="66" presStyleCnt="122"/>
      <dgm:spPr/>
    </dgm:pt>
    <dgm:pt modelId="{E5463328-6E85-42A6-8D06-A0EF673D045A}" type="pres">
      <dgm:prSet presAssocID="{0B2BB143-0F07-448B-83FC-279D804EE85C}" presName="hierRoot2" presStyleCnt="0">
        <dgm:presLayoutVars>
          <dgm:hierBranch val="init"/>
        </dgm:presLayoutVars>
      </dgm:prSet>
      <dgm:spPr/>
    </dgm:pt>
    <dgm:pt modelId="{5FDF3CE9-117F-482B-BD99-E346671E4B0A}" type="pres">
      <dgm:prSet presAssocID="{0B2BB143-0F07-448B-83FC-279D804EE85C}" presName="rootComposite" presStyleCnt="0"/>
      <dgm:spPr/>
    </dgm:pt>
    <dgm:pt modelId="{F62FD2BB-57D1-4A62-950A-EE42F54A44EC}" type="pres">
      <dgm:prSet presAssocID="{0B2BB143-0F07-448B-83FC-279D804EE85C}" presName="rootText" presStyleLbl="node4" presStyleIdx="6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24572763-CF30-489F-BAFC-0D93293BC09E}" type="pres">
      <dgm:prSet presAssocID="{0B2BB143-0F07-448B-83FC-279D804EE85C}" presName="rootConnector" presStyleLbl="node4" presStyleIdx="66" presStyleCnt="122"/>
      <dgm:spPr/>
    </dgm:pt>
    <dgm:pt modelId="{8165A10F-4B4D-4F0C-BB3E-624245E7828A}" type="pres">
      <dgm:prSet presAssocID="{0B2BB143-0F07-448B-83FC-279D804EE85C}" presName="hierChild4" presStyleCnt="0"/>
      <dgm:spPr/>
    </dgm:pt>
    <dgm:pt modelId="{26867210-AE45-433F-8297-A0ED9C60B517}" type="pres">
      <dgm:prSet presAssocID="{0B2BB143-0F07-448B-83FC-279D804EE85C}" presName="hierChild5" presStyleCnt="0"/>
      <dgm:spPr/>
    </dgm:pt>
    <dgm:pt modelId="{32D01696-C28B-41ED-ADF1-F98A69E3B32C}" type="pres">
      <dgm:prSet presAssocID="{A823DDFE-76FB-477B-B3DE-78568AAB9323}" presName="Name37" presStyleLbl="parChTrans1D4" presStyleIdx="67" presStyleCnt="122"/>
      <dgm:spPr/>
    </dgm:pt>
    <dgm:pt modelId="{082E0BF4-1E7F-4760-81A6-B1A21B379C79}" type="pres">
      <dgm:prSet presAssocID="{FB108984-5A1F-48B1-93FE-1F4A1A178C6A}" presName="hierRoot2" presStyleCnt="0">
        <dgm:presLayoutVars>
          <dgm:hierBranch val="init"/>
        </dgm:presLayoutVars>
      </dgm:prSet>
      <dgm:spPr/>
    </dgm:pt>
    <dgm:pt modelId="{DC182430-6A72-4586-B6BA-936DE090D1FF}" type="pres">
      <dgm:prSet presAssocID="{FB108984-5A1F-48B1-93FE-1F4A1A178C6A}" presName="rootComposite" presStyleCnt="0"/>
      <dgm:spPr/>
    </dgm:pt>
    <dgm:pt modelId="{63BD861E-8753-49DC-97D3-F13451019827}" type="pres">
      <dgm:prSet presAssocID="{FB108984-5A1F-48B1-93FE-1F4A1A178C6A}" presName="rootText" presStyleLbl="node4" presStyleIdx="6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6671755-99C3-4BEF-8CFF-21F311B2FD7F}" type="pres">
      <dgm:prSet presAssocID="{FB108984-5A1F-48B1-93FE-1F4A1A178C6A}" presName="rootConnector" presStyleLbl="node4" presStyleIdx="67" presStyleCnt="122"/>
      <dgm:spPr/>
    </dgm:pt>
    <dgm:pt modelId="{083D7086-594E-4D93-83B6-8AFC5D3FB314}" type="pres">
      <dgm:prSet presAssocID="{FB108984-5A1F-48B1-93FE-1F4A1A178C6A}" presName="hierChild4" presStyleCnt="0"/>
      <dgm:spPr/>
    </dgm:pt>
    <dgm:pt modelId="{E4BDC733-ED03-4CB1-ADF1-1E82F1597582}" type="pres">
      <dgm:prSet presAssocID="{FB108984-5A1F-48B1-93FE-1F4A1A178C6A}" presName="hierChild5" presStyleCnt="0"/>
      <dgm:spPr/>
    </dgm:pt>
    <dgm:pt modelId="{003DD7D2-C4D5-4B5D-90EB-354E96FF8408}" type="pres">
      <dgm:prSet presAssocID="{4718AB96-EAB9-4BE3-9A85-EB96876066FE}" presName="hierChild5" presStyleCnt="0"/>
      <dgm:spPr/>
    </dgm:pt>
    <dgm:pt modelId="{9ECA3C23-35D0-4D51-9117-2611AFB8F678}" type="pres">
      <dgm:prSet presAssocID="{3EB13195-CF9C-4117-8326-CA6F97D16340}" presName="Name37" presStyleLbl="parChTrans1D3" presStyleIdx="20" presStyleCnt="39"/>
      <dgm:spPr/>
    </dgm:pt>
    <dgm:pt modelId="{83042328-B88E-4365-88A4-FAA86D070FF1}" type="pres">
      <dgm:prSet presAssocID="{9825DAB7-EDFA-4548-946A-B352FF8CF6EE}" presName="hierRoot2" presStyleCnt="0">
        <dgm:presLayoutVars>
          <dgm:hierBranch val="init"/>
        </dgm:presLayoutVars>
      </dgm:prSet>
      <dgm:spPr/>
    </dgm:pt>
    <dgm:pt modelId="{11DEA036-17CE-41A7-9FEF-FD0158E632CD}" type="pres">
      <dgm:prSet presAssocID="{9825DAB7-EDFA-4548-946A-B352FF8CF6EE}" presName="rootComposite" presStyleCnt="0"/>
      <dgm:spPr/>
    </dgm:pt>
    <dgm:pt modelId="{A9FE15DB-343A-47CA-94BF-400187D9ACB8}" type="pres">
      <dgm:prSet presAssocID="{9825DAB7-EDFA-4548-946A-B352FF8CF6EE}" presName="rootText" presStyleLbl="node3" presStyleIdx="20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B698ED06-5F52-44A9-9909-7265D613921D}" type="pres">
      <dgm:prSet presAssocID="{9825DAB7-EDFA-4548-946A-B352FF8CF6EE}" presName="rootConnector" presStyleLbl="node3" presStyleIdx="20" presStyleCnt="39"/>
      <dgm:spPr/>
    </dgm:pt>
    <dgm:pt modelId="{B8F1E83E-D07A-4E45-A6E1-7B18847AF1A0}" type="pres">
      <dgm:prSet presAssocID="{9825DAB7-EDFA-4548-946A-B352FF8CF6EE}" presName="hierChild4" presStyleCnt="0"/>
      <dgm:spPr/>
    </dgm:pt>
    <dgm:pt modelId="{A4CE7AF2-10B1-4625-A6A6-1F62187A9DEC}" type="pres">
      <dgm:prSet presAssocID="{A0882C33-6410-4623-B3FD-AF4FA5395C3B}" presName="Name37" presStyleLbl="parChTrans1D4" presStyleIdx="68" presStyleCnt="122"/>
      <dgm:spPr/>
    </dgm:pt>
    <dgm:pt modelId="{DFDF5867-4294-4776-8FDC-D714F23C43BB}" type="pres">
      <dgm:prSet presAssocID="{7F9ACF5B-D10A-45E1-AC5E-85E71956B59B}" presName="hierRoot2" presStyleCnt="0">
        <dgm:presLayoutVars>
          <dgm:hierBranch val="init"/>
        </dgm:presLayoutVars>
      </dgm:prSet>
      <dgm:spPr/>
    </dgm:pt>
    <dgm:pt modelId="{5A4E2DC9-BEAF-4291-B8C4-45A517C1336F}" type="pres">
      <dgm:prSet presAssocID="{7F9ACF5B-D10A-45E1-AC5E-85E71956B59B}" presName="rootComposite" presStyleCnt="0"/>
      <dgm:spPr/>
    </dgm:pt>
    <dgm:pt modelId="{872B54C5-9C32-49E3-A921-4492AF7E48D1}" type="pres">
      <dgm:prSet presAssocID="{7F9ACF5B-D10A-45E1-AC5E-85E71956B59B}" presName="rootText" presStyleLbl="node4" presStyleIdx="6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68ADF8E-12DA-4FA4-850D-310423099387}" type="pres">
      <dgm:prSet presAssocID="{7F9ACF5B-D10A-45E1-AC5E-85E71956B59B}" presName="rootConnector" presStyleLbl="node4" presStyleIdx="68" presStyleCnt="122"/>
      <dgm:spPr/>
    </dgm:pt>
    <dgm:pt modelId="{CF350A69-FDC1-4CE4-BB12-64CE472455BE}" type="pres">
      <dgm:prSet presAssocID="{7F9ACF5B-D10A-45E1-AC5E-85E71956B59B}" presName="hierChild4" presStyleCnt="0"/>
      <dgm:spPr/>
    </dgm:pt>
    <dgm:pt modelId="{B8115C8E-646A-4F85-82D8-3AA84E6D4DE8}" type="pres">
      <dgm:prSet presAssocID="{7F9ACF5B-D10A-45E1-AC5E-85E71956B59B}" presName="hierChild5" presStyleCnt="0"/>
      <dgm:spPr/>
    </dgm:pt>
    <dgm:pt modelId="{D38B95FE-2E2F-46B1-A2C8-EA3980CED39F}" type="pres">
      <dgm:prSet presAssocID="{EA89C24E-0BD4-467C-BCA8-F9608C5E60D4}" presName="Name37" presStyleLbl="parChTrans1D4" presStyleIdx="69" presStyleCnt="122"/>
      <dgm:spPr/>
    </dgm:pt>
    <dgm:pt modelId="{B857B735-7AC2-40A3-A943-CA3F4F962247}" type="pres">
      <dgm:prSet presAssocID="{75DA4C9D-4490-4CDB-85AD-4077F39F3A45}" presName="hierRoot2" presStyleCnt="0">
        <dgm:presLayoutVars>
          <dgm:hierBranch val="init"/>
        </dgm:presLayoutVars>
      </dgm:prSet>
      <dgm:spPr/>
    </dgm:pt>
    <dgm:pt modelId="{BC315F4D-EBA6-4246-8CCE-D4590AC604AF}" type="pres">
      <dgm:prSet presAssocID="{75DA4C9D-4490-4CDB-85AD-4077F39F3A45}" presName="rootComposite" presStyleCnt="0"/>
      <dgm:spPr/>
    </dgm:pt>
    <dgm:pt modelId="{EE5E02FC-B31D-4CCA-9CB6-3FD549A5B819}" type="pres">
      <dgm:prSet presAssocID="{75DA4C9D-4490-4CDB-85AD-4077F39F3A45}" presName="rootText" presStyleLbl="node4" presStyleIdx="6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B43F5C7-1C87-4366-A58C-FAF611906C0F}" type="pres">
      <dgm:prSet presAssocID="{75DA4C9D-4490-4CDB-85AD-4077F39F3A45}" presName="rootConnector" presStyleLbl="node4" presStyleIdx="69" presStyleCnt="122"/>
      <dgm:spPr/>
    </dgm:pt>
    <dgm:pt modelId="{CA84D6FE-E5CE-445B-8126-D3D8F8E8E80A}" type="pres">
      <dgm:prSet presAssocID="{75DA4C9D-4490-4CDB-85AD-4077F39F3A45}" presName="hierChild4" presStyleCnt="0"/>
      <dgm:spPr/>
    </dgm:pt>
    <dgm:pt modelId="{05F17F3D-31E6-4980-B7DE-BC01376AD864}" type="pres">
      <dgm:prSet presAssocID="{75DA4C9D-4490-4CDB-85AD-4077F39F3A45}" presName="hierChild5" presStyleCnt="0"/>
      <dgm:spPr/>
    </dgm:pt>
    <dgm:pt modelId="{E8DCED65-69C1-4C7D-8AB1-0A5BE6413346}" type="pres">
      <dgm:prSet presAssocID="{4693D849-7F10-4C1C-A85C-73A730A7D11A}" presName="Name37" presStyleLbl="parChTrans1D4" presStyleIdx="70" presStyleCnt="122"/>
      <dgm:spPr/>
    </dgm:pt>
    <dgm:pt modelId="{531D86C3-4538-41D3-931F-5D312F33B04D}" type="pres">
      <dgm:prSet presAssocID="{03288A97-D612-4DB6-8F32-82E3A4B35BC3}" presName="hierRoot2" presStyleCnt="0">
        <dgm:presLayoutVars>
          <dgm:hierBranch val="init"/>
        </dgm:presLayoutVars>
      </dgm:prSet>
      <dgm:spPr/>
    </dgm:pt>
    <dgm:pt modelId="{46841CF6-9449-484E-9ACA-552AB5B7E9C1}" type="pres">
      <dgm:prSet presAssocID="{03288A97-D612-4DB6-8F32-82E3A4B35BC3}" presName="rootComposite" presStyleCnt="0"/>
      <dgm:spPr/>
    </dgm:pt>
    <dgm:pt modelId="{5C218586-5B3C-4FD1-A6C4-5DFA56769B92}" type="pres">
      <dgm:prSet presAssocID="{03288A97-D612-4DB6-8F32-82E3A4B35BC3}" presName="rootText" presStyleLbl="node4" presStyleIdx="7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D8EAE8D2-7EEC-4F6E-90F8-CD74BBEC439C}" type="pres">
      <dgm:prSet presAssocID="{03288A97-D612-4DB6-8F32-82E3A4B35BC3}" presName="rootConnector" presStyleLbl="node4" presStyleIdx="70" presStyleCnt="122"/>
      <dgm:spPr/>
    </dgm:pt>
    <dgm:pt modelId="{B23EA258-483A-4075-AF28-998E7D6940FD}" type="pres">
      <dgm:prSet presAssocID="{03288A97-D612-4DB6-8F32-82E3A4B35BC3}" presName="hierChild4" presStyleCnt="0"/>
      <dgm:spPr/>
    </dgm:pt>
    <dgm:pt modelId="{2A104754-CD5E-4ECE-90EB-D8D5AD6CD450}" type="pres">
      <dgm:prSet presAssocID="{03288A97-D612-4DB6-8F32-82E3A4B35BC3}" presName="hierChild5" presStyleCnt="0"/>
      <dgm:spPr/>
    </dgm:pt>
    <dgm:pt modelId="{DE02F199-87FA-49C0-8BD2-ED55D47C0136}" type="pres">
      <dgm:prSet presAssocID="{CD48D2D7-5F56-4E77-A57E-AEB9BB43FB5D}" presName="Name37" presStyleLbl="parChTrans1D4" presStyleIdx="71" presStyleCnt="122"/>
      <dgm:spPr/>
    </dgm:pt>
    <dgm:pt modelId="{74787983-CDBA-411E-9ADE-F3E14BA24CED}" type="pres">
      <dgm:prSet presAssocID="{0204BDD3-7E11-4A7B-B9A3-FAA744D275B4}" presName="hierRoot2" presStyleCnt="0">
        <dgm:presLayoutVars>
          <dgm:hierBranch val="init"/>
        </dgm:presLayoutVars>
      </dgm:prSet>
      <dgm:spPr/>
    </dgm:pt>
    <dgm:pt modelId="{9D2F9F04-0A2E-42DF-B97C-C75CF1305F68}" type="pres">
      <dgm:prSet presAssocID="{0204BDD3-7E11-4A7B-B9A3-FAA744D275B4}" presName="rootComposite" presStyleCnt="0"/>
      <dgm:spPr/>
    </dgm:pt>
    <dgm:pt modelId="{B3FD1850-5428-454F-AF32-30BCAC70B30F}" type="pres">
      <dgm:prSet presAssocID="{0204BDD3-7E11-4A7B-B9A3-FAA744D275B4}" presName="rootText" presStyleLbl="node4" presStyleIdx="7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2C314E0-921C-49E8-B1F1-0FE5ABCF7088}" type="pres">
      <dgm:prSet presAssocID="{0204BDD3-7E11-4A7B-B9A3-FAA744D275B4}" presName="rootConnector" presStyleLbl="node4" presStyleIdx="71" presStyleCnt="122"/>
      <dgm:spPr/>
    </dgm:pt>
    <dgm:pt modelId="{8AF29267-D1AC-4937-AD01-A36927E6FDD7}" type="pres">
      <dgm:prSet presAssocID="{0204BDD3-7E11-4A7B-B9A3-FAA744D275B4}" presName="hierChild4" presStyleCnt="0"/>
      <dgm:spPr/>
    </dgm:pt>
    <dgm:pt modelId="{F8E1D2B1-02B4-4830-B3F9-ED3454A0DE84}" type="pres">
      <dgm:prSet presAssocID="{0204BDD3-7E11-4A7B-B9A3-FAA744D275B4}" presName="hierChild5" presStyleCnt="0"/>
      <dgm:spPr/>
    </dgm:pt>
    <dgm:pt modelId="{29776831-3E85-4147-B12F-BCBB9A27B205}" type="pres">
      <dgm:prSet presAssocID="{B0A31B98-D1BA-4C79-9BD2-5B0881DCC849}" presName="Name37" presStyleLbl="parChTrans1D4" presStyleIdx="72" presStyleCnt="122"/>
      <dgm:spPr/>
    </dgm:pt>
    <dgm:pt modelId="{CF98B88F-4897-4982-80C0-4D111A100753}" type="pres">
      <dgm:prSet presAssocID="{AB9173F2-29AB-4174-BC7F-8F6D631BF1E9}" presName="hierRoot2" presStyleCnt="0">
        <dgm:presLayoutVars>
          <dgm:hierBranch val="init"/>
        </dgm:presLayoutVars>
      </dgm:prSet>
      <dgm:spPr/>
    </dgm:pt>
    <dgm:pt modelId="{C8981DFB-0BC6-40BC-93DE-7464FB16F1E2}" type="pres">
      <dgm:prSet presAssocID="{AB9173F2-29AB-4174-BC7F-8F6D631BF1E9}" presName="rootComposite" presStyleCnt="0"/>
      <dgm:spPr/>
    </dgm:pt>
    <dgm:pt modelId="{0259C31A-8186-480B-8A09-55CDEC7DA63A}" type="pres">
      <dgm:prSet presAssocID="{AB9173F2-29AB-4174-BC7F-8F6D631BF1E9}" presName="rootText" presStyleLbl="node4" presStyleIdx="72" presStyleCnt="122">
        <dgm:presLayoutVars>
          <dgm:chPref val="3"/>
        </dgm:presLayoutVars>
      </dgm:prSet>
      <dgm:spPr>
        <a:xfrm>
          <a:off x="25260365" y="4349910"/>
          <a:ext cx="861672" cy="430836"/>
        </a:xfrm>
        <a:prstGeom prst="roundRect">
          <a:avLst/>
        </a:prstGeom>
      </dgm:spPr>
    </dgm:pt>
    <dgm:pt modelId="{E747E3D1-9721-44A7-9CE9-F9841BF0C363}" type="pres">
      <dgm:prSet presAssocID="{AB9173F2-29AB-4174-BC7F-8F6D631BF1E9}" presName="rootConnector" presStyleLbl="node4" presStyleIdx="72" presStyleCnt="122"/>
      <dgm:spPr/>
    </dgm:pt>
    <dgm:pt modelId="{5287B8E0-1EA9-40BF-836F-E890DD40DDED}" type="pres">
      <dgm:prSet presAssocID="{AB9173F2-29AB-4174-BC7F-8F6D631BF1E9}" presName="hierChild4" presStyleCnt="0"/>
      <dgm:spPr/>
    </dgm:pt>
    <dgm:pt modelId="{91D9FB37-631F-4B0E-8D70-C153333087B8}" type="pres">
      <dgm:prSet presAssocID="{AB9173F2-29AB-4174-BC7F-8F6D631BF1E9}" presName="hierChild5" presStyleCnt="0"/>
      <dgm:spPr/>
    </dgm:pt>
    <dgm:pt modelId="{C7209305-7A41-4754-A603-8AB629A8B832}" type="pres">
      <dgm:prSet presAssocID="{9825DAB7-EDFA-4548-946A-B352FF8CF6EE}" presName="hierChild5" presStyleCnt="0"/>
      <dgm:spPr/>
    </dgm:pt>
    <dgm:pt modelId="{4230F1FE-202E-4231-9A87-0B5896D9CE31}" type="pres">
      <dgm:prSet presAssocID="{228577B5-C929-4096-A57F-CFEB2C6B683D}" presName="Name37" presStyleLbl="parChTrans1D3" presStyleIdx="21" presStyleCnt="39"/>
      <dgm:spPr/>
    </dgm:pt>
    <dgm:pt modelId="{F109F8D7-229F-4425-92C8-AAA20CF09B15}" type="pres">
      <dgm:prSet presAssocID="{4BE4E321-13DB-46F6-B836-C0536D46723C}" presName="hierRoot2" presStyleCnt="0">
        <dgm:presLayoutVars>
          <dgm:hierBranch val="init"/>
        </dgm:presLayoutVars>
      </dgm:prSet>
      <dgm:spPr/>
    </dgm:pt>
    <dgm:pt modelId="{9D866801-B082-463D-B2DB-AF3DEFA448DA}" type="pres">
      <dgm:prSet presAssocID="{4BE4E321-13DB-46F6-B836-C0536D46723C}" presName="rootComposite" presStyleCnt="0"/>
      <dgm:spPr/>
    </dgm:pt>
    <dgm:pt modelId="{6EA33034-635F-4998-818F-A9FCD1DFC48F}" type="pres">
      <dgm:prSet presAssocID="{4BE4E321-13DB-46F6-B836-C0536D46723C}" presName="rootText" presStyleLbl="node3" presStyleIdx="21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46BBA359-4740-4B57-99CA-0A52FB102C13}" type="pres">
      <dgm:prSet presAssocID="{4BE4E321-13DB-46F6-B836-C0536D46723C}" presName="rootConnector" presStyleLbl="node3" presStyleIdx="21" presStyleCnt="39"/>
      <dgm:spPr/>
    </dgm:pt>
    <dgm:pt modelId="{39132C10-46E1-44AD-B599-4B632EB30313}" type="pres">
      <dgm:prSet presAssocID="{4BE4E321-13DB-46F6-B836-C0536D46723C}" presName="hierChild4" presStyleCnt="0"/>
      <dgm:spPr/>
    </dgm:pt>
    <dgm:pt modelId="{96EE91D0-859D-4A09-B87D-4A423FD439D5}" type="pres">
      <dgm:prSet presAssocID="{675E7EAC-8F7D-4C30-8B6E-FB7788B09D56}" presName="Name37" presStyleLbl="parChTrans1D4" presStyleIdx="73" presStyleCnt="122"/>
      <dgm:spPr/>
    </dgm:pt>
    <dgm:pt modelId="{C4C2CEDE-8D72-485A-AB13-BBD858E226E7}" type="pres">
      <dgm:prSet presAssocID="{68FC9444-A2AA-49A0-85D7-1C64B01932FC}" presName="hierRoot2" presStyleCnt="0">
        <dgm:presLayoutVars>
          <dgm:hierBranch val="init"/>
        </dgm:presLayoutVars>
      </dgm:prSet>
      <dgm:spPr/>
    </dgm:pt>
    <dgm:pt modelId="{8F8D39D8-8344-418C-BEF6-9E474306A7AC}" type="pres">
      <dgm:prSet presAssocID="{68FC9444-A2AA-49A0-85D7-1C64B01932FC}" presName="rootComposite" presStyleCnt="0"/>
      <dgm:spPr/>
    </dgm:pt>
    <dgm:pt modelId="{4B258E43-CD69-4F6B-B8D8-4E7D99416063}" type="pres">
      <dgm:prSet presAssocID="{68FC9444-A2AA-49A0-85D7-1C64B01932FC}" presName="rootText" presStyleLbl="node4" presStyleIdx="7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4A6E346-23D5-4422-823A-C535113CF0A0}" type="pres">
      <dgm:prSet presAssocID="{68FC9444-A2AA-49A0-85D7-1C64B01932FC}" presName="rootConnector" presStyleLbl="node4" presStyleIdx="73" presStyleCnt="122"/>
      <dgm:spPr/>
    </dgm:pt>
    <dgm:pt modelId="{920A106C-1BE9-4B3C-B51A-990554798D31}" type="pres">
      <dgm:prSet presAssocID="{68FC9444-A2AA-49A0-85D7-1C64B01932FC}" presName="hierChild4" presStyleCnt="0"/>
      <dgm:spPr/>
    </dgm:pt>
    <dgm:pt modelId="{9472CE05-E6C7-4254-83CE-BC23B6D22619}" type="pres">
      <dgm:prSet presAssocID="{68FC9444-A2AA-49A0-85D7-1C64B01932FC}" presName="hierChild5" presStyleCnt="0"/>
      <dgm:spPr/>
    </dgm:pt>
    <dgm:pt modelId="{132AB459-EBC1-4CFA-B4BD-D2649EEF0C18}" type="pres">
      <dgm:prSet presAssocID="{49EC09F7-2817-46F3-906C-59E538E661D3}" presName="Name37" presStyleLbl="parChTrans1D4" presStyleIdx="74" presStyleCnt="122"/>
      <dgm:spPr/>
    </dgm:pt>
    <dgm:pt modelId="{8A461154-6B1D-4CCB-9EC8-1DF23075BCB5}" type="pres">
      <dgm:prSet presAssocID="{9C73C3C5-8F87-4ED9-AAB8-49C79C356D69}" presName="hierRoot2" presStyleCnt="0">
        <dgm:presLayoutVars>
          <dgm:hierBranch val="init"/>
        </dgm:presLayoutVars>
      </dgm:prSet>
      <dgm:spPr/>
    </dgm:pt>
    <dgm:pt modelId="{896BE87B-AED1-4A99-B4E8-80BE890D10E5}" type="pres">
      <dgm:prSet presAssocID="{9C73C3C5-8F87-4ED9-AAB8-49C79C356D69}" presName="rootComposite" presStyleCnt="0"/>
      <dgm:spPr/>
    </dgm:pt>
    <dgm:pt modelId="{48110D79-D1F1-40A7-B3FE-FB16A405A410}" type="pres">
      <dgm:prSet presAssocID="{9C73C3C5-8F87-4ED9-AAB8-49C79C356D69}" presName="rootText" presStyleLbl="node4" presStyleIdx="7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3E952D3-07CA-494B-8B86-3F71329F9D86}" type="pres">
      <dgm:prSet presAssocID="{9C73C3C5-8F87-4ED9-AAB8-49C79C356D69}" presName="rootConnector" presStyleLbl="node4" presStyleIdx="74" presStyleCnt="122"/>
      <dgm:spPr/>
    </dgm:pt>
    <dgm:pt modelId="{9C333835-4C3A-404F-BB10-1E5B07C8A4F5}" type="pres">
      <dgm:prSet presAssocID="{9C73C3C5-8F87-4ED9-AAB8-49C79C356D69}" presName="hierChild4" presStyleCnt="0"/>
      <dgm:spPr/>
    </dgm:pt>
    <dgm:pt modelId="{5B480271-9024-40F7-BE6A-56D4306CB3C6}" type="pres">
      <dgm:prSet presAssocID="{9C73C3C5-8F87-4ED9-AAB8-49C79C356D69}" presName="hierChild5" presStyleCnt="0"/>
      <dgm:spPr/>
    </dgm:pt>
    <dgm:pt modelId="{B94109C3-0C3B-44C8-95BF-85611A57F949}" type="pres">
      <dgm:prSet presAssocID="{4BE4E321-13DB-46F6-B836-C0536D46723C}" presName="hierChild5" presStyleCnt="0"/>
      <dgm:spPr/>
    </dgm:pt>
    <dgm:pt modelId="{B393B20B-3215-4A1F-A623-EFC0AA7EE754}" type="pres">
      <dgm:prSet presAssocID="{9B7EC730-43E9-4144-B861-A62CBF80D70B}" presName="Name37" presStyleLbl="parChTrans1D3" presStyleIdx="22" presStyleCnt="39"/>
      <dgm:spPr/>
    </dgm:pt>
    <dgm:pt modelId="{3AAFD8BC-4D55-4B5C-8D09-6DC49A4B8DC3}" type="pres">
      <dgm:prSet presAssocID="{BE832460-E5E9-4F49-A204-839F0934280C}" presName="hierRoot2" presStyleCnt="0">
        <dgm:presLayoutVars>
          <dgm:hierBranch val="init"/>
        </dgm:presLayoutVars>
      </dgm:prSet>
      <dgm:spPr/>
    </dgm:pt>
    <dgm:pt modelId="{228B75E9-A270-4603-BFFF-B958D1195627}" type="pres">
      <dgm:prSet presAssocID="{BE832460-E5E9-4F49-A204-839F0934280C}" presName="rootComposite" presStyleCnt="0"/>
      <dgm:spPr/>
    </dgm:pt>
    <dgm:pt modelId="{831BBDEA-99C3-48EC-A436-9B4505ADA81F}" type="pres">
      <dgm:prSet presAssocID="{BE832460-E5E9-4F49-A204-839F0934280C}" presName="rootText" presStyleLbl="node3" presStyleIdx="22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AEB3D553-D353-4DA9-89CA-E85D2CB1D557}" type="pres">
      <dgm:prSet presAssocID="{BE832460-E5E9-4F49-A204-839F0934280C}" presName="rootConnector" presStyleLbl="node3" presStyleIdx="22" presStyleCnt="39"/>
      <dgm:spPr/>
    </dgm:pt>
    <dgm:pt modelId="{E716CBE3-0B35-4FB2-9974-03C0D10700D5}" type="pres">
      <dgm:prSet presAssocID="{BE832460-E5E9-4F49-A204-839F0934280C}" presName="hierChild4" presStyleCnt="0"/>
      <dgm:spPr/>
    </dgm:pt>
    <dgm:pt modelId="{279B4F28-8E69-4E9C-B3F5-C8A405B1177D}" type="pres">
      <dgm:prSet presAssocID="{C0DB2E44-6B37-419A-BD17-5F5B2B7C18D8}" presName="Name37" presStyleLbl="parChTrans1D4" presStyleIdx="75" presStyleCnt="122"/>
      <dgm:spPr/>
    </dgm:pt>
    <dgm:pt modelId="{17F38497-2B83-4665-BB7E-8AFC8844CBBC}" type="pres">
      <dgm:prSet presAssocID="{11C7898F-0FED-4AEC-B702-280D40F9143D}" presName="hierRoot2" presStyleCnt="0">
        <dgm:presLayoutVars>
          <dgm:hierBranch val="init"/>
        </dgm:presLayoutVars>
      </dgm:prSet>
      <dgm:spPr/>
    </dgm:pt>
    <dgm:pt modelId="{446E4470-7288-4448-AB97-AC780C0EB829}" type="pres">
      <dgm:prSet presAssocID="{11C7898F-0FED-4AEC-B702-280D40F9143D}" presName="rootComposite" presStyleCnt="0"/>
      <dgm:spPr/>
    </dgm:pt>
    <dgm:pt modelId="{E22ED98B-DF9A-4B42-B105-760AFD836F73}" type="pres">
      <dgm:prSet presAssocID="{11C7898F-0FED-4AEC-B702-280D40F9143D}" presName="rootText" presStyleLbl="node4" presStyleIdx="7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BC0EC6D-2875-4E02-93B0-69C896DF3B3E}" type="pres">
      <dgm:prSet presAssocID="{11C7898F-0FED-4AEC-B702-280D40F9143D}" presName="rootConnector" presStyleLbl="node4" presStyleIdx="75" presStyleCnt="122"/>
      <dgm:spPr/>
    </dgm:pt>
    <dgm:pt modelId="{1B4308D6-B2AB-4EF4-985B-51DB78FC48AB}" type="pres">
      <dgm:prSet presAssocID="{11C7898F-0FED-4AEC-B702-280D40F9143D}" presName="hierChild4" presStyleCnt="0"/>
      <dgm:spPr/>
    </dgm:pt>
    <dgm:pt modelId="{5366FA46-A3DD-49B9-9551-F674DC2F2563}" type="pres">
      <dgm:prSet presAssocID="{11C7898F-0FED-4AEC-B702-280D40F9143D}" presName="hierChild5" presStyleCnt="0"/>
      <dgm:spPr/>
    </dgm:pt>
    <dgm:pt modelId="{A3992975-B990-48CC-BD03-23EA1C8ED422}" type="pres">
      <dgm:prSet presAssocID="{BE832460-E5E9-4F49-A204-839F0934280C}" presName="hierChild5" presStyleCnt="0"/>
      <dgm:spPr/>
    </dgm:pt>
    <dgm:pt modelId="{2CE7C095-AADB-486D-8063-DFF4E84761F3}" type="pres">
      <dgm:prSet presAssocID="{0B23147A-C278-48A1-867A-0B614F278DCA}" presName="Name37" presStyleLbl="parChTrans1D3" presStyleIdx="23" presStyleCnt="39"/>
      <dgm:spPr/>
    </dgm:pt>
    <dgm:pt modelId="{6805F2CE-E670-4544-B774-574578F77039}" type="pres">
      <dgm:prSet presAssocID="{7CA06230-365F-4163-90B9-9084D80FB553}" presName="hierRoot2" presStyleCnt="0">
        <dgm:presLayoutVars>
          <dgm:hierBranch val="init"/>
        </dgm:presLayoutVars>
      </dgm:prSet>
      <dgm:spPr/>
    </dgm:pt>
    <dgm:pt modelId="{AA7A6298-8527-414E-9504-BA3513EB2F0F}" type="pres">
      <dgm:prSet presAssocID="{7CA06230-365F-4163-90B9-9084D80FB553}" presName="rootComposite" presStyleCnt="0"/>
      <dgm:spPr/>
    </dgm:pt>
    <dgm:pt modelId="{DF526DD1-3BBA-4D96-A2E5-1C1F115ED83B}" type="pres">
      <dgm:prSet presAssocID="{7CA06230-365F-4163-90B9-9084D80FB553}" presName="rootText" presStyleLbl="node3" presStyleIdx="23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C0919ACA-79E5-472A-9DCE-33B7C5D0FADB}" type="pres">
      <dgm:prSet presAssocID="{7CA06230-365F-4163-90B9-9084D80FB553}" presName="rootConnector" presStyleLbl="node3" presStyleIdx="23" presStyleCnt="39"/>
      <dgm:spPr/>
    </dgm:pt>
    <dgm:pt modelId="{C5742F0E-DD7C-4512-84C4-6256E70C1A4B}" type="pres">
      <dgm:prSet presAssocID="{7CA06230-365F-4163-90B9-9084D80FB553}" presName="hierChild4" presStyleCnt="0"/>
      <dgm:spPr/>
    </dgm:pt>
    <dgm:pt modelId="{B0E54EEB-B701-44F7-9AE0-B92643DEDA9F}" type="pres">
      <dgm:prSet presAssocID="{594629E1-23DF-4114-BA82-0FBEA369FDDB}" presName="Name37" presStyleLbl="parChTrans1D4" presStyleIdx="76" presStyleCnt="122"/>
      <dgm:spPr/>
    </dgm:pt>
    <dgm:pt modelId="{3327D474-B522-411B-9BFB-D862EA6A1B54}" type="pres">
      <dgm:prSet presAssocID="{C8F37173-6759-4C46-ADCE-456EBEA8EB1F}" presName="hierRoot2" presStyleCnt="0">
        <dgm:presLayoutVars>
          <dgm:hierBranch val="init"/>
        </dgm:presLayoutVars>
      </dgm:prSet>
      <dgm:spPr/>
    </dgm:pt>
    <dgm:pt modelId="{3ADA0BBE-A139-4236-AA96-3D82CD4145FA}" type="pres">
      <dgm:prSet presAssocID="{C8F37173-6759-4C46-ADCE-456EBEA8EB1F}" presName="rootComposite" presStyleCnt="0"/>
      <dgm:spPr/>
    </dgm:pt>
    <dgm:pt modelId="{2580FA16-5A34-4813-9A1D-BE7E1C427851}" type="pres">
      <dgm:prSet presAssocID="{C8F37173-6759-4C46-ADCE-456EBEA8EB1F}" presName="rootText" presStyleLbl="node4" presStyleIdx="7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20F7361-E05C-4465-8225-13B40D463F22}" type="pres">
      <dgm:prSet presAssocID="{C8F37173-6759-4C46-ADCE-456EBEA8EB1F}" presName="rootConnector" presStyleLbl="node4" presStyleIdx="76" presStyleCnt="122"/>
      <dgm:spPr/>
    </dgm:pt>
    <dgm:pt modelId="{ED3058D8-374C-4AF6-9863-4768FCC2898C}" type="pres">
      <dgm:prSet presAssocID="{C8F37173-6759-4C46-ADCE-456EBEA8EB1F}" presName="hierChild4" presStyleCnt="0"/>
      <dgm:spPr/>
    </dgm:pt>
    <dgm:pt modelId="{912B6DD3-1DFF-48F9-A42B-4C0188E79561}" type="pres">
      <dgm:prSet presAssocID="{C8F37173-6759-4C46-ADCE-456EBEA8EB1F}" presName="hierChild5" presStyleCnt="0"/>
      <dgm:spPr/>
    </dgm:pt>
    <dgm:pt modelId="{0CDFCA7F-7A15-4BB9-8A63-BD98DAFAF789}" type="pres">
      <dgm:prSet presAssocID="{7CA06230-365F-4163-90B9-9084D80FB553}" presName="hierChild5" presStyleCnt="0"/>
      <dgm:spPr/>
    </dgm:pt>
    <dgm:pt modelId="{CBB992CC-AF0C-4B14-AB0C-6617EA6A58CE}" type="pres">
      <dgm:prSet presAssocID="{4A29B2A6-EEB4-4616-859C-B4BF63CD4AE2}" presName="Name37" presStyleLbl="parChTrans1D3" presStyleIdx="24" presStyleCnt="39"/>
      <dgm:spPr/>
    </dgm:pt>
    <dgm:pt modelId="{2FB290BF-F3BE-4621-A8F4-E044432A3759}" type="pres">
      <dgm:prSet presAssocID="{163E3B8E-4A6C-4F30-991C-614185AE49E3}" presName="hierRoot2" presStyleCnt="0">
        <dgm:presLayoutVars>
          <dgm:hierBranch val="init"/>
        </dgm:presLayoutVars>
      </dgm:prSet>
      <dgm:spPr/>
    </dgm:pt>
    <dgm:pt modelId="{395B5F90-AA6E-4BE1-862D-32BC5CC71E62}" type="pres">
      <dgm:prSet presAssocID="{163E3B8E-4A6C-4F30-991C-614185AE49E3}" presName="rootComposite" presStyleCnt="0"/>
      <dgm:spPr/>
    </dgm:pt>
    <dgm:pt modelId="{04397AF6-6FB1-4374-AE02-AE45E8470FFB}" type="pres">
      <dgm:prSet presAssocID="{163E3B8E-4A6C-4F30-991C-614185AE49E3}" presName="rootText" presStyleLbl="node3" presStyleIdx="24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8E744A0D-9041-40B4-B36C-1A4F8FA39C75}" type="pres">
      <dgm:prSet presAssocID="{163E3B8E-4A6C-4F30-991C-614185AE49E3}" presName="rootConnector" presStyleLbl="node3" presStyleIdx="24" presStyleCnt="39"/>
      <dgm:spPr/>
    </dgm:pt>
    <dgm:pt modelId="{6173A5A4-60FD-4F3B-BD9D-EFC60AF45095}" type="pres">
      <dgm:prSet presAssocID="{163E3B8E-4A6C-4F30-991C-614185AE49E3}" presName="hierChild4" presStyleCnt="0"/>
      <dgm:spPr/>
    </dgm:pt>
    <dgm:pt modelId="{8382B8F4-4176-48B8-9EA4-CCA25DF22F50}" type="pres">
      <dgm:prSet presAssocID="{0FB1AD7E-9181-400E-8AD7-CC75756B8D4D}" presName="Name37" presStyleLbl="parChTrans1D4" presStyleIdx="77" presStyleCnt="122"/>
      <dgm:spPr/>
    </dgm:pt>
    <dgm:pt modelId="{4AFCE032-70F7-4156-AA3C-DDCE7AF6257C}" type="pres">
      <dgm:prSet presAssocID="{33F344BD-43D8-4FAC-876C-FAA4AE471330}" presName="hierRoot2" presStyleCnt="0">
        <dgm:presLayoutVars>
          <dgm:hierBranch val="init"/>
        </dgm:presLayoutVars>
      </dgm:prSet>
      <dgm:spPr/>
    </dgm:pt>
    <dgm:pt modelId="{0C3856F5-9818-485E-B462-DC08AEE944B1}" type="pres">
      <dgm:prSet presAssocID="{33F344BD-43D8-4FAC-876C-FAA4AE471330}" presName="rootComposite" presStyleCnt="0"/>
      <dgm:spPr/>
    </dgm:pt>
    <dgm:pt modelId="{7D70FCA4-7F52-4757-8EBA-E73FEA2E2498}" type="pres">
      <dgm:prSet presAssocID="{33F344BD-43D8-4FAC-876C-FAA4AE471330}" presName="rootText" presStyleLbl="node4" presStyleIdx="7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BB54882-3685-4B35-AB39-B4E47C52F711}" type="pres">
      <dgm:prSet presAssocID="{33F344BD-43D8-4FAC-876C-FAA4AE471330}" presName="rootConnector" presStyleLbl="node4" presStyleIdx="77" presStyleCnt="122"/>
      <dgm:spPr/>
    </dgm:pt>
    <dgm:pt modelId="{EDD74B43-BFD6-4FF8-8226-78236B486244}" type="pres">
      <dgm:prSet presAssocID="{33F344BD-43D8-4FAC-876C-FAA4AE471330}" presName="hierChild4" presStyleCnt="0"/>
      <dgm:spPr/>
    </dgm:pt>
    <dgm:pt modelId="{75BAC675-8A0C-44EB-A0AF-FEB99ECED764}" type="pres">
      <dgm:prSet presAssocID="{33F344BD-43D8-4FAC-876C-FAA4AE471330}" presName="hierChild5" presStyleCnt="0"/>
      <dgm:spPr/>
    </dgm:pt>
    <dgm:pt modelId="{A8F67188-79D3-4CEB-8315-5DF486AF19DB}" type="pres">
      <dgm:prSet presAssocID="{163E3B8E-4A6C-4F30-991C-614185AE49E3}" presName="hierChild5" presStyleCnt="0"/>
      <dgm:spPr/>
    </dgm:pt>
    <dgm:pt modelId="{98E3C23C-F0D8-484B-93FC-664102251547}" type="pres">
      <dgm:prSet presAssocID="{00936772-665E-45BA-A65E-628303F8AD2A}" presName="Name37" presStyleLbl="parChTrans1D3" presStyleIdx="25" presStyleCnt="39"/>
      <dgm:spPr/>
    </dgm:pt>
    <dgm:pt modelId="{01452F01-78BC-4D30-88DF-70458F4DBDCB}" type="pres">
      <dgm:prSet presAssocID="{14DF952B-9147-4B14-A028-28D39704FB3E}" presName="hierRoot2" presStyleCnt="0">
        <dgm:presLayoutVars>
          <dgm:hierBranch val="init"/>
        </dgm:presLayoutVars>
      </dgm:prSet>
      <dgm:spPr/>
    </dgm:pt>
    <dgm:pt modelId="{152CFD62-915D-46E8-9E16-E2703AC78499}" type="pres">
      <dgm:prSet presAssocID="{14DF952B-9147-4B14-A028-28D39704FB3E}" presName="rootComposite" presStyleCnt="0"/>
      <dgm:spPr/>
    </dgm:pt>
    <dgm:pt modelId="{6713C568-CE09-4EF7-B4D3-174E982022FC}" type="pres">
      <dgm:prSet presAssocID="{14DF952B-9147-4B14-A028-28D39704FB3E}" presName="rootText" presStyleLbl="node3" presStyleIdx="25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5ACD5947-110A-4CDC-97B6-9C5C51728AAE}" type="pres">
      <dgm:prSet presAssocID="{14DF952B-9147-4B14-A028-28D39704FB3E}" presName="rootConnector" presStyleLbl="node3" presStyleIdx="25" presStyleCnt="39"/>
      <dgm:spPr/>
    </dgm:pt>
    <dgm:pt modelId="{C7A154A2-5BB2-46BF-9010-69657353E777}" type="pres">
      <dgm:prSet presAssocID="{14DF952B-9147-4B14-A028-28D39704FB3E}" presName="hierChild4" presStyleCnt="0"/>
      <dgm:spPr/>
    </dgm:pt>
    <dgm:pt modelId="{48A8F18B-A4E1-40AB-85D0-7805E12C541B}" type="pres">
      <dgm:prSet presAssocID="{39068D33-41F9-4778-B830-A4054EA22198}" presName="Name37" presStyleLbl="parChTrans1D4" presStyleIdx="78" presStyleCnt="122"/>
      <dgm:spPr/>
    </dgm:pt>
    <dgm:pt modelId="{5E6E9C84-6C96-4B90-A18C-68133237D5B0}" type="pres">
      <dgm:prSet presAssocID="{A2E72B4C-2D38-4E71-9A38-22EE79A4F3A0}" presName="hierRoot2" presStyleCnt="0">
        <dgm:presLayoutVars>
          <dgm:hierBranch val="init"/>
        </dgm:presLayoutVars>
      </dgm:prSet>
      <dgm:spPr/>
    </dgm:pt>
    <dgm:pt modelId="{2F1A1794-4B3E-4295-92D4-28E20C00FC1A}" type="pres">
      <dgm:prSet presAssocID="{A2E72B4C-2D38-4E71-9A38-22EE79A4F3A0}" presName="rootComposite" presStyleCnt="0"/>
      <dgm:spPr/>
    </dgm:pt>
    <dgm:pt modelId="{1348F904-E0AA-4FEA-A4A9-34E75CF0EA98}" type="pres">
      <dgm:prSet presAssocID="{A2E72B4C-2D38-4E71-9A38-22EE79A4F3A0}" presName="rootText" presStyleLbl="node4" presStyleIdx="7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79AEDF5-A48E-4FA8-8294-29BD293ACE6A}" type="pres">
      <dgm:prSet presAssocID="{A2E72B4C-2D38-4E71-9A38-22EE79A4F3A0}" presName="rootConnector" presStyleLbl="node4" presStyleIdx="78" presStyleCnt="122"/>
      <dgm:spPr/>
    </dgm:pt>
    <dgm:pt modelId="{BAEC8EA6-1E31-4ED7-9433-D33172A32AE3}" type="pres">
      <dgm:prSet presAssocID="{A2E72B4C-2D38-4E71-9A38-22EE79A4F3A0}" presName="hierChild4" presStyleCnt="0"/>
      <dgm:spPr/>
    </dgm:pt>
    <dgm:pt modelId="{E108F190-DF90-4ED2-B77C-178A5BFD76B8}" type="pres">
      <dgm:prSet presAssocID="{A2E72B4C-2D38-4E71-9A38-22EE79A4F3A0}" presName="hierChild5" presStyleCnt="0"/>
      <dgm:spPr/>
    </dgm:pt>
    <dgm:pt modelId="{E2615314-AB9F-4155-B4DE-410C23CD2166}" type="pres">
      <dgm:prSet presAssocID="{F4B9BB68-4D3B-474E-8526-ED36658B2F78}" presName="Name37" presStyleLbl="parChTrans1D4" presStyleIdx="79" presStyleCnt="122"/>
      <dgm:spPr/>
    </dgm:pt>
    <dgm:pt modelId="{02A43FB3-3C4E-4A08-BF4A-EC516E92EEC3}" type="pres">
      <dgm:prSet presAssocID="{A4654994-11E8-41D7-B158-DF727A1A2C42}" presName="hierRoot2" presStyleCnt="0">
        <dgm:presLayoutVars>
          <dgm:hierBranch val="init"/>
        </dgm:presLayoutVars>
      </dgm:prSet>
      <dgm:spPr/>
    </dgm:pt>
    <dgm:pt modelId="{0169BD9B-5172-4AB7-BD1E-88F75620AC05}" type="pres">
      <dgm:prSet presAssocID="{A4654994-11E8-41D7-B158-DF727A1A2C42}" presName="rootComposite" presStyleCnt="0"/>
      <dgm:spPr/>
    </dgm:pt>
    <dgm:pt modelId="{882EF2FB-D487-4CF8-9AC3-CC92799E2811}" type="pres">
      <dgm:prSet presAssocID="{A4654994-11E8-41D7-B158-DF727A1A2C42}" presName="rootText" presStyleLbl="node4" presStyleIdx="7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F0FAC77-4CB7-4CE2-A4AB-8DC32D5C7619}" type="pres">
      <dgm:prSet presAssocID="{A4654994-11E8-41D7-B158-DF727A1A2C42}" presName="rootConnector" presStyleLbl="node4" presStyleIdx="79" presStyleCnt="122"/>
      <dgm:spPr/>
    </dgm:pt>
    <dgm:pt modelId="{7FA95F48-DECD-4323-BAF3-B5E40DEF36B6}" type="pres">
      <dgm:prSet presAssocID="{A4654994-11E8-41D7-B158-DF727A1A2C42}" presName="hierChild4" presStyleCnt="0"/>
      <dgm:spPr/>
    </dgm:pt>
    <dgm:pt modelId="{D9D18CAF-8889-41F4-B78E-BFB31AC387A0}" type="pres">
      <dgm:prSet presAssocID="{A4654994-11E8-41D7-B158-DF727A1A2C42}" presName="hierChild5" presStyleCnt="0"/>
      <dgm:spPr/>
    </dgm:pt>
    <dgm:pt modelId="{EFA68F53-9A91-4E8C-AB4E-8F5CCE729EFF}" type="pres">
      <dgm:prSet presAssocID="{C5BC071B-3526-46C2-B08C-292A48C22AF7}" presName="Name37" presStyleLbl="parChTrans1D4" presStyleIdx="80" presStyleCnt="122"/>
      <dgm:spPr/>
    </dgm:pt>
    <dgm:pt modelId="{5D47FB38-16BC-4F5E-945B-B55B62FFC426}" type="pres">
      <dgm:prSet presAssocID="{CA74836D-C1D8-4C0A-8E8E-158E2FB2DB00}" presName="hierRoot2" presStyleCnt="0">
        <dgm:presLayoutVars>
          <dgm:hierBranch val="init"/>
        </dgm:presLayoutVars>
      </dgm:prSet>
      <dgm:spPr/>
    </dgm:pt>
    <dgm:pt modelId="{B9AC996B-C35D-4260-8D06-5FE7D2DA4EDE}" type="pres">
      <dgm:prSet presAssocID="{CA74836D-C1D8-4C0A-8E8E-158E2FB2DB00}" presName="rootComposite" presStyleCnt="0"/>
      <dgm:spPr/>
    </dgm:pt>
    <dgm:pt modelId="{7CBB54AD-CAC1-467B-83B8-05186116BE23}" type="pres">
      <dgm:prSet presAssocID="{CA74836D-C1D8-4C0A-8E8E-158E2FB2DB00}" presName="rootText" presStyleLbl="node4" presStyleIdx="8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04C081D8-3087-435D-928D-2E33DE347FD8}" type="pres">
      <dgm:prSet presAssocID="{CA74836D-C1D8-4C0A-8E8E-158E2FB2DB00}" presName="rootConnector" presStyleLbl="node4" presStyleIdx="80" presStyleCnt="122"/>
      <dgm:spPr/>
    </dgm:pt>
    <dgm:pt modelId="{AFE1019A-F70D-48BE-B73E-4444722FBED0}" type="pres">
      <dgm:prSet presAssocID="{CA74836D-C1D8-4C0A-8E8E-158E2FB2DB00}" presName="hierChild4" presStyleCnt="0"/>
      <dgm:spPr/>
    </dgm:pt>
    <dgm:pt modelId="{883C309E-8BFB-48F8-9687-650F76901A74}" type="pres">
      <dgm:prSet presAssocID="{CA74836D-C1D8-4C0A-8E8E-158E2FB2DB00}" presName="hierChild5" presStyleCnt="0"/>
      <dgm:spPr/>
    </dgm:pt>
    <dgm:pt modelId="{6B9CB102-5930-4193-9271-2F4002F73FD0}" type="pres">
      <dgm:prSet presAssocID="{69B7E285-ECCC-4FF1-9CE4-2720386EEDE1}" presName="Name37" presStyleLbl="parChTrans1D4" presStyleIdx="81" presStyleCnt="122"/>
      <dgm:spPr/>
    </dgm:pt>
    <dgm:pt modelId="{8475C574-D631-415A-B5C3-3F713F92AA45}" type="pres">
      <dgm:prSet presAssocID="{DC05F9A5-BA52-4187-9E44-E0B36B1E6188}" presName="hierRoot2" presStyleCnt="0">
        <dgm:presLayoutVars>
          <dgm:hierBranch val="init"/>
        </dgm:presLayoutVars>
      </dgm:prSet>
      <dgm:spPr/>
    </dgm:pt>
    <dgm:pt modelId="{A85E2CA4-0B52-4C65-8F33-9361745AC23E}" type="pres">
      <dgm:prSet presAssocID="{DC05F9A5-BA52-4187-9E44-E0B36B1E6188}" presName="rootComposite" presStyleCnt="0"/>
      <dgm:spPr/>
    </dgm:pt>
    <dgm:pt modelId="{1C82E22C-65CE-4494-9347-CDD0896A1E39}" type="pres">
      <dgm:prSet presAssocID="{DC05F9A5-BA52-4187-9E44-E0B36B1E6188}" presName="rootText" presStyleLbl="node4" presStyleIdx="8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FCB7C6A-886F-407A-9150-BFABE97EAFD7}" type="pres">
      <dgm:prSet presAssocID="{DC05F9A5-BA52-4187-9E44-E0B36B1E6188}" presName="rootConnector" presStyleLbl="node4" presStyleIdx="81" presStyleCnt="122"/>
      <dgm:spPr/>
    </dgm:pt>
    <dgm:pt modelId="{67BE91BE-AAE0-4AEF-B1E9-E64A60CB037E}" type="pres">
      <dgm:prSet presAssocID="{DC05F9A5-BA52-4187-9E44-E0B36B1E6188}" presName="hierChild4" presStyleCnt="0"/>
      <dgm:spPr/>
    </dgm:pt>
    <dgm:pt modelId="{24455FC6-F04B-49B7-A974-5FBDD9870BDE}" type="pres">
      <dgm:prSet presAssocID="{DC05F9A5-BA52-4187-9E44-E0B36B1E6188}" presName="hierChild5" presStyleCnt="0"/>
      <dgm:spPr/>
    </dgm:pt>
    <dgm:pt modelId="{95FB411C-4A3F-4211-AB1E-A2B6329EE908}" type="pres">
      <dgm:prSet presAssocID="{F115913E-C118-4181-96A0-7657B4285C39}" presName="Name37" presStyleLbl="parChTrans1D4" presStyleIdx="82" presStyleCnt="122"/>
      <dgm:spPr/>
    </dgm:pt>
    <dgm:pt modelId="{B1308ED9-54BB-4DF0-A6AD-ECB4004FF928}" type="pres">
      <dgm:prSet presAssocID="{FCF56C29-E9A2-4F3E-867C-63AEEE15B07A}" presName="hierRoot2" presStyleCnt="0">
        <dgm:presLayoutVars>
          <dgm:hierBranch val="init"/>
        </dgm:presLayoutVars>
      </dgm:prSet>
      <dgm:spPr/>
    </dgm:pt>
    <dgm:pt modelId="{33C194EB-DFFA-427A-BFFE-192DFD80D4EC}" type="pres">
      <dgm:prSet presAssocID="{FCF56C29-E9A2-4F3E-867C-63AEEE15B07A}" presName="rootComposite" presStyleCnt="0"/>
      <dgm:spPr/>
    </dgm:pt>
    <dgm:pt modelId="{FD9198A6-BEAD-4C83-B467-5D22E5F2D718}" type="pres">
      <dgm:prSet presAssocID="{FCF56C29-E9A2-4F3E-867C-63AEEE15B07A}" presName="rootText" presStyleLbl="node4" presStyleIdx="8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6BA67D1-1A5C-4A5A-9670-53FE6250BA5E}" type="pres">
      <dgm:prSet presAssocID="{FCF56C29-E9A2-4F3E-867C-63AEEE15B07A}" presName="rootConnector" presStyleLbl="node4" presStyleIdx="82" presStyleCnt="122"/>
      <dgm:spPr/>
    </dgm:pt>
    <dgm:pt modelId="{C9C9C9AC-DEB0-4936-A05C-F1C1ECC09EEA}" type="pres">
      <dgm:prSet presAssocID="{FCF56C29-E9A2-4F3E-867C-63AEEE15B07A}" presName="hierChild4" presStyleCnt="0"/>
      <dgm:spPr/>
    </dgm:pt>
    <dgm:pt modelId="{AA9108AD-2D52-40D0-9060-ADA75D4F8FD2}" type="pres">
      <dgm:prSet presAssocID="{FCF56C29-E9A2-4F3E-867C-63AEEE15B07A}" presName="hierChild5" presStyleCnt="0"/>
      <dgm:spPr/>
    </dgm:pt>
    <dgm:pt modelId="{F1DDDE21-B3DF-4CB1-AF68-01EBF2CEDB92}" type="pres">
      <dgm:prSet presAssocID="{F5AFAB05-9158-4270-B602-0EF5F22603BA}" presName="Name37" presStyleLbl="parChTrans1D4" presStyleIdx="83" presStyleCnt="122"/>
      <dgm:spPr/>
    </dgm:pt>
    <dgm:pt modelId="{E8D2D4F0-C4BC-4D40-BA9C-057B01303405}" type="pres">
      <dgm:prSet presAssocID="{34C43C20-F594-4DF2-8028-603F3E04E034}" presName="hierRoot2" presStyleCnt="0">
        <dgm:presLayoutVars>
          <dgm:hierBranch val="init"/>
        </dgm:presLayoutVars>
      </dgm:prSet>
      <dgm:spPr/>
    </dgm:pt>
    <dgm:pt modelId="{87C644E0-E990-487D-9528-6829F6873A73}" type="pres">
      <dgm:prSet presAssocID="{34C43C20-F594-4DF2-8028-603F3E04E034}" presName="rootComposite" presStyleCnt="0"/>
      <dgm:spPr/>
    </dgm:pt>
    <dgm:pt modelId="{D6A754E8-CB9E-4447-8DA3-F06EB6BC9F57}" type="pres">
      <dgm:prSet presAssocID="{34C43C20-F594-4DF2-8028-603F3E04E034}" presName="rootText" presStyleLbl="node4" presStyleIdx="83" presStyleCnt="122">
        <dgm:presLayoutVars>
          <dgm:chPref val="3"/>
        </dgm:presLayoutVars>
      </dgm:prSet>
      <dgm:spPr>
        <a:xfrm>
          <a:off x="30473485" y="5695551"/>
          <a:ext cx="861672" cy="430836"/>
        </a:xfrm>
        <a:prstGeom prst="roundRect">
          <a:avLst/>
        </a:prstGeom>
      </dgm:spPr>
    </dgm:pt>
    <dgm:pt modelId="{4B3333E3-9B2E-4A3B-B325-ABABEC5881AF}" type="pres">
      <dgm:prSet presAssocID="{34C43C20-F594-4DF2-8028-603F3E04E034}" presName="rootConnector" presStyleLbl="node4" presStyleIdx="83" presStyleCnt="122"/>
      <dgm:spPr/>
    </dgm:pt>
    <dgm:pt modelId="{70080E03-411F-4DF8-B58A-78FCA634DAD0}" type="pres">
      <dgm:prSet presAssocID="{34C43C20-F594-4DF2-8028-603F3E04E034}" presName="hierChild4" presStyleCnt="0"/>
      <dgm:spPr/>
    </dgm:pt>
    <dgm:pt modelId="{CEAF51FD-A37A-4D69-AC52-DB17DF710EE0}" type="pres">
      <dgm:prSet presAssocID="{34C43C20-F594-4DF2-8028-603F3E04E034}" presName="hierChild5" presStyleCnt="0"/>
      <dgm:spPr/>
    </dgm:pt>
    <dgm:pt modelId="{4CDF05FD-FAAB-420D-9011-DF5B50D852B4}" type="pres">
      <dgm:prSet presAssocID="{ECE80B39-33FB-4EA7-8920-EF448D260906}" presName="Name37" presStyleLbl="parChTrans1D4" presStyleIdx="84" presStyleCnt="122"/>
      <dgm:spPr/>
    </dgm:pt>
    <dgm:pt modelId="{AAB1B938-F295-446F-8360-1B21757C090E}" type="pres">
      <dgm:prSet presAssocID="{BCB45ECD-7013-44FE-AE5A-CEF1B3603784}" presName="hierRoot2" presStyleCnt="0">
        <dgm:presLayoutVars>
          <dgm:hierBranch val="init"/>
        </dgm:presLayoutVars>
      </dgm:prSet>
      <dgm:spPr/>
    </dgm:pt>
    <dgm:pt modelId="{198B007A-AB57-4D66-A10E-24B22B0C2BB7}" type="pres">
      <dgm:prSet presAssocID="{BCB45ECD-7013-44FE-AE5A-CEF1B3603784}" presName="rootComposite" presStyleCnt="0"/>
      <dgm:spPr/>
    </dgm:pt>
    <dgm:pt modelId="{D3D17E41-8495-4F85-80DC-DA1973951075}" type="pres">
      <dgm:prSet presAssocID="{BCB45ECD-7013-44FE-AE5A-CEF1B3603784}" presName="rootText" presStyleLbl="node4" presStyleIdx="84" presStyleCnt="122">
        <dgm:presLayoutVars>
          <dgm:chPref val="3"/>
        </dgm:presLayoutVars>
      </dgm:prSet>
      <dgm:spPr>
        <a:xfrm>
          <a:off x="30473485" y="6307338"/>
          <a:ext cx="861672" cy="430836"/>
        </a:xfrm>
        <a:prstGeom prst="roundRect">
          <a:avLst/>
        </a:prstGeom>
      </dgm:spPr>
    </dgm:pt>
    <dgm:pt modelId="{0662B61F-AAD8-42EA-BB9F-CBB0991D6042}" type="pres">
      <dgm:prSet presAssocID="{BCB45ECD-7013-44FE-AE5A-CEF1B3603784}" presName="rootConnector" presStyleLbl="node4" presStyleIdx="84" presStyleCnt="122"/>
      <dgm:spPr/>
    </dgm:pt>
    <dgm:pt modelId="{E2F71E79-48D7-492A-A8A4-58815DF5AEB2}" type="pres">
      <dgm:prSet presAssocID="{BCB45ECD-7013-44FE-AE5A-CEF1B3603784}" presName="hierChild4" presStyleCnt="0"/>
      <dgm:spPr/>
    </dgm:pt>
    <dgm:pt modelId="{80E40353-18D3-4011-85AD-F729D27A534E}" type="pres">
      <dgm:prSet presAssocID="{BCB45ECD-7013-44FE-AE5A-CEF1B3603784}" presName="hierChild5" presStyleCnt="0"/>
      <dgm:spPr/>
    </dgm:pt>
    <dgm:pt modelId="{84544550-77DC-4FBD-93CA-B287D0B5AB65}" type="pres">
      <dgm:prSet presAssocID="{14DF952B-9147-4B14-A028-28D39704FB3E}" presName="hierChild5" presStyleCnt="0"/>
      <dgm:spPr/>
    </dgm:pt>
    <dgm:pt modelId="{888EF909-351F-472B-AA47-5590A97F7CAA}" type="pres">
      <dgm:prSet presAssocID="{D61CCEE3-2F8C-4BC6-90C8-E0531C6D1CCA}" presName="hierChild5" presStyleCnt="0"/>
      <dgm:spPr/>
    </dgm:pt>
    <dgm:pt modelId="{9829307F-24D9-4673-9F34-B7A04ED6DB13}" type="pres">
      <dgm:prSet presAssocID="{B8255F93-789D-4C05-84B6-589C6F075638}" presName="Name37" presStyleLbl="parChTrans1D2" presStyleIdx="7" presStyleCnt="11"/>
      <dgm:spPr/>
    </dgm:pt>
    <dgm:pt modelId="{BCC2A141-1F97-43F1-ACAF-0AA1349D39EE}" type="pres">
      <dgm:prSet presAssocID="{593E3876-C498-4010-AC8B-8F65EF1AA557}" presName="hierRoot2" presStyleCnt="0">
        <dgm:presLayoutVars>
          <dgm:hierBranch/>
        </dgm:presLayoutVars>
      </dgm:prSet>
      <dgm:spPr/>
    </dgm:pt>
    <dgm:pt modelId="{E4C4E92D-0B78-478A-AA0A-244F9837D416}" type="pres">
      <dgm:prSet presAssocID="{593E3876-C498-4010-AC8B-8F65EF1AA557}" presName="rootComposite" presStyleCnt="0"/>
      <dgm:spPr/>
    </dgm:pt>
    <dgm:pt modelId="{58DD75B2-08D6-4CBC-88F9-D6DDE9C5E101}" type="pres">
      <dgm:prSet presAssocID="{593E3876-C498-4010-AC8B-8F65EF1AA557}" presName="rootText" presStyleLbl="node2" presStyleIdx="7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A793CC41-41A0-4BC4-8EEB-81EAD9A826EA}" type="pres">
      <dgm:prSet presAssocID="{593E3876-C498-4010-AC8B-8F65EF1AA557}" presName="rootConnector" presStyleLbl="node2" presStyleIdx="7" presStyleCnt="11"/>
      <dgm:spPr/>
    </dgm:pt>
    <dgm:pt modelId="{D991294D-3026-42B3-A11D-C3ECFA0C5982}" type="pres">
      <dgm:prSet presAssocID="{593E3876-C498-4010-AC8B-8F65EF1AA557}" presName="hierChild4" presStyleCnt="0"/>
      <dgm:spPr/>
    </dgm:pt>
    <dgm:pt modelId="{C83D10FB-9E8F-4EF2-8CD7-00CD9F052588}" type="pres">
      <dgm:prSet presAssocID="{D9331853-0B01-4DC3-9000-11ED9DE37D1D}" presName="Name35" presStyleLbl="parChTrans1D3" presStyleIdx="26" presStyleCnt="39"/>
      <dgm:spPr/>
    </dgm:pt>
    <dgm:pt modelId="{4E44F75E-94F5-41EB-8A07-493552596BA2}" type="pres">
      <dgm:prSet presAssocID="{4EA07B48-C2AE-4983-A250-2FFD76F62A88}" presName="hierRoot2" presStyleCnt="0">
        <dgm:presLayoutVars>
          <dgm:hierBranch val="init"/>
        </dgm:presLayoutVars>
      </dgm:prSet>
      <dgm:spPr/>
    </dgm:pt>
    <dgm:pt modelId="{4A34A99F-D864-40CC-860C-D2F555C8CDBE}" type="pres">
      <dgm:prSet presAssocID="{4EA07B48-C2AE-4983-A250-2FFD76F62A88}" presName="rootComposite" presStyleCnt="0"/>
      <dgm:spPr/>
    </dgm:pt>
    <dgm:pt modelId="{315DA511-429D-428C-B0E7-95CB0A509CA3}" type="pres">
      <dgm:prSet presAssocID="{4EA07B48-C2AE-4983-A250-2FFD76F62A88}" presName="rootText" presStyleLbl="node3" presStyleIdx="26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8A727386-D22B-4219-A8DF-0788F0C275F6}" type="pres">
      <dgm:prSet presAssocID="{4EA07B48-C2AE-4983-A250-2FFD76F62A88}" presName="rootConnector" presStyleLbl="node3" presStyleIdx="26" presStyleCnt="39"/>
      <dgm:spPr/>
    </dgm:pt>
    <dgm:pt modelId="{14BF32C2-FF94-4FE0-AB2B-6FA28CB8B276}" type="pres">
      <dgm:prSet presAssocID="{4EA07B48-C2AE-4983-A250-2FFD76F62A88}" presName="hierChild4" presStyleCnt="0"/>
      <dgm:spPr/>
    </dgm:pt>
    <dgm:pt modelId="{F6B0100B-01DA-4C1E-B6C2-7CAD9CA9138B}" type="pres">
      <dgm:prSet presAssocID="{6AD0F289-9B5F-4EE3-A156-62D554B5BEAA}" presName="Name37" presStyleLbl="parChTrans1D4" presStyleIdx="85" presStyleCnt="122"/>
      <dgm:spPr/>
    </dgm:pt>
    <dgm:pt modelId="{020AA99D-6555-4B28-8E63-C9991F5A5988}" type="pres">
      <dgm:prSet presAssocID="{3C060F7F-E0D3-4C9F-97A9-B1454AF5C580}" presName="hierRoot2" presStyleCnt="0">
        <dgm:presLayoutVars>
          <dgm:hierBranch val="init"/>
        </dgm:presLayoutVars>
      </dgm:prSet>
      <dgm:spPr/>
    </dgm:pt>
    <dgm:pt modelId="{677DD290-0A98-4317-908C-50CD44903EFE}" type="pres">
      <dgm:prSet presAssocID="{3C060F7F-E0D3-4C9F-97A9-B1454AF5C580}" presName="rootComposite" presStyleCnt="0"/>
      <dgm:spPr/>
    </dgm:pt>
    <dgm:pt modelId="{6BE2F6F4-39D2-4DDD-B403-5C49967CF777}" type="pres">
      <dgm:prSet presAssocID="{3C060F7F-E0D3-4C9F-97A9-B1454AF5C580}" presName="rootText" presStyleLbl="node4" presStyleIdx="8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F0C244B5-620E-4888-B945-308527BF9459}" type="pres">
      <dgm:prSet presAssocID="{3C060F7F-E0D3-4C9F-97A9-B1454AF5C580}" presName="rootConnector" presStyleLbl="node4" presStyleIdx="85" presStyleCnt="122"/>
      <dgm:spPr/>
    </dgm:pt>
    <dgm:pt modelId="{1D5E4579-19DB-4BB4-962A-0BB6FC7E6014}" type="pres">
      <dgm:prSet presAssocID="{3C060F7F-E0D3-4C9F-97A9-B1454AF5C580}" presName="hierChild4" presStyleCnt="0"/>
      <dgm:spPr/>
    </dgm:pt>
    <dgm:pt modelId="{E969F791-5EA1-45BD-8C1D-9013DBEA5BB9}" type="pres">
      <dgm:prSet presAssocID="{3C060F7F-E0D3-4C9F-97A9-B1454AF5C580}" presName="hierChild5" presStyleCnt="0"/>
      <dgm:spPr/>
    </dgm:pt>
    <dgm:pt modelId="{95D1733F-8E73-40DC-A9B5-3F7EE56908CE}" type="pres">
      <dgm:prSet presAssocID="{F2E01401-10FA-4619-BACA-B0BC7EF6FDB3}" presName="Name37" presStyleLbl="parChTrans1D4" presStyleIdx="86" presStyleCnt="122"/>
      <dgm:spPr/>
    </dgm:pt>
    <dgm:pt modelId="{0A8BCF2E-7B7E-47FE-9135-DBDE1BF4FD4F}" type="pres">
      <dgm:prSet presAssocID="{0ED5C13F-1DE1-49F6-B456-4A5002895272}" presName="hierRoot2" presStyleCnt="0">
        <dgm:presLayoutVars>
          <dgm:hierBranch val="init"/>
        </dgm:presLayoutVars>
      </dgm:prSet>
      <dgm:spPr/>
    </dgm:pt>
    <dgm:pt modelId="{FCF0BA2A-5DCF-4174-9973-ED86F6D60CDC}" type="pres">
      <dgm:prSet presAssocID="{0ED5C13F-1DE1-49F6-B456-4A5002895272}" presName="rootComposite" presStyleCnt="0"/>
      <dgm:spPr/>
    </dgm:pt>
    <dgm:pt modelId="{CAC3B591-A616-4638-BBE3-2B7FA40F8B5A}" type="pres">
      <dgm:prSet presAssocID="{0ED5C13F-1DE1-49F6-B456-4A5002895272}" presName="rootText" presStyleLbl="node4" presStyleIdx="8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311BA6E-2CF0-4646-98E6-1CD2B6ED86B7}" type="pres">
      <dgm:prSet presAssocID="{0ED5C13F-1DE1-49F6-B456-4A5002895272}" presName="rootConnector" presStyleLbl="node4" presStyleIdx="86" presStyleCnt="122"/>
      <dgm:spPr/>
    </dgm:pt>
    <dgm:pt modelId="{FFF76E4C-DC56-41BB-B278-E8CE9FB83915}" type="pres">
      <dgm:prSet presAssocID="{0ED5C13F-1DE1-49F6-B456-4A5002895272}" presName="hierChild4" presStyleCnt="0"/>
      <dgm:spPr/>
    </dgm:pt>
    <dgm:pt modelId="{C7253FEF-00B5-46F0-83B9-110E88AF6DE8}" type="pres">
      <dgm:prSet presAssocID="{0ED5C13F-1DE1-49F6-B456-4A5002895272}" presName="hierChild5" presStyleCnt="0"/>
      <dgm:spPr/>
    </dgm:pt>
    <dgm:pt modelId="{D952E374-B74F-4C79-9619-B108847F2A92}" type="pres">
      <dgm:prSet presAssocID="{B173F06B-FC5E-4823-9857-66FD5957587F}" presName="Name37" presStyleLbl="parChTrans1D4" presStyleIdx="87" presStyleCnt="122"/>
      <dgm:spPr/>
    </dgm:pt>
    <dgm:pt modelId="{C4EAD036-82A6-47E9-8411-99B8A96CF7AC}" type="pres">
      <dgm:prSet presAssocID="{02F3D114-2295-47BC-B402-5A3B5D632A67}" presName="hierRoot2" presStyleCnt="0">
        <dgm:presLayoutVars>
          <dgm:hierBranch val="init"/>
        </dgm:presLayoutVars>
      </dgm:prSet>
      <dgm:spPr/>
    </dgm:pt>
    <dgm:pt modelId="{8D98D827-B8F9-441F-9F48-6D1D2A5AA6C6}" type="pres">
      <dgm:prSet presAssocID="{02F3D114-2295-47BC-B402-5A3B5D632A67}" presName="rootComposite" presStyleCnt="0"/>
      <dgm:spPr/>
    </dgm:pt>
    <dgm:pt modelId="{D55A83C3-1273-46F4-ADFD-2F93FC62822E}" type="pres">
      <dgm:prSet presAssocID="{02F3D114-2295-47BC-B402-5A3B5D632A67}" presName="rootText" presStyleLbl="node4" presStyleIdx="8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896678A-33D8-4ECE-9854-B938536F3434}" type="pres">
      <dgm:prSet presAssocID="{02F3D114-2295-47BC-B402-5A3B5D632A67}" presName="rootConnector" presStyleLbl="node4" presStyleIdx="87" presStyleCnt="122"/>
      <dgm:spPr/>
    </dgm:pt>
    <dgm:pt modelId="{5D91A335-780A-4C42-A888-2BD1C2F6BB33}" type="pres">
      <dgm:prSet presAssocID="{02F3D114-2295-47BC-B402-5A3B5D632A67}" presName="hierChild4" presStyleCnt="0"/>
      <dgm:spPr/>
    </dgm:pt>
    <dgm:pt modelId="{2F64D3E1-23FF-489B-8361-6495BF4CC608}" type="pres">
      <dgm:prSet presAssocID="{02F3D114-2295-47BC-B402-5A3B5D632A67}" presName="hierChild5" presStyleCnt="0"/>
      <dgm:spPr/>
    </dgm:pt>
    <dgm:pt modelId="{2CC819CC-D1FD-4B58-9397-16D913E75CDB}" type="pres">
      <dgm:prSet presAssocID="{1FCB3352-899C-4663-BD67-E1B47B08BA13}" presName="Name37" presStyleLbl="parChTrans1D4" presStyleIdx="88" presStyleCnt="122"/>
      <dgm:spPr/>
    </dgm:pt>
    <dgm:pt modelId="{CD6CBCEB-3E3D-4A6A-8389-251166006A0E}" type="pres">
      <dgm:prSet presAssocID="{C53367DB-7F9C-46F3-8ADD-A3195CCE0AD6}" presName="hierRoot2" presStyleCnt="0">
        <dgm:presLayoutVars>
          <dgm:hierBranch val="init"/>
        </dgm:presLayoutVars>
      </dgm:prSet>
      <dgm:spPr/>
    </dgm:pt>
    <dgm:pt modelId="{4846616C-E9F2-4ADB-8362-2C65FA3C969F}" type="pres">
      <dgm:prSet presAssocID="{C53367DB-7F9C-46F3-8ADD-A3195CCE0AD6}" presName="rootComposite" presStyleCnt="0"/>
      <dgm:spPr/>
    </dgm:pt>
    <dgm:pt modelId="{5F678C12-7EEC-460D-AC68-8CCFACF06733}" type="pres">
      <dgm:prSet presAssocID="{C53367DB-7F9C-46F3-8ADD-A3195CCE0AD6}" presName="rootText" presStyleLbl="node4" presStyleIdx="8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E8464B4-2A4C-40D2-8616-3CB37DC3E60B}" type="pres">
      <dgm:prSet presAssocID="{C53367DB-7F9C-46F3-8ADD-A3195CCE0AD6}" presName="rootConnector" presStyleLbl="node4" presStyleIdx="88" presStyleCnt="122"/>
      <dgm:spPr/>
    </dgm:pt>
    <dgm:pt modelId="{AD8E8DD6-571D-4004-8D99-38AC9C65D003}" type="pres">
      <dgm:prSet presAssocID="{C53367DB-7F9C-46F3-8ADD-A3195CCE0AD6}" presName="hierChild4" presStyleCnt="0"/>
      <dgm:spPr/>
    </dgm:pt>
    <dgm:pt modelId="{B5452EB0-7B09-491C-B946-C136E026C121}" type="pres">
      <dgm:prSet presAssocID="{C53367DB-7F9C-46F3-8ADD-A3195CCE0AD6}" presName="hierChild5" presStyleCnt="0"/>
      <dgm:spPr/>
    </dgm:pt>
    <dgm:pt modelId="{10A052D8-0E36-4624-82EB-65D8289A1E80}" type="pres">
      <dgm:prSet presAssocID="{5DDDE468-FBC1-487B-95D5-1F78FFA7087C}" presName="Name37" presStyleLbl="parChTrans1D4" presStyleIdx="89" presStyleCnt="122"/>
      <dgm:spPr/>
    </dgm:pt>
    <dgm:pt modelId="{278C1EFE-27FC-4370-A930-123B8DC99A44}" type="pres">
      <dgm:prSet presAssocID="{EDAD82DD-52EA-4B75-B948-32C1C402F5B6}" presName="hierRoot2" presStyleCnt="0">
        <dgm:presLayoutVars>
          <dgm:hierBranch val="init"/>
        </dgm:presLayoutVars>
      </dgm:prSet>
      <dgm:spPr/>
    </dgm:pt>
    <dgm:pt modelId="{DF7BDF0A-987F-47CE-B98E-047B386917CE}" type="pres">
      <dgm:prSet presAssocID="{EDAD82DD-52EA-4B75-B948-32C1C402F5B6}" presName="rootComposite" presStyleCnt="0"/>
      <dgm:spPr/>
    </dgm:pt>
    <dgm:pt modelId="{7A939B6A-6967-4277-AC5E-CD62031F83FE}" type="pres">
      <dgm:prSet presAssocID="{EDAD82DD-52EA-4B75-B948-32C1C402F5B6}" presName="rootText" presStyleLbl="node4" presStyleIdx="8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35B4C34-8C6A-4614-A545-AB7A02567676}" type="pres">
      <dgm:prSet presAssocID="{EDAD82DD-52EA-4B75-B948-32C1C402F5B6}" presName="rootConnector" presStyleLbl="node4" presStyleIdx="89" presStyleCnt="122"/>
      <dgm:spPr/>
    </dgm:pt>
    <dgm:pt modelId="{61F32E4D-BD1D-457A-AC9B-0E4605F10F09}" type="pres">
      <dgm:prSet presAssocID="{EDAD82DD-52EA-4B75-B948-32C1C402F5B6}" presName="hierChild4" presStyleCnt="0"/>
      <dgm:spPr/>
    </dgm:pt>
    <dgm:pt modelId="{580E7BEA-1711-4D1C-A119-8B5956AC148B}" type="pres">
      <dgm:prSet presAssocID="{EDAD82DD-52EA-4B75-B948-32C1C402F5B6}" presName="hierChild5" presStyleCnt="0"/>
      <dgm:spPr/>
    </dgm:pt>
    <dgm:pt modelId="{A98DA5E1-A399-480A-A183-8EA21676575E}" type="pres">
      <dgm:prSet presAssocID="{E86B70D6-ED65-4BEF-BD8B-A2364ABFA2DA}" presName="Name37" presStyleLbl="parChTrans1D4" presStyleIdx="90" presStyleCnt="122"/>
      <dgm:spPr/>
    </dgm:pt>
    <dgm:pt modelId="{47A6CC23-7406-4167-B706-A50687ADC1BF}" type="pres">
      <dgm:prSet presAssocID="{EBDFF91D-48D3-4B91-9193-D8839B24466E}" presName="hierRoot2" presStyleCnt="0">
        <dgm:presLayoutVars>
          <dgm:hierBranch val="init"/>
        </dgm:presLayoutVars>
      </dgm:prSet>
      <dgm:spPr/>
    </dgm:pt>
    <dgm:pt modelId="{1FA9E52A-014B-4500-8439-D164B082D3D8}" type="pres">
      <dgm:prSet presAssocID="{EBDFF91D-48D3-4B91-9193-D8839B24466E}" presName="rootComposite" presStyleCnt="0"/>
      <dgm:spPr/>
    </dgm:pt>
    <dgm:pt modelId="{CEE4B99C-6DC8-4740-8C4A-A72B34F3183E}" type="pres">
      <dgm:prSet presAssocID="{EBDFF91D-48D3-4B91-9193-D8839B24466E}" presName="rootText" presStyleLbl="node4" presStyleIdx="9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15B4BEA-E98E-4587-84B6-2ADC44B00453}" type="pres">
      <dgm:prSet presAssocID="{EBDFF91D-48D3-4B91-9193-D8839B24466E}" presName="rootConnector" presStyleLbl="node4" presStyleIdx="90" presStyleCnt="122"/>
      <dgm:spPr/>
    </dgm:pt>
    <dgm:pt modelId="{06FF81E7-4DA1-43C2-9E27-E1EDBD5B3F14}" type="pres">
      <dgm:prSet presAssocID="{EBDFF91D-48D3-4B91-9193-D8839B24466E}" presName="hierChild4" presStyleCnt="0"/>
      <dgm:spPr/>
    </dgm:pt>
    <dgm:pt modelId="{50CC92A6-3651-4981-BCD2-5C1ABB8EFE77}" type="pres">
      <dgm:prSet presAssocID="{EBDFF91D-48D3-4B91-9193-D8839B24466E}" presName="hierChild5" presStyleCnt="0"/>
      <dgm:spPr/>
    </dgm:pt>
    <dgm:pt modelId="{58767B63-AFB2-480C-93D8-EAC7948265BA}" type="pres">
      <dgm:prSet presAssocID="{4EA07B48-C2AE-4983-A250-2FFD76F62A88}" presName="hierChild5" presStyleCnt="0"/>
      <dgm:spPr/>
    </dgm:pt>
    <dgm:pt modelId="{6B25156B-47AA-4CBB-9E2D-0A0D89293BB7}" type="pres">
      <dgm:prSet presAssocID="{A717CBC9-02FC-4843-8929-8BE46B1C3824}" presName="Name35" presStyleLbl="parChTrans1D3" presStyleIdx="27" presStyleCnt="39"/>
      <dgm:spPr/>
    </dgm:pt>
    <dgm:pt modelId="{52C5F0F5-F399-4A6B-8F1D-F893EA4D0D4D}" type="pres">
      <dgm:prSet presAssocID="{6B2D8762-78E7-486E-9CBB-28890933D194}" presName="hierRoot2" presStyleCnt="0">
        <dgm:presLayoutVars>
          <dgm:hierBranch val="init"/>
        </dgm:presLayoutVars>
      </dgm:prSet>
      <dgm:spPr/>
    </dgm:pt>
    <dgm:pt modelId="{F45DD761-C445-494F-B658-E2CAA4C38655}" type="pres">
      <dgm:prSet presAssocID="{6B2D8762-78E7-486E-9CBB-28890933D194}" presName="rootComposite" presStyleCnt="0"/>
      <dgm:spPr/>
    </dgm:pt>
    <dgm:pt modelId="{EE3E6A87-1CDE-4AED-99FD-720DF80D40EF}" type="pres">
      <dgm:prSet presAssocID="{6B2D8762-78E7-486E-9CBB-28890933D194}" presName="rootText" presStyleLbl="node3" presStyleIdx="27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BCAC2468-D8BB-4491-A057-36C5B12C5B66}" type="pres">
      <dgm:prSet presAssocID="{6B2D8762-78E7-486E-9CBB-28890933D194}" presName="rootConnector" presStyleLbl="node3" presStyleIdx="27" presStyleCnt="39"/>
      <dgm:spPr/>
    </dgm:pt>
    <dgm:pt modelId="{B7D7BC0C-D3BD-443B-AB08-995477BD563E}" type="pres">
      <dgm:prSet presAssocID="{6B2D8762-78E7-486E-9CBB-28890933D194}" presName="hierChild4" presStyleCnt="0"/>
      <dgm:spPr/>
    </dgm:pt>
    <dgm:pt modelId="{1501D6B4-7B68-4062-99B1-E20045386F2C}" type="pres">
      <dgm:prSet presAssocID="{3B352D94-37FB-4F66-9065-6F42540BD40C}" presName="Name37" presStyleLbl="parChTrans1D4" presStyleIdx="91" presStyleCnt="122"/>
      <dgm:spPr/>
    </dgm:pt>
    <dgm:pt modelId="{71336817-7DA5-44F1-8B4F-06F6238D063B}" type="pres">
      <dgm:prSet presAssocID="{4237B43B-BDA5-469D-9FB3-ED069517C9FF}" presName="hierRoot2" presStyleCnt="0">
        <dgm:presLayoutVars>
          <dgm:hierBranch val="init"/>
        </dgm:presLayoutVars>
      </dgm:prSet>
      <dgm:spPr/>
    </dgm:pt>
    <dgm:pt modelId="{246D44B2-1058-40B2-9D7D-679BC41AA116}" type="pres">
      <dgm:prSet presAssocID="{4237B43B-BDA5-469D-9FB3-ED069517C9FF}" presName="rootComposite" presStyleCnt="0"/>
      <dgm:spPr/>
    </dgm:pt>
    <dgm:pt modelId="{5E9A3793-8227-47B1-A8FB-C7A2DB565813}" type="pres">
      <dgm:prSet presAssocID="{4237B43B-BDA5-469D-9FB3-ED069517C9FF}" presName="rootText" presStyleLbl="node4" presStyleIdx="9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03CBD79-6BBB-4911-9726-B0586A533675}" type="pres">
      <dgm:prSet presAssocID="{4237B43B-BDA5-469D-9FB3-ED069517C9FF}" presName="rootConnector" presStyleLbl="node4" presStyleIdx="91" presStyleCnt="122"/>
      <dgm:spPr/>
    </dgm:pt>
    <dgm:pt modelId="{9AD729EC-7F8B-475C-99BD-653656FFE124}" type="pres">
      <dgm:prSet presAssocID="{4237B43B-BDA5-469D-9FB3-ED069517C9FF}" presName="hierChild4" presStyleCnt="0"/>
      <dgm:spPr/>
    </dgm:pt>
    <dgm:pt modelId="{1DAD0FC6-F9A8-4AF0-8ADB-6B086B6BB2D1}" type="pres">
      <dgm:prSet presAssocID="{4237B43B-BDA5-469D-9FB3-ED069517C9FF}" presName="hierChild5" presStyleCnt="0"/>
      <dgm:spPr/>
    </dgm:pt>
    <dgm:pt modelId="{08BE3875-FEA3-441E-A210-D759E8BDEED7}" type="pres">
      <dgm:prSet presAssocID="{6FC74B4C-002A-4A3A-BDE3-53F993DD5069}" presName="Name37" presStyleLbl="parChTrans1D4" presStyleIdx="92" presStyleCnt="122"/>
      <dgm:spPr/>
    </dgm:pt>
    <dgm:pt modelId="{A60DEF98-963D-49F9-8C22-46A4FA214858}" type="pres">
      <dgm:prSet presAssocID="{0C55F8A7-884A-428D-8573-93E0A81F805F}" presName="hierRoot2" presStyleCnt="0">
        <dgm:presLayoutVars>
          <dgm:hierBranch val="init"/>
        </dgm:presLayoutVars>
      </dgm:prSet>
      <dgm:spPr/>
    </dgm:pt>
    <dgm:pt modelId="{FA6744A6-561E-412B-B508-EE2F98C879A1}" type="pres">
      <dgm:prSet presAssocID="{0C55F8A7-884A-428D-8573-93E0A81F805F}" presName="rootComposite" presStyleCnt="0"/>
      <dgm:spPr/>
    </dgm:pt>
    <dgm:pt modelId="{1B190409-440F-4ED9-807D-2CE99E3DE6C0}" type="pres">
      <dgm:prSet presAssocID="{0C55F8A7-884A-428D-8573-93E0A81F805F}" presName="rootText" presStyleLbl="node4" presStyleIdx="9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3F29230-2913-42E4-A7AE-0A5E724975C9}" type="pres">
      <dgm:prSet presAssocID="{0C55F8A7-884A-428D-8573-93E0A81F805F}" presName="rootConnector" presStyleLbl="node4" presStyleIdx="92" presStyleCnt="122"/>
      <dgm:spPr/>
    </dgm:pt>
    <dgm:pt modelId="{1F67EABF-88C9-425A-9657-CE15DC980FD2}" type="pres">
      <dgm:prSet presAssocID="{0C55F8A7-884A-428D-8573-93E0A81F805F}" presName="hierChild4" presStyleCnt="0"/>
      <dgm:spPr/>
    </dgm:pt>
    <dgm:pt modelId="{236DE73F-AEC8-4056-B7F6-51E091FAD8F7}" type="pres">
      <dgm:prSet presAssocID="{0C55F8A7-884A-428D-8573-93E0A81F805F}" presName="hierChild5" presStyleCnt="0"/>
      <dgm:spPr/>
    </dgm:pt>
    <dgm:pt modelId="{C072497F-C368-49A6-BD0D-B97FFF7202CD}" type="pres">
      <dgm:prSet presAssocID="{6B2D8762-78E7-486E-9CBB-28890933D194}" presName="hierChild5" presStyleCnt="0"/>
      <dgm:spPr/>
    </dgm:pt>
    <dgm:pt modelId="{F81BB453-7B31-41B9-9ABE-F8CF87B741F3}" type="pres">
      <dgm:prSet presAssocID="{4D28EB2B-597D-46D3-AB3A-2509C2681965}" presName="Name35" presStyleLbl="parChTrans1D3" presStyleIdx="28" presStyleCnt="39"/>
      <dgm:spPr/>
    </dgm:pt>
    <dgm:pt modelId="{E67C30D2-5381-423A-84CF-B4019035DD13}" type="pres">
      <dgm:prSet presAssocID="{9857A4DD-3DF8-48BA-9117-1C73048BE1B1}" presName="hierRoot2" presStyleCnt="0">
        <dgm:presLayoutVars>
          <dgm:hierBranch val="init"/>
        </dgm:presLayoutVars>
      </dgm:prSet>
      <dgm:spPr/>
    </dgm:pt>
    <dgm:pt modelId="{7AAB5471-3635-4DD5-AA03-32F7100DD7A4}" type="pres">
      <dgm:prSet presAssocID="{9857A4DD-3DF8-48BA-9117-1C73048BE1B1}" presName="rootComposite" presStyleCnt="0"/>
      <dgm:spPr/>
    </dgm:pt>
    <dgm:pt modelId="{0E27D6A9-68FF-463A-949A-5D37E5250483}" type="pres">
      <dgm:prSet presAssocID="{9857A4DD-3DF8-48BA-9117-1C73048BE1B1}" presName="rootText" presStyleLbl="node3" presStyleIdx="28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BDA3BEF5-0A22-419E-90ED-51F752BEFF65}" type="pres">
      <dgm:prSet presAssocID="{9857A4DD-3DF8-48BA-9117-1C73048BE1B1}" presName="rootConnector" presStyleLbl="node3" presStyleIdx="28" presStyleCnt="39"/>
      <dgm:spPr/>
    </dgm:pt>
    <dgm:pt modelId="{B994B797-1278-4E16-BD72-498722E6C890}" type="pres">
      <dgm:prSet presAssocID="{9857A4DD-3DF8-48BA-9117-1C73048BE1B1}" presName="hierChild4" presStyleCnt="0"/>
      <dgm:spPr/>
    </dgm:pt>
    <dgm:pt modelId="{EE1E98CF-C869-4151-83BA-B82976A6C1F4}" type="pres">
      <dgm:prSet presAssocID="{32240462-2BF6-4823-A699-0475F1C98F77}" presName="Name37" presStyleLbl="parChTrans1D4" presStyleIdx="93" presStyleCnt="122"/>
      <dgm:spPr/>
    </dgm:pt>
    <dgm:pt modelId="{0884EBCD-00DC-4C85-A0B2-3BFBFC490C03}" type="pres">
      <dgm:prSet presAssocID="{C66AC65B-05CA-4537-B09D-03836ADDD72D}" presName="hierRoot2" presStyleCnt="0">
        <dgm:presLayoutVars>
          <dgm:hierBranch val="init"/>
        </dgm:presLayoutVars>
      </dgm:prSet>
      <dgm:spPr/>
    </dgm:pt>
    <dgm:pt modelId="{C45110C7-03E5-4EED-BDC8-D5AC492C6CE1}" type="pres">
      <dgm:prSet presAssocID="{C66AC65B-05CA-4537-B09D-03836ADDD72D}" presName="rootComposite" presStyleCnt="0"/>
      <dgm:spPr/>
    </dgm:pt>
    <dgm:pt modelId="{295D0E87-4F7F-4605-9D36-DEFD932B00A3}" type="pres">
      <dgm:prSet presAssocID="{C66AC65B-05CA-4537-B09D-03836ADDD72D}" presName="rootText" presStyleLbl="node4" presStyleIdx="9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20285960-3998-4223-B05B-3CF7BF47CE8E}" type="pres">
      <dgm:prSet presAssocID="{C66AC65B-05CA-4537-B09D-03836ADDD72D}" presName="rootConnector" presStyleLbl="node4" presStyleIdx="93" presStyleCnt="122"/>
      <dgm:spPr/>
    </dgm:pt>
    <dgm:pt modelId="{FFF32789-40EA-4ECA-A63C-63B13B1BAF14}" type="pres">
      <dgm:prSet presAssocID="{C66AC65B-05CA-4537-B09D-03836ADDD72D}" presName="hierChild4" presStyleCnt="0"/>
      <dgm:spPr/>
    </dgm:pt>
    <dgm:pt modelId="{B074C429-7B2D-4DDF-A985-B83B71E865F7}" type="pres">
      <dgm:prSet presAssocID="{C66AC65B-05CA-4537-B09D-03836ADDD72D}" presName="hierChild5" presStyleCnt="0"/>
      <dgm:spPr/>
    </dgm:pt>
    <dgm:pt modelId="{37716CC6-99F4-440B-A100-AD33DA62B2EE}" type="pres">
      <dgm:prSet presAssocID="{85CC7A88-0605-4ADD-8335-493FA1EDEE7E}" presName="Name37" presStyleLbl="parChTrans1D4" presStyleIdx="94" presStyleCnt="122"/>
      <dgm:spPr/>
    </dgm:pt>
    <dgm:pt modelId="{391ED05D-FA53-42A6-9F0C-2F1F683CE902}" type="pres">
      <dgm:prSet presAssocID="{3A6F79B3-426D-48DA-BB40-427AA2B672DF}" presName="hierRoot2" presStyleCnt="0">
        <dgm:presLayoutVars>
          <dgm:hierBranch val="init"/>
        </dgm:presLayoutVars>
      </dgm:prSet>
      <dgm:spPr/>
    </dgm:pt>
    <dgm:pt modelId="{5753C7A9-F0E8-4E46-BA64-4B3CBCFDA1D7}" type="pres">
      <dgm:prSet presAssocID="{3A6F79B3-426D-48DA-BB40-427AA2B672DF}" presName="rootComposite" presStyleCnt="0"/>
      <dgm:spPr/>
    </dgm:pt>
    <dgm:pt modelId="{4D214032-C4B2-459B-8556-10EBB877F98F}" type="pres">
      <dgm:prSet presAssocID="{3A6F79B3-426D-48DA-BB40-427AA2B672DF}" presName="rootText" presStyleLbl="node4" presStyleIdx="9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181310A-1A30-48EC-87CE-09555602F8C7}" type="pres">
      <dgm:prSet presAssocID="{3A6F79B3-426D-48DA-BB40-427AA2B672DF}" presName="rootConnector" presStyleLbl="node4" presStyleIdx="94" presStyleCnt="122"/>
      <dgm:spPr/>
    </dgm:pt>
    <dgm:pt modelId="{EB23D4B4-9A00-47D4-B216-37C0CE05C466}" type="pres">
      <dgm:prSet presAssocID="{3A6F79B3-426D-48DA-BB40-427AA2B672DF}" presName="hierChild4" presStyleCnt="0"/>
      <dgm:spPr/>
    </dgm:pt>
    <dgm:pt modelId="{712AA101-FD56-45B7-BEF9-308D3FB38A01}" type="pres">
      <dgm:prSet presAssocID="{3A6F79B3-426D-48DA-BB40-427AA2B672DF}" presName="hierChild5" presStyleCnt="0"/>
      <dgm:spPr/>
    </dgm:pt>
    <dgm:pt modelId="{A3943550-77B4-4BFA-A6CD-5727EF21FEA5}" type="pres">
      <dgm:prSet presAssocID="{9857A4DD-3DF8-48BA-9117-1C73048BE1B1}" presName="hierChild5" presStyleCnt="0"/>
      <dgm:spPr/>
    </dgm:pt>
    <dgm:pt modelId="{9EB46EC8-499B-418B-BE9E-79464262298E}" type="pres">
      <dgm:prSet presAssocID="{E9146787-17AF-4284-BB39-3971782866F3}" presName="Name35" presStyleLbl="parChTrans1D3" presStyleIdx="29" presStyleCnt="39"/>
      <dgm:spPr/>
    </dgm:pt>
    <dgm:pt modelId="{F6EB7A68-CB40-41FC-ACCD-C51D1590343F}" type="pres">
      <dgm:prSet presAssocID="{6826D294-ED97-4621-863D-0B6459F5824A}" presName="hierRoot2" presStyleCnt="0">
        <dgm:presLayoutVars>
          <dgm:hierBranch val="init"/>
        </dgm:presLayoutVars>
      </dgm:prSet>
      <dgm:spPr/>
    </dgm:pt>
    <dgm:pt modelId="{758EDB91-49BF-422A-BAF1-DDA965A3299F}" type="pres">
      <dgm:prSet presAssocID="{6826D294-ED97-4621-863D-0B6459F5824A}" presName="rootComposite" presStyleCnt="0"/>
      <dgm:spPr/>
    </dgm:pt>
    <dgm:pt modelId="{198FA439-1042-484E-A918-5B54EE3ECB26}" type="pres">
      <dgm:prSet presAssocID="{6826D294-ED97-4621-863D-0B6459F5824A}" presName="rootText" presStyleLbl="node3" presStyleIdx="29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9CF88CE4-6926-4414-820F-8E843250EB1D}" type="pres">
      <dgm:prSet presAssocID="{6826D294-ED97-4621-863D-0B6459F5824A}" presName="rootConnector" presStyleLbl="node3" presStyleIdx="29" presStyleCnt="39"/>
      <dgm:spPr/>
    </dgm:pt>
    <dgm:pt modelId="{933EB9CC-A21E-430A-97A3-335FBAE1A9D0}" type="pres">
      <dgm:prSet presAssocID="{6826D294-ED97-4621-863D-0B6459F5824A}" presName="hierChild4" presStyleCnt="0"/>
      <dgm:spPr/>
    </dgm:pt>
    <dgm:pt modelId="{58EA3C5A-80F4-42CA-A597-C679B9F1A888}" type="pres">
      <dgm:prSet presAssocID="{6C500906-9150-4DE9-8947-5D3D02E49B39}" presName="Name37" presStyleLbl="parChTrans1D4" presStyleIdx="95" presStyleCnt="122"/>
      <dgm:spPr/>
    </dgm:pt>
    <dgm:pt modelId="{7CE40E11-FB39-4604-8815-797F591D36E1}" type="pres">
      <dgm:prSet presAssocID="{2E9CCB85-040E-4584-B1CA-97F39BEF60F7}" presName="hierRoot2" presStyleCnt="0">
        <dgm:presLayoutVars>
          <dgm:hierBranch val="init"/>
        </dgm:presLayoutVars>
      </dgm:prSet>
      <dgm:spPr/>
    </dgm:pt>
    <dgm:pt modelId="{87D3EF2C-9A03-4D4E-B685-F396AAC1AFC3}" type="pres">
      <dgm:prSet presAssocID="{2E9CCB85-040E-4584-B1CA-97F39BEF60F7}" presName="rootComposite" presStyleCnt="0"/>
      <dgm:spPr/>
    </dgm:pt>
    <dgm:pt modelId="{C55C7745-43F9-4B0E-A3B8-D1FC8C5F619A}" type="pres">
      <dgm:prSet presAssocID="{2E9CCB85-040E-4584-B1CA-97F39BEF60F7}" presName="rootText" presStyleLbl="node4" presStyleIdx="9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A8DA2B4-5AD8-4348-8A7F-0895993E63B9}" type="pres">
      <dgm:prSet presAssocID="{2E9CCB85-040E-4584-B1CA-97F39BEF60F7}" presName="rootConnector" presStyleLbl="node4" presStyleIdx="95" presStyleCnt="122"/>
      <dgm:spPr/>
    </dgm:pt>
    <dgm:pt modelId="{B0005B25-CDFA-4FA0-970E-38918B2317ED}" type="pres">
      <dgm:prSet presAssocID="{2E9CCB85-040E-4584-B1CA-97F39BEF60F7}" presName="hierChild4" presStyleCnt="0"/>
      <dgm:spPr/>
    </dgm:pt>
    <dgm:pt modelId="{FC963F21-461A-445E-A020-2901BFAF0EA4}" type="pres">
      <dgm:prSet presAssocID="{2E9CCB85-040E-4584-B1CA-97F39BEF60F7}" presName="hierChild5" presStyleCnt="0"/>
      <dgm:spPr/>
    </dgm:pt>
    <dgm:pt modelId="{0C46C4BE-3FC9-4B61-B226-E45A4C1DE6A4}" type="pres">
      <dgm:prSet presAssocID="{64522B8D-1994-46D2-A7A6-7AC105A8CF9A}" presName="Name37" presStyleLbl="parChTrans1D4" presStyleIdx="96" presStyleCnt="122"/>
      <dgm:spPr/>
    </dgm:pt>
    <dgm:pt modelId="{1E0029D6-B359-4BF4-84C2-31F4833EF8C6}" type="pres">
      <dgm:prSet presAssocID="{43A5C799-0F40-4239-8BA5-5F7A79B805C5}" presName="hierRoot2" presStyleCnt="0">
        <dgm:presLayoutVars>
          <dgm:hierBranch val="init"/>
        </dgm:presLayoutVars>
      </dgm:prSet>
      <dgm:spPr/>
    </dgm:pt>
    <dgm:pt modelId="{9E6E4B35-F977-4B78-8C92-C43EB53F1F52}" type="pres">
      <dgm:prSet presAssocID="{43A5C799-0F40-4239-8BA5-5F7A79B805C5}" presName="rootComposite" presStyleCnt="0"/>
      <dgm:spPr/>
    </dgm:pt>
    <dgm:pt modelId="{A0ACE71F-E4CC-4FA1-831B-309F75300363}" type="pres">
      <dgm:prSet presAssocID="{43A5C799-0F40-4239-8BA5-5F7A79B805C5}" presName="rootText" presStyleLbl="node4" presStyleIdx="9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B5E6012B-DE88-4C65-B637-BC12DE00920C}" type="pres">
      <dgm:prSet presAssocID="{43A5C799-0F40-4239-8BA5-5F7A79B805C5}" presName="rootConnector" presStyleLbl="node4" presStyleIdx="96" presStyleCnt="122"/>
      <dgm:spPr/>
    </dgm:pt>
    <dgm:pt modelId="{F2751AC8-4F0C-4574-8177-D306D5CB34D2}" type="pres">
      <dgm:prSet presAssocID="{43A5C799-0F40-4239-8BA5-5F7A79B805C5}" presName="hierChild4" presStyleCnt="0"/>
      <dgm:spPr/>
    </dgm:pt>
    <dgm:pt modelId="{751A7862-3E06-48C5-8268-1FC0426BC832}" type="pres">
      <dgm:prSet presAssocID="{43A5C799-0F40-4239-8BA5-5F7A79B805C5}" presName="hierChild5" presStyleCnt="0"/>
      <dgm:spPr/>
    </dgm:pt>
    <dgm:pt modelId="{E975E93E-AA5D-4A96-89DF-BA2AAE7554C9}" type="pres">
      <dgm:prSet presAssocID="{6826D294-ED97-4621-863D-0B6459F5824A}" presName="hierChild5" presStyleCnt="0"/>
      <dgm:spPr/>
    </dgm:pt>
    <dgm:pt modelId="{7DF95401-9358-4F06-83D6-D5B817210B86}" type="pres">
      <dgm:prSet presAssocID="{593E3876-C498-4010-AC8B-8F65EF1AA557}" presName="hierChild5" presStyleCnt="0"/>
      <dgm:spPr/>
    </dgm:pt>
    <dgm:pt modelId="{6B8D6A69-C941-4774-B9EB-83114D12CAC1}" type="pres">
      <dgm:prSet presAssocID="{6B6879E3-298D-4EB3-B5C4-DEB86E3858FB}" presName="Name37" presStyleLbl="parChTrans1D2" presStyleIdx="8" presStyleCnt="11"/>
      <dgm:spPr/>
    </dgm:pt>
    <dgm:pt modelId="{803E83AB-DFD2-4F8F-A07C-8A6F2DBE2695}" type="pres">
      <dgm:prSet presAssocID="{74A0BC27-591C-41A6-86ED-F8B31B4FAD96}" presName="hierRoot2" presStyleCnt="0">
        <dgm:presLayoutVars>
          <dgm:hierBranch/>
        </dgm:presLayoutVars>
      </dgm:prSet>
      <dgm:spPr/>
    </dgm:pt>
    <dgm:pt modelId="{3016E71D-B907-4C88-BEA7-11A831F7BCD6}" type="pres">
      <dgm:prSet presAssocID="{74A0BC27-591C-41A6-86ED-F8B31B4FAD96}" presName="rootComposite" presStyleCnt="0"/>
      <dgm:spPr/>
    </dgm:pt>
    <dgm:pt modelId="{66F1A6AD-5F0A-471A-B0E1-F58910040D34}" type="pres">
      <dgm:prSet presAssocID="{74A0BC27-591C-41A6-86ED-F8B31B4FAD96}" presName="rootText" presStyleLbl="node2" presStyleIdx="8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4E3EF15A-A0D5-465A-A0DE-03DF43825030}" type="pres">
      <dgm:prSet presAssocID="{74A0BC27-591C-41A6-86ED-F8B31B4FAD96}" presName="rootConnector" presStyleLbl="node2" presStyleIdx="8" presStyleCnt="11"/>
      <dgm:spPr/>
    </dgm:pt>
    <dgm:pt modelId="{418FD73E-BC2C-4FB9-97F8-06ECBFAB5A5F}" type="pres">
      <dgm:prSet presAssocID="{74A0BC27-591C-41A6-86ED-F8B31B4FAD96}" presName="hierChild4" presStyleCnt="0"/>
      <dgm:spPr/>
    </dgm:pt>
    <dgm:pt modelId="{E03B55BC-2857-4AE3-8FE7-0BB2C0CE575A}" type="pres">
      <dgm:prSet presAssocID="{6C303D3C-8F4C-460A-830E-8E79DD3536C2}" presName="Name35" presStyleLbl="parChTrans1D3" presStyleIdx="30" presStyleCnt="39"/>
      <dgm:spPr/>
    </dgm:pt>
    <dgm:pt modelId="{409391F9-24FC-46AE-BFD9-48D310F1BAE7}" type="pres">
      <dgm:prSet presAssocID="{5464B3B6-E609-48C7-AEC6-EE5A3B574683}" presName="hierRoot2" presStyleCnt="0">
        <dgm:presLayoutVars>
          <dgm:hierBranch val="init"/>
        </dgm:presLayoutVars>
      </dgm:prSet>
      <dgm:spPr/>
    </dgm:pt>
    <dgm:pt modelId="{38A3FC37-ECE8-4FFA-99BE-2E10156F91ED}" type="pres">
      <dgm:prSet presAssocID="{5464B3B6-E609-48C7-AEC6-EE5A3B574683}" presName="rootComposite" presStyleCnt="0"/>
      <dgm:spPr/>
    </dgm:pt>
    <dgm:pt modelId="{32AB8880-3958-42EE-B4C9-A8FE52972FD7}" type="pres">
      <dgm:prSet presAssocID="{5464B3B6-E609-48C7-AEC6-EE5A3B574683}" presName="rootText" presStyleLbl="node3" presStyleIdx="30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98E6B053-FF29-44AF-8A4D-B65B818C3E7D}" type="pres">
      <dgm:prSet presAssocID="{5464B3B6-E609-48C7-AEC6-EE5A3B574683}" presName="rootConnector" presStyleLbl="node3" presStyleIdx="30" presStyleCnt="39"/>
      <dgm:spPr/>
    </dgm:pt>
    <dgm:pt modelId="{3A1D2717-11DB-4070-BD1D-3FD7C70F9D53}" type="pres">
      <dgm:prSet presAssocID="{5464B3B6-E609-48C7-AEC6-EE5A3B574683}" presName="hierChild4" presStyleCnt="0"/>
      <dgm:spPr/>
    </dgm:pt>
    <dgm:pt modelId="{1AB19FBD-5B3B-4D53-903F-E8D834DAE3EC}" type="pres">
      <dgm:prSet presAssocID="{E9722276-B343-436A-ADE7-69D13B646A61}" presName="Name37" presStyleLbl="parChTrans1D4" presStyleIdx="97" presStyleCnt="122"/>
      <dgm:spPr/>
    </dgm:pt>
    <dgm:pt modelId="{284414F4-2993-4677-A264-81A71F961DDD}" type="pres">
      <dgm:prSet presAssocID="{7F0FB6FA-86B1-4B95-B5D8-890758472E7F}" presName="hierRoot2" presStyleCnt="0">
        <dgm:presLayoutVars>
          <dgm:hierBranch val="init"/>
        </dgm:presLayoutVars>
      </dgm:prSet>
      <dgm:spPr/>
    </dgm:pt>
    <dgm:pt modelId="{A887A877-5A7D-4C8B-8F61-55E2C579218E}" type="pres">
      <dgm:prSet presAssocID="{7F0FB6FA-86B1-4B95-B5D8-890758472E7F}" presName="rootComposite" presStyleCnt="0"/>
      <dgm:spPr/>
    </dgm:pt>
    <dgm:pt modelId="{5E4F2D89-8D69-4417-B047-6ABD8055E77B}" type="pres">
      <dgm:prSet presAssocID="{7F0FB6FA-86B1-4B95-B5D8-890758472E7F}" presName="rootText" presStyleLbl="node4" presStyleIdx="9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64ECC56-9405-4819-A0BC-D2664A2566FE}" type="pres">
      <dgm:prSet presAssocID="{7F0FB6FA-86B1-4B95-B5D8-890758472E7F}" presName="rootConnector" presStyleLbl="node4" presStyleIdx="97" presStyleCnt="122"/>
      <dgm:spPr/>
    </dgm:pt>
    <dgm:pt modelId="{E2F26E0F-FAB2-43C4-8D28-E6019CB814ED}" type="pres">
      <dgm:prSet presAssocID="{7F0FB6FA-86B1-4B95-B5D8-890758472E7F}" presName="hierChild4" presStyleCnt="0"/>
      <dgm:spPr/>
    </dgm:pt>
    <dgm:pt modelId="{99229AB3-76A5-47F3-8113-2EE4EC56E343}" type="pres">
      <dgm:prSet presAssocID="{7F0FB6FA-86B1-4B95-B5D8-890758472E7F}" presName="hierChild5" presStyleCnt="0"/>
      <dgm:spPr/>
    </dgm:pt>
    <dgm:pt modelId="{50EBCB57-AF17-4745-ABF0-731C71CD95AB}" type="pres">
      <dgm:prSet presAssocID="{1079B1D0-4682-4670-90C0-76FBE5B62D31}" presName="Name37" presStyleLbl="parChTrans1D4" presStyleIdx="98" presStyleCnt="122"/>
      <dgm:spPr/>
    </dgm:pt>
    <dgm:pt modelId="{676BD097-FD56-4CC9-B928-8FA968E1ADB1}" type="pres">
      <dgm:prSet presAssocID="{8903452A-8E28-48DF-A5BC-AB59DD78B275}" presName="hierRoot2" presStyleCnt="0">
        <dgm:presLayoutVars>
          <dgm:hierBranch val="init"/>
        </dgm:presLayoutVars>
      </dgm:prSet>
      <dgm:spPr/>
    </dgm:pt>
    <dgm:pt modelId="{FAB5CC8C-CB06-4C33-B703-56B5CA802829}" type="pres">
      <dgm:prSet presAssocID="{8903452A-8E28-48DF-A5BC-AB59DD78B275}" presName="rootComposite" presStyleCnt="0"/>
      <dgm:spPr/>
    </dgm:pt>
    <dgm:pt modelId="{7B8FB614-5F77-4940-A0B4-2A7AB28EC934}" type="pres">
      <dgm:prSet presAssocID="{8903452A-8E28-48DF-A5BC-AB59DD78B275}" presName="rootText" presStyleLbl="node4" presStyleIdx="9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6931E58-E98A-470D-9FE0-25AFDE469B31}" type="pres">
      <dgm:prSet presAssocID="{8903452A-8E28-48DF-A5BC-AB59DD78B275}" presName="rootConnector" presStyleLbl="node4" presStyleIdx="98" presStyleCnt="122"/>
      <dgm:spPr/>
    </dgm:pt>
    <dgm:pt modelId="{A008A628-0AE7-4CD7-B06F-2A20DE9E335A}" type="pres">
      <dgm:prSet presAssocID="{8903452A-8E28-48DF-A5BC-AB59DD78B275}" presName="hierChild4" presStyleCnt="0"/>
      <dgm:spPr/>
    </dgm:pt>
    <dgm:pt modelId="{C731FAC9-FD14-4125-BF59-F4C1B58FAF5E}" type="pres">
      <dgm:prSet presAssocID="{8903452A-8E28-48DF-A5BC-AB59DD78B275}" presName="hierChild5" presStyleCnt="0"/>
      <dgm:spPr/>
    </dgm:pt>
    <dgm:pt modelId="{2AE5ED2D-51AA-40F2-ADFD-55F022D61E64}" type="pres">
      <dgm:prSet presAssocID="{5464B3B6-E609-48C7-AEC6-EE5A3B574683}" presName="hierChild5" presStyleCnt="0"/>
      <dgm:spPr/>
    </dgm:pt>
    <dgm:pt modelId="{154EA232-D2BD-4B4F-A339-EF78D4AFD1BB}" type="pres">
      <dgm:prSet presAssocID="{2C7D501B-18CD-4CE2-B925-EA9CFD3B3BCE}" presName="Name35" presStyleLbl="parChTrans1D3" presStyleIdx="31" presStyleCnt="39"/>
      <dgm:spPr/>
    </dgm:pt>
    <dgm:pt modelId="{2D8E15F6-1ADE-4FC8-ACD6-1E453C99F67B}" type="pres">
      <dgm:prSet presAssocID="{3F464C52-3FC9-467F-9549-28B28294E955}" presName="hierRoot2" presStyleCnt="0">
        <dgm:presLayoutVars>
          <dgm:hierBranch val="init"/>
        </dgm:presLayoutVars>
      </dgm:prSet>
      <dgm:spPr/>
    </dgm:pt>
    <dgm:pt modelId="{F8425173-F6F8-47F3-9089-267A1A8BDA0E}" type="pres">
      <dgm:prSet presAssocID="{3F464C52-3FC9-467F-9549-28B28294E955}" presName="rootComposite" presStyleCnt="0"/>
      <dgm:spPr/>
    </dgm:pt>
    <dgm:pt modelId="{7D82FA03-59E1-4513-9412-A451B5847E20}" type="pres">
      <dgm:prSet presAssocID="{3F464C52-3FC9-467F-9549-28B28294E955}" presName="rootText" presStyleLbl="node3" presStyleIdx="31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2D2CCAF6-E804-4E04-945E-D50504E36589}" type="pres">
      <dgm:prSet presAssocID="{3F464C52-3FC9-467F-9549-28B28294E955}" presName="rootConnector" presStyleLbl="node3" presStyleIdx="31" presStyleCnt="39"/>
      <dgm:spPr/>
    </dgm:pt>
    <dgm:pt modelId="{E71E2927-881C-48C2-A7B9-76E985E45784}" type="pres">
      <dgm:prSet presAssocID="{3F464C52-3FC9-467F-9549-28B28294E955}" presName="hierChild4" presStyleCnt="0"/>
      <dgm:spPr/>
    </dgm:pt>
    <dgm:pt modelId="{82658557-D38F-4F12-8C3A-97D59729E408}" type="pres">
      <dgm:prSet presAssocID="{4FD94426-E2D0-448C-92FA-EAA6560D0C9A}" presName="Name37" presStyleLbl="parChTrans1D4" presStyleIdx="99" presStyleCnt="122"/>
      <dgm:spPr/>
    </dgm:pt>
    <dgm:pt modelId="{CBADA4AD-E0F6-4F46-8ACC-BC05AC27D17C}" type="pres">
      <dgm:prSet presAssocID="{8849E7A5-4B44-469D-BF74-15B81BD70382}" presName="hierRoot2" presStyleCnt="0">
        <dgm:presLayoutVars>
          <dgm:hierBranch val="init"/>
        </dgm:presLayoutVars>
      </dgm:prSet>
      <dgm:spPr/>
    </dgm:pt>
    <dgm:pt modelId="{0DFBE71A-F08E-46D7-8D96-D3AA2C4F2C6D}" type="pres">
      <dgm:prSet presAssocID="{8849E7A5-4B44-469D-BF74-15B81BD70382}" presName="rootComposite" presStyleCnt="0"/>
      <dgm:spPr/>
    </dgm:pt>
    <dgm:pt modelId="{DEA50672-DA70-4B5D-8A96-1326B622B8F5}" type="pres">
      <dgm:prSet presAssocID="{8849E7A5-4B44-469D-BF74-15B81BD70382}" presName="rootText" presStyleLbl="node4" presStyleIdx="9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D6E7AFC7-2CE2-4C15-8B21-3AFB06D7A9B2}" type="pres">
      <dgm:prSet presAssocID="{8849E7A5-4B44-469D-BF74-15B81BD70382}" presName="rootConnector" presStyleLbl="node4" presStyleIdx="99" presStyleCnt="122"/>
      <dgm:spPr/>
    </dgm:pt>
    <dgm:pt modelId="{CA12AEC7-FC5D-4688-9221-258F39CEF389}" type="pres">
      <dgm:prSet presAssocID="{8849E7A5-4B44-469D-BF74-15B81BD70382}" presName="hierChild4" presStyleCnt="0"/>
      <dgm:spPr/>
    </dgm:pt>
    <dgm:pt modelId="{E92EB08A-441E-4A59-AD62-A6165161421B}" type="pres">
      <dgm:prSet presAssocID="{8849E7A5-4B44-469D-BF74-15B81BD70382}" presName="hierChild5" presStyleCnt="0"/>
      <dgm:spPr/>
    </dgm:pt>
    <dgm:pt modelId="{25C7A917-70D4-449D-A1C1-5B69AAE77B44}" type="pres">
      <dgm:prSet presAssocID="{E3578AE4-ABBF-4F50-8689-7EF58766155C}" presName="Name37" presStyleLbl="parChTrans1D4" presStyleIdx="100" presStyleCnt="122"/>
      <dgm:spPr/>
    </dgm:pt>
    <dgm:pt modelId="{186E0A85-0081-4121-A761-DA5E762BCDB0}" type="pres">
      <dgm:prSet presAssocID="{2C9F0035-B471-4203-A744-903728586A2D}" presName="hierRoot2" presStyleCnt="0">
        <dgm:presLayoutVars>
          <dgm:hierBranch val="init"/>
        </dgm:presLayoutVars>
      </dgm:prSet>
      <dgm:spPr/>
    </dgm:pt>
    <dgm:pt modelId="{63D93D13-7F92-4704-8FE4-0949E0AB9E4D}" type="pres">
      <dgm:prSet presAssocID="{2C9F0035-B471-4203-A744-903728586A2D}" presName="rootComposite" presStyleCnt="0"/>
      <dgm:spPr/>
    </dgm:pt>
    <dgm:pt modelId="{5E0FFD17-4C07-4A93-A0FA-AEC9CE7BB4F9}" type="pres">
      <dgm:prSet presAssocID="{2C9F0035-B471-4203-A744-903728586A2D}" presName="rootText" presStyleLbl="node4" presStyleIdx="10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1E56972-7522-48A1-B877-AD22D2006F61}" type="pres">
      <dgm:prSet presAssocID="{2C9F0035-B471-4203-A744-903728586A2D}" presName="rootConnector" presStyleLbl="node4" presStyleIdx="100" presStyleCnt="122"/>
      <dgm:spPr/>
    </dgm:pt>
    <dgm:pt modelId="{7E28E59C-F895-4EDD-BA53-D793D20E78CD}" type="pres">
      <dgm:prSet presAssocID="{2C9F0035-B471-4203-A744-903728586A2D}" presName="hierChild4" presStyleCnt="0"/>
      <dgm:spPr/>
    </dgm:pt>
    <dgm:pt modelId="{C04429FD-42D4-4161-A2B6-D6F89AF1FC2B}" type="pres">
      <dgm:prSet presAssocID="{2C9F0035-B471-4203-A744-903728586A2D}" presName="hierChild5" presStyleCnt="0"/>
      <dgm:spPr/>
    </dgm:pt>
    <dgm:pt modelId="{EFB0ADFC-3729-4208-9C2E-DD5D1A866299}" type="pres">
      <dgm:prSet presAssocID="{5F2BFEC8-4CAA-4CEF-A9A3-A6546282E622}" presName="Name37" presStyleLbl="parChTrans1D4" presStyleIdx="101" presStyleCnt="122"/>
      <dgm:spPr/>
    </dgm:pt>
    <dgm:pt modelId="{D34CAE93-29D4-4607-8850-99A3269BFBE9}" type="pres">
      <dgm:prSet presAssocID="{9D19086D-5DAB-4D3F-8A04-909BE97E28F7}" presName="hierRoot2" presStyleCnt="0">
        <dgm:presLayoutVars>
          <dgm:hierBranch val="init"/>
        </dgm:presLayoutVars>
      </dgm:prSet>
      <dgm:spPr/>
    </dgm:pt>
    <dgm:pt modelId="{6C0899A6-F905-4BDE-A9B2-66F8674B3E4D}" type="pres">
      <dgm:prSet presAssocID="{9D19086D-5DAB-4D3F-8A04-909BE97E28F7}" presName="rootComposite" presStyleCnt="0"/>
      <dgm:spPr/>
    </dgm:pt>
    <dgm:pt modelId="{5677334C-4D74-4050-9439-8B0E4073D3EE}" type="pres">
      <dgm:prSet presAssocID="{9D19086D-5DAB-4D3F-8A04-909BE97E28F7}" presName="rootText" presStyleLbl="node4" presStyleIdx="10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9EC0D8A-3BD5-4A57-AA50-2223C8B96E7B}" type="pres">
      <dgm:prSet presAssocID="{9D19086D-5DAB-4D3F-8A04-909BE97E28F7}" presName="rootConnector" presStyleLbl="node4" presStyleIdx="101" presStyleCnt="122"/>
      <dgm:spPr/>
    </dgm:pt>
    <dgm:pt modelId="{53CB589C-D457-4097-A569-85AFEAF3C975}" type="pres">
      <dgm:prSet presAssocID="{9D19086D-5DAB-4D3F-8A04-909BE97E28F7}" presName="hierChild4" presStyleCnt="0"/>
      <dgm:spPr/>
    </dgm:pt>
    <dgm:pt modelId="{682F9C7B-9EEF-48EE-87B1-CCDA84AEDCD6}" type="pres">
      <dgm:prSet presAssocID="{9D19086D-5DAB-4D3F-8A04-909BE97E28F7}" presName="hierChild5" presStyleCnt="0"/>
      <dgm:spPr/>
    </dgm:pt>
    <dgm:pt modelId="{6895F13C-DA73-4007-A6E1-265385CA352E}" type="pres">
      <dgm:prSet presAssocID="{C566924B-A791-425F-9A18-9A15EBE836DB}" presName="Name37" presStyleLbl="parChTrans1D4" presStyleIdx="102" presStyleCnt="122"/>
      <dgm:spPr/>
    </dgm:pt>
    <dgm:pt modelId="{97B9296B-222C-4955-9323-27B0E4A19D1D}" type="pres">
      <dgm:prSet presAssocID="{D284B5CC-64A4-4DD7-BCA3-A49F05CED183}" presName="hierRoot2" presStyleCnt="0">
        <dgm:presLayoutVars>
          <dgm:hierBranch val="init"/>
        </dgm:presLayoutVars>
      </dgm:prSet>
      <dgm:spPr/>
    </dgm:pt>
    <dgm:pt modelId="{180B66D0-5152-4F4B-BF90-18B1188AE9E2}" type="pres">
      <dgm:prSet presAssocID="{D284B5CC-64A4-4DD7-BCA3-A49F05CED183}" presName="rootComposite" presStyleCnt="0"/>
      <dgm:spPr/>
    </dgm:pt>
    <dgm:pt modelId="{A2F785D1-79FE-455B-89F6-DC99E6586E6F}" type="pres">
      <dgm:prSet presAssocID="{D284B5CC-64A4-4DD7-BCA3-A49F05CED183}" presName="rootText" presStyleLbl="node4" presStyleIdx="10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1843A8D3-0703-4F1C-B70E-07D69A350273}" type="pres">
      <dgm:prSet presAssocID="{D284B5CC-64A4-4DD7-BCA3-A49F05CED183}" presName="rootConnector" presStyleLbl="node4" presStyleIdx="102" presStyleCnt="122"/>
      <dgm:spPr/>
    </dgm:pt>
    <dgm:pt modelId="{24EACF0C-0F16-43EF-ACC6-56641C44B43F}" type="pres">
      <dgm:prSet presAssocID="{D284B5CC-64A4-4DD7-BCA3-A49F05CED183}" presName="hierChild4" presStyleCnt="0"/>
      <dgm:spPr/>
    </dgm:pt>
    <dgm:pt modelId="{33DD39E6-2BFA-459A-9B78-7C9C402BB6A6}" type="pres">
      <dgm:prSet presAssocID="{D284B5CC-64A4-4DD7-BCA3-A49F05CED183}" presName="hierChild5" presStyleCnt="0"/>
      <dgm:spPr/>
    </dgm:pt>
    <dgm:pt modelId="{9C6DA49E-39EB-4D0B-8220-782CB444A965}" type="pres">
      <dgm:prSet presAssocID="{3F464C52-3FC9-467F-9549-28B28294E955}" presName="hierChild5" presStyleCnt="0"/>
      <dgm:spPr/>
    </dgm:pt>
    <dgm:pt modelId="{D1134B2F-0E1F-4B62-978E-BEAB8DF1F320}" type="pres">
      <dgm:prSet presAssocID="{5293B434-01D9-46D8-9F37-261E0F4D5B6A}" presName="Name35" presStyleLbl="parChTrans1D3" presStyleIdx="32" presStyleCnt="39"/>
      <dgm:spPr/>
    </dgm:pt>
    <dgm:pt modelId="{1715E26D-34E1-4BD8-BE2B-0638249FF9CF}" type="pres">
      <dgm:prSet presAssocID="{4031127F-DAE9-491A-817B-4A3A321D6EAB}" presName="hierRoot2" presStyleCnt="0">
        <dgm:presLayoutVars>
          <dgm:hierBranch val="init"/>
        </dgm:presLayoutVars>
      </dgm:prSet>
      <dgm:spPr/>
    </dgm:pt>
    <dgm:pt modelId="{65C3899E-EEE3-477F-8EC9-ABF5AD8D6AB5}" type="pres">
      <dgm:prSet presAssocID="{4031127F-DAE9-491A-817B-4A3A321D6EAB}" presName="rootComposite" presStyleCnt="0"/>
      <dgm:spPr/>
    </dgm:pt>
    <dgm:pt modelId="{BC11B85A-61E5-4882-ACBC-1B5FA0F6CD24}" type="pres">
      <dgm:prSet presAssocID="{4031127F-DAE9-491A-817B-4A3A321D6EAB}" presName="rootText" presStyleLbl="node3" presStyleIdx="32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6CBF47D9-641D-4F8F-9077-90AD9AFDD181}" type="pres">
      <dgm:prSet presAssocID="{4031127F-DAE9-491A-817B-4A3A321D6EAB}" presName="rootConnector" presStyleLbl="node3" presStyleIdx="32" presStyleCnt="39"/>
      <dgm:spPr/>
    </dgm:pt>
    <dgm:pt modelId="{61AB8D38-B291-42AF-B4FE-11D3924D7A43}" type="pres">
      <dgm:prSet presAssocID="{4031127F-DAE9-491A-817B-4A3A321D6EAB}" presName="hierChild4" presStyleCnt="0"/>
      <dgm:spPr/>
    </dgm:pt>
    <dgm:pt modelId="{B740F1EB-DE83-4004-B07D-9E54EF1926A3}" type="pres">
      <dgm:prSet presAssocID="{AAF8C7B9-BF8D-4C76-B111-B65F009EA9EB}" presName="Name37" presStyleLbl="parChTrans1D4" presStyleIdx="103" presStyleCnt="122"/>
      <dgm:spPr/>
    </dgm:pt>
    <dgm:pt modelId="{4B8893A2-BA80-416A-8059-825A5D20B3BB}" type="pres">
      <dgm:prSet presAssocID="{D7AD2C1D-3D74-4B09-98EB-B9AD0A426B04}" presName="hierRoot2" presStyleCnt="0">
        <dgm:presLayoutVars>
          <dgm:hierBranch val="init"/>
        </dgm:presLayoutVars>
      </dgm:prSet>
      <dgm:spPr/>
    </dgm:pt>
    <dgm:pt modelId="{030ACF23-7154-4444-9D0C-C9F258A1449C}" type="pres">
      <dgm:prSet presAssocID="{D7AD2C1D-3D74-4B09-98EB-B9AD0A426B04}" presName="rootComposite" presStyleCnt="0"/>
      <dgm:spPr/>
    </dgm:pt>
    <dgm:pt modelId="{6DF60795-B61D-4737-A2F2-CADDE5EE214D}" type="pres">
      <dgm:prSet presAssocID="{D7AD2C1D-3D74-4B09-98EB-B9AD0A426B04}" presName="rootText" presStyleLbl="node4" presStyleIdx="10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F0D8AD90-96B5-4BFF-B72B-FE5A0FFA794E}" type="pres">
      <dgm:prSet presAssocID="{D7AD2C1D-3D74-4B09-98EB-B9AD0A426B04}" presName="rootConnector" presStyleLbl="node4" presStyleIdx="103" presStyleCnt="122"/>
      <dgm:spPr/>
    </dgm:pt>
    <dgm:pt modelId="{B79140CA-B23B-4394-B9CE-2724FF567C9C}" type="pres">
      <dgm:prSet presAssocID="{D7AD2C1D-3D74-4B09-98EB-B9AD0A426B04}" presName="hierChild4" presStyleCnt="0"/>
      <dgm:spPr/>
    </dgm:pt>
    <dgm:pt modelId="{6C678767-06A9-475B-89D9-36EFC2426C0D}" type="pres">
      <dgm:prSet presAssocID="{D7AD2C1D-3D74-4B09-98EB-B9AD0A426B04}" presName="hierChild5" presStyleCnt="0"/>
      <dgm:spPr/>
    </dgm:pt>
    <dgm:pt modelId="{DF9EF5A6-826E-4830-9E7A-7F8040331FEE}" type="pres">
      <dgm:prSet presAssocID="{53866418-755E-4171-A25C-564EB37C7CDE}" presName="Name37" presStyleLbl="parChTrans1D4" presStyleIdx="104" presStyleCnt="122"/>
      <dgm:spPr/>
    </dgm:pt>
    <dgm:pt modelId="{EE5DDB89-5C36-430E-9EF3-3988DE654A1A}" type="pres">
      <dgm:prSet presAssocID="{AB7A68DB-48EA-49FF-8CD7-924B0951ED0E}" presName="hierRoot2" presStyleCnt="0">
        <dgm:presLayoutVars>
          <dgm:hierBranch val="init"/>
        </dgm:presLayoutVars>
      </dgm:prSet>
      <dgm:spPr/>
    </dgm:pt>
    <dgm:pt modelId="{79AE0560-2866-49B7-B84D-CD9AFBF2C47F}" type="pres">
      <dgm:prSet presAssocID="{AB7A68DB-48EA-49FF-8CD7-924B0951ED0E}" presName="rootComposite" presStyleCnt="0"/>
      <dgm:spPr/>
    </dgm:pt>
    <dgm:pt modelId="{83C0792A-BE84-4F1B-9640-9EC07E8EFB9E}" type="pres">
      <dgm:prSet presAssocID="{AB7A68DB-48EA-49FF-8CD7-924B0951ED0E}" presName="rootText" presStyleLbl="node4" presStyleIdx="10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E003DF4-8CFE-4DCC-BB8B-0B2AF8596A14}" type="pres">
      <dgm:prSet presAssocID="{AB7A68DB-48EA-49FF-8CD7-924B0951ED0E}" presName="rootConnector" presStyleLbl="node4" presStyleIdx="104" presStyleCnt="122"/>
      <dgm:spPr/>
    </dgm:pt>
    <dgm:pt modelId="{55C9A8D4-FB14-4F65-9515-243091E4021D}" type="pres">
      <dgm:prSet presAssocID="{AB7A68DB-48EA-49FF-8CD7-924B0951ED0E}" presName="hierChild4" presStyleCnt="0"/>
      <dgm:spPr/>
    </dgm:pt>
    <dgm:pt modelId="{08837E7F-19D2-4CF3-A963-3B6D0E07FE39}" type="pres">
      <dgm:prSet presAssocID="{AB7A68DB-48EA-49FF-8CD7-924B0951ED0E}" presName="hierChild5" presStyleCnt="0"/>
      <dgm:spPr/>
    </dgm:pt>
    <dgm:pt modelId="{44689443-C338-4959-A965-ABA370C319AF}" type="pres">
      <dgm:prSet presAssocID="{C1B661CE-948D-41FE-88C8-3C4A8FB598DF}" presName="Name37" presStyleLbl="parChTrans1D4" presStyleIdx="105" presStyleCnt="122"/>
      <dgm:spPr/>
    </dgm:pt>
    <dgm:pt modelId="{FF35F6B1-9E0B-438B-8B15-A5F6CFD1366F}" type="pres">
      <dgm:prSet presAssocID="{E163B82B-3DB4-4D06-A264-51C2A1F76629}" presName="hierRoot2" presStyleCnt="0">
        <dgm:presLayoutVars>
          <dgm:hierBranch val="init"/>
        </dgm:presLayoutVars>
      </dgm:prSet>
      <dgm:spPr/>
    </dgm:pt>
    <dgm:pt modelId="{20E8398D-9671-4260-A4B4-B6388858DEFF}" type="pres">
      <dgm:prSet presAssocID="{E163B82B-3DB4-4D06-A264-51C2A1F76629}" presName="rootComposite" presStyleCnt="0"/>
      <dgm:spPr/>
    </dgm:pt>
    <dgm:pt modelId="{4D1349ED-A71C-45B7-AB90-90E84729D08A}" type="pres">
      <dgm:prSet presAssocID="{E163B82B-3DB4-4D06-A264-51C2A1F76629}" presName="rootText" presStyleLbl="node4" presStyleIdx="10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E1276CA-FBED-438C-A873-A5E12D74A1B6}" type="pres">
      <dgm:prSet presAssocID="{E163B82B-3DB4-4D06-A264-51C2A1F76629}" presName="rootConnector" presStyleLbl="node4" presStyleIdx="105" presStyleCnt="122"/>
      <dgm:spPr/>
    </dgm:pt>
    <dgm:pt modelId="{58A991D8-6F8C-4990-8A92-E10E227517B5}" type="pres">
      <dgm:prSet presAssocID="{E163B82B-3DB4-4D06-A264-51C2A1F76629}" presName="hierChild4" presStyleCnt="0"/>
      <dgm:spPr/>
    </dgm:pt>
    <dgm:pt modelId="{A0241B76-7F40-4776-B706-CE69B6268B6A}" type="pres">
      <dgm:prSet presAssocID="{E163B82B-3DB4-4D06-A264-51C2A1F76629}" presName="hierChild5" presStyleCnt="0"/>
      <dgm:spPr/>
    </dgm:pt>
    <dgm:pt modelId="{3188F5B2-073C-4DAC-AB16-9EDE55DE72AB}" type="pres">
      <dgm:prSet presAssocID="{4031127F-DAE9-491A-817B-4A3A321D6EAB}" presName="hierChild5" presStyleCnt="0"/>
      <dgm:spPr/>
    </dgm:pt>
    <dgm:pt modelId="{CCAED5F3-C4C2-43B8-AFE4-C9E00ADCD0B4}" type="pres">
      <dgm:prSet presAssocID="{74A0BC27-591C-41A6-86ED-F8B31B4FAD96}" presName="hierChild5" presStyleCnt="0"/>
      <dgm:spPr/>
    </dgm:pt>
    <dgm:pt modelId="{78E82CF1-BF2A-4581-8838-DCC2B55FEFA4}" type="pres">
      <dgm:prSet presAssocID="{C3DAC0B9-0DE7-4AEA-8D84-59319736F0AF}" presName="Name37" presStyleLbl="parChTrans1D2" presStyleIdx="9" presStyleCnt="11"/>
      <dgm:spPr/>
    </dgm:pt>
    <dgm:pt modelId="{FF621E19-419E-45E9-A122-D9A24769B1DB}" type="pres">
      <dgm:prSet presAssocID="{8B2BB921-4290-4C33-8398-BC3C1422FC09}" presName="hierRoot2" presStyleCnt="0">
        <dgm:presLayoutVars>
          <dgm:hierBranch val="init"/>
        </dgm:presLayoutVars>
      </dgm:prSet>
      <dgm:spPr/>
    </dgm:pt>
    <dgm:pt modelId="{E2B26573-6CA4-406E-9D80-1A4052EA4E91}" type="pres">
      <dgm:prSet presAssocID="{8B2BB921-4290-4C33-8398-BC3C1422FC09}" presName="rootComposite" presStyleCnt="0"/>
      <dgm:spPr/>
    </dgm:pt>
    <dgm:pt modelId="{00D29CEF-0F77-4DA8-ACD5-B019CE47EC06}" type="pres">
      <dgm:prSet presAssocID="{8B2BB921-4290-4C33-8398-BC3C1422FC09}" presName="rootText" presStyleLbl="node2" presStyleIdx="9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6F5083C4-E915-4FB1-BF08-29FDC06A5935}" type="pres">
      <dgm:prSet presAssocID="{8B2BB921-4290-4C33-8398-BC3C1422FC09}" presName="rootConnector" presStyleLbl="node2" presStyleIdx="9" presStyleCnt="11"/>
      <dgm:spPr/>
    </dgm:pt>
    <dgm:pt modelId="{1F4AEA50-590D-41B6-948F-5DA444A69501}" type="pres">
      <dgm:prSet presAssocID="{8B2BB921-4290-4C33-8398-BC3C1422FC09}" presName="hierChild4" presStyleCnt="0"/>
      <dgm:spPr/>
    </dgm:pt>
    <dgm:pt modelId="{2592F2DE-DADF-4C9A-A331-2878EEFE0787}" type="pres">
      <dgm:prSet presAssocID="{D3C2E6A7-F692-410B-814D-16E79FCCE737}" presName="Name37" presStyleLbl="parChTrans1D3" presStyleIdx="33" presStyleCnt="39"/>
      <dgm:spPr/>
    </dgm:pt>
    <dgm:pt modelId="{6DDED0FA-1C8A-4DB0-9626-97BD04FD2EA0}" type="pres">
      <dgm:prSet presAssocID="{421A38C5-5A88-4006-A369-89A0A3A37BA6}" presName="hierRoot2" presStyleCnt="0">
        <dgm:presLayoutVars>
          <dgm:hierBranch val="init"/>
        </dgm:presLayoutVars>
      </dgm:prSet>
      <dgm:spPr/>
    </dgm:pt>
    <dgm:pt modelId="{BDC03A46-7CCE-4919-998E-4ACB516F322F}" type="pres">
      <dgm:prSet presAssocID="{421A38C5-5A88-4006-A369-89A0A3A37BA6}" presName="rootComposite" presStyleCnt="0"/>
      <dgm:spPr/>
    </dgm:pt>
    <dgm:pt modelId="{CF9FAEA0-257A-4EED-8763-6EABA65D6997}" type="pres">
      <dgm:prSet presAssocID="{421A38C5-5A88-4006-A369-89A0A3A37BA6}" presName="rootText" presStyleLbl="node3" presStyleIdx="33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5EE697DF-DDCE-483F-9FE5-70B1565DA825}" type="pres">
      <dgm:prSet presAssocID="{421A38C5-5A88-4006-A369-89A0A3A37BA6}" presName="rootConnector" presStyleLbl="node3" presStyleIdx="33" presStyleCnt="39"/>
      <dgm:spPr/>
    </dgm:pt>
    <dgm:pt modelId="{69C43FF6-801E-4E05-BA5A-391839F7EA6A}" type="pres">
      <dgm:prSet presAssocID="{421A38C5-5A88-4006-A369-89A0A3A37BA6}" presName="hierChild4" presStyleCnt="0"/>
      <dgm:spPr/>
    </dgm:pt>
    <dgm:pt modelId="{87BC9013-CC80-4B45-8E1D-22A08FD68855}" type="pres">
      <dgm:prSet presAssocID="{57743B4A-0E4A-44D5-A690-84CB8EBF44FC}" presName="Name37" presStyleLbl="parChTrans1D4" presStyleIdx="106" presStyleCnt="122"/>
      <dgm:spPr/>
    </dgm:pt>
    <dgm:pt modelId="{49BFDED7-BDB9-461C-B343-BCE0CFD1385D}" type="pres">
      <dgm:prSet presAssocID="{85FABC28-B385-4B6B-B4AE-2A103F2795CA}" presName="hierRoot2" presStyleCnt="0">
        <dgm:presLayoutVars>
          <dgm:hierBranch val="init"/>
        </dgm:presLayoutVars>
      </dgm:prSet>
      <dgm:spPr/>
    </dgm:pt>
    <dgm:pt modelId="{F6661584-2EF1-473E-A9F8-9EF4E741F88F}" type="pres">
      <dgm:prSet presAssocID="{85FABC28-B385-4B6B-B4AE-2A103F2795CA}" presName="rootComposite" presStyleCnt="0"/>
      <dgm:spPr/>
    </dgm:pt>
    <dgm:pt modelId="{70A89772-CF84-474B-8C9A-693C1F19C64B}" type="pres">
      <dgm:prSet presAssocID="{85FABC28-B385-4B6B-B4AE-2A103F2795CA}" presName="rootText" presStyleLbl="node4" presStyleIdx="10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0B1728F-0A03-4B3E-9EAA-6EDA04897CFF}" type="pres">
      <dgm:prSet presAssocID="{85FABC28-B385-4B6B-B4AE-2A103F2795CA}" presName="rootConnector" presStyleLbl="node4" presStyleIdx="106" presStyleCnt="122"/>
      <dgm:spPr/>
    </dgm:pt>
    <dgm:pt modelId="{2833B77A-C919-43E0-8A74-A3FB80B1D4D1}" type="pres">
      <dgm:prSet presAssocID="{85FABC28-B385-4B6B-B4AE-2A103F2795CA}" presName="hierChild4" presStyleCnt="0"/>
      <dgm:spPr/>
    </dgm:pt>
    <dgm:pt modelId="{024014E6-ED45-4597-A91E-134FBBC73E9E}" type="pres">
      <dgm:prSet presAssocID="{85FABC28-B385-4B6B-B4AE-2A103F2795CA}" presName="hierChild5" presStyleCnt="0"/>
      <dgm:spPr/>
    </dgm:pt>
    <dgm:pt modelId="{A7CFB650-6CC9-4E06-BD66-34EB1CB1D509}" type="pres">
      <dgm:prSet presAssocID="{32ECFD61-F20B-45ED-AC53-478191C2B3DA}" presName="Name37" presStyleLbl="parChTrans1D4" presStyleIdx="107" presStyleCnt="122"/>
      <dgm:spPr/>
    </dgm:pt>
    <dgm:pt modelId="{3B36C139-921F-4092-A0B7-1A7B865C41A1}" type="pres">
      <dgm:prSet presAssocID="{EBC9A9F2-054D-4DE7-A3A5-3DD9BF9ED80C}" presName="hierRoot2" presStyleCnt="0">
        <dgm:presLayoutVars>
          <dgm:hierBranch val="init"/>
        </dgm:presLayoutVars>
      </dgm:prSet>
      <dgm:spPr/>
    </dgm:pt>
    <dgm:pt modelId="{BE9CB88E-38C0-4B40-8656-B6F2826DF52B}" type="pres">
      <dgm:prSet presAssocID="{EBC9A9F2-054D-4DE7-A3A5-3DD9BF9ED80C}" presName="rootComposite" presStyleCnt="0"/>
      <dgm:spPr/>
    </dgm:pt>
    <dgm:pt modelId="{0C797C73-A30B-45FE-BC9E-B469E82E35E3}" type="pres">
      <dgm:prSet presAssocID="{EBC9A9F2-054D-4DE7-A3A5-3DD9BF9ED80C}" presName="rootText" presStyleLbl="node4" presStyleIdx="10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73F3990-09A1-482E-BA26-B43275C87063}" type="pres">
      <dgm:prSet presAssocID="{EBC9A9F2-054D-4DE7-A3A5-3DD9BF9ED80C}" presName="rootConnector" presStyleLbl="node4" presStyleIdx="107" presStyleCnt="122"/>
      <dgm:spPr/>
    </dgm:pt>
    <dgm:pt modelId="{30DB5047-B39F-483B-A9FD-47880FC845DB}" type="pres">
      <dgm:prSet presAssocID="{EBC9A9F2-054D-4DE7-A3A5-3DD9BF9ED80C}" presName="hierChild4" presStyleCnt="0"/>
      <dgm:spPr/>
    </dgm:pt>
    <dgm:pt modelId="{1C9B04C5-4B9E-4BC9-8988-A698AEB7BF3F}" type="pres">
      <dgm:prSet presAssocID="{EBC9A9F2-054D-4DE7-A3A5-3DD9BF9ED80C}" presName="hierChild5" presStyleCnt="0"/>
      <dgm:spPr/>
    </dgm:pt>
    <dgm:pt modelId="{E9694AB7-59AD-44F7-87FB-DACAD82AE979}" type="pres">
      <dgm:prSet presAssocID="{421A38C5-5A88-4006-A369-89A0A3A37BA6}" presName="hierChild5" presStyleCnt="0"/>
      <dgm:spPr/>
    </dgm:pt>
    <dgm:pt modelId="{146412D8-4BBD-42EB-A913-706CC300B122}" type="pres">
      <dgm:prSet presAssocID="{FD6E70A5-DDF0-4E98-8D9D-9512F8E2301F}" presName="Name37" presStyleLbl="parChTrans1D3" presStyleIdx="34" presStyleCnt="39"/>
      <dgm:spPr/>
    </dgm:pt>
    <dgm:pt modelId="{344337CF-93FE-4701-ABE3-6D938C01521F}" type="pres">
      <dgm:prSet presAssocID="{41A86E90-4C49-409E-B804-CD67942CA75D}" presName="hierRoot2" presStyleCnt="0">
        <dgm:presLayoutVars>
          <dgm:hierBranch val="init"/>
        </dgm:presLayoutVars>
      </dgm:prSet>
      <dgm:spPr/>
    </dgm:pt>
    <dgm:pt modelId="{BA9F376E-E7C5-4C22-9FE6-8B9AA44FCF62}" type="pres">
      <dgm:prSet presAssocID="{41A86E90-4C49-409E-B804-CD67942CA75D}" presName="rootComposite" presStyleCnt="0"/>
      <dgm:spPr/>
    </dgm:pt>
    <dgm:pt modelId="{6EE818E2-6A54-4B85-A657-1ABC0275F7EF}" type="pres">
      <dgm:prSet presAssocID="{41A86E90-4C49-409E-B804-CD67942CA75D}" presName="rootText" presStyleLbl="node3" presStyleIdx="34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89D96FBA-C3E7-461F-B4BA-EA35710DABB4}" type="pres">
      <dgm:prSet presAssocID="{41A86E90-4C49-409E-B804-CD67942CA75D}" presName="rootConnector" presStyleLbl="node3" presStyleIdx="34" presStyleCnt="39"/>
      <dgm:spPr/>
    </dgm:pt>
    <dgm:pt modelId="{4CBE38E3-53A5-4AF8-8FA8-77AECE093BA7}" type="pres">
      <dgm:prSet presAssocID="{41A86E90-4C49-409E-B804-CD67942CA75D}" presName="hierChild4" presStyleCnt="0"/>
      <dgm:spPr/>
    </dgm:pt>
    <dgm:pt modelId="{FD7C0A29-A453-4610-90EA-E32EE470B531}" type="pres">
      <dgm:prSet presAssocID="{DD8B383F-1BBB-4002-9659-D8B615A58BAD}" presName="Name37" presStyleLbl="parChTrans1D4" presStyleIdx="108" presStyleCnt="122"/>
      <dgm:spPr/>
    </dgm:pt>
    <dgm:pt modelId="{744047CE-5E8E-4DE3-A83C-EA90EA93ACCA}" type="pres">
      <dgm:prSet presAssocID="{EBD8699D-5781-4C55-84BC-E50B5ECAF6B5}" presName="hierRoot2" presStyleCnt="0">
        <dgm:presLayoutVars>
          <dgm:hierBranch val="init"/>
        </dgm:presLayoutVars>
      </dgm:prSet>
      <dgm:spPr/>
    </dgm:pt>
    <dgm:pt modelId="{AB3C7978-D8FF-406E-A736-E7D14B99474A}" type="pres">
      <dgm:prSet presAssocID="{EBD8699D-5781-4C55-84BC-E50B5ECAF6B5}" presName="rootComposite" presStyleCnt="0"/>
      <dgm:spPr/>
    </dgm:pt>
    <dgm:pt modelId="{E6CF3DB6-89FE-4A0C-9EE3-830A1544CEDE}" type="pres">
      <dgm:prSet presAssocID="{EBD8699D-5781-4C55-84BC-E50B5ECAF6B5}" presName="rootText" presStyleLbl="node4" presStyleIdx="10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4ABC711-2016-49C7-B5E6-A9CC9296B0F0}" type="pres">
      <dgm:prSet presAssocID="{EBD8699D-5781-4C55-84BC-E50B5ECAF6B5}" presName="rootConnector" presStyleLbl="node4" presStyleIdx="108" presStyleCnt="122"/>
      <dgm:spPr/>
    </dgm:pt>
    <dgm:pt modelId="{E219BD43-1982-40B2-B585-03A3513C8FA5}" type="pres">
      <dgm:prSet presAssocID="{EBD8699D-5781-4C55-84BC-E50B5ECAF6B5}" presName="hierChild4" presStyleCnt="0"/>
      <dgm:spPr/>
    </dgm:pt>
    <dgm:pt modelId="{8F137A26-AF21-4BFC-B9DC-355E31FA9376}" type="pres">
      <dgm:prSet presAssocID="{EBD8699D-5781-4C55-84BC-E50B5ECAF6B5}" presName="hierChild5" presStyleCnt="0"/>
      <dgm:spPr/>
    </dgm:pt>
    <dgm:pt modelId="{408A8309-1E5C-49CA-ADF3-BE3589E1AE3A}" type="pres">
      <dgm:prSet presAssocID="{AA4403AE-32EE-49D4-9E28-A5F40D5B4B83}" presName="Name37" presStyleLbl="parChTrans1D4" presStyleIdx="109" presStyleCnt="122"/>
      <dgm:spPr/>
    </dgm:pt>
    <dgm:pt modelId="{0FB1C3B5-59DD-4237-A5D5-C39CF7D965A2}" type="pres">
      <dgm:prSet presAssocID="{EF4D49B8-27C6-4203-B4C0-448D5FCBB9BF}" presName="hierRoot2" presStyleCnt="0">
        <dgm:presLayoutVars>
          <dgm:hierBranch val="init"/>
        </dgm:presLayoutVars>
      </dgm:prSet>
      <dgm:spPr/>
    </dgm:pt>
    <dgm:pt modelId="{B6A318D2-2A4C-48F2-A28A-AF705D5D03BA}" type="pres">
      <dgm:prSet presAssocID="{EF4D49B8-27C6-4203-B4C0-448D5FCBB9BF}" presName="rootComposite" presStyleCnt="0"/>
      <dgm:spPr/>
    </dgm:pt>
    <dgm:pt modelId="{7B93F175-80F0-4CF5-9924-D12A2869EBC1}" type="pres">
      <dgm:prSet presAssocID="{EF4D49B8-27C6-4203-B4C0-448D5FCBB9BF}" presName="rootText" presStyleLbl="node4" presStyleIdx="10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6B34A89-A19D-4C76-8606-8A830FD6D681}" type="pres">
      <dgm:prSet presAssocID="{EF4D49B8-27C6-4203-B4C0-448D5FCBB9BF}" presName="rootConnector" presStyleLbl="node4" presStyleIdx="109" presStyleCnt="122"/>
      <dgm:spPr/>
    </dgm:pt>
    <dgm:pt modelId="{822A0FC6-8C72-4B61-842C-2A85EB15CE40}" type="pres">
      <dgm:prSet presAssocID="{EF4D49B8-27C6-4203-B4C0-448D5FCBB9BF}" presName="hierChild4" presStyleCnt="0"/>
      <dgm:spPr/>
    </dgm:pt>
    <dgm:pt modelId="{1B1AC665-5BC3-4DD1-B764-BE37F1E98E05}" type="pres">
      <dgm:prSet presAssocID="{EF4D49B8-27C6-4203-B4C0-448D5FCBB9BF}" presName="hierChild5" presStyleCnt="0"/>
      <dgm:spPr/>
    </dgm:pt>
    <dgm:pt modelId="{B2138B0E-50EB-41E4-9397-A6AAF1ACD162}" type="pres">
      <dgm:prSet presAssocID="{5E11AE78-7779-4807-82F9-48C039833DBC}" presName="Name37" presStyleLbl="parChTrans1D4" presStyleIdx="110" presStyleCnt="122"/>
      <dgm:spPr/>
    </dgm:pt>
    <dgm:pt modelId="{6A028506-FE40-4393-B776-037C2550D625}" type="pres">
      <dgm:prSet presAssocID="{6EB399A4-370F-480A-8284-897FA727D3F5}" presName="hierRoot2" presStyleCnt="0">
        <dgm:presLayoutVars>
          <dgm:hierBranch val="init"/>
        </dgm:presLayoutVars>
      </dgm:prSet>
      <dgm:spPr/>
    </dgm:pt>
    <dgm:pt modelId="{B78DF8D5-8224-462A-9A77-F38048AA6FA9}" type="pres">
      <dgm:prSet presAssocID="{6EB399A4-370F-480A-8284-897FA727D3F5}" presName="rootComposite" presStyleCnt="0"/>
      <dgm:spPr/>
    </dgm:pt>
    <dgm:pt modelId="{8F4266BC-389A-4F99-8D63-914351156844}" type="pres">
      <dgm:prSet presAssocID="{6EB399A4-370F-480A-8284-897FA727D3F5}" presName="rootText" presStyleLbl="node4" presStyleIdx="11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8CCF7645-23E3-4373-B7B5-CA1107F226C4}" type="pres">
      <dgm:prSet presAssocID="{6EB399A4-370F-480A-8284-897FA727D3F5}" presName="rootConnector" presStyleLbl="node4" presStyleIdx="110" presStyleCnt="122"/>
      <dgm:spPr/>
    </dgm:pt>
    <dgm:pt modelId="{B2A7826B-DD87-4743-9BCD-3C9EAC9E4407}" type="pres">
      <dgm:prSet presAssocID="{6EB399A4-370F-480A-8284-897FA727D3F5}" presName="hierChild4" presStyleCnt="0"/>
      <dgm:spPr/>
    </dgm:pt>
    <dgm:pt modelId="{C3A3FA08-1660-44FA-8B27-1C338452445C}" type="pres">
      <dgm:prSet presAssocID="{6EB399A4-370F-480A-8284-897FA727D3F5}" presName="hierChild5" presStyleCnt="0"/>
      <dgm:spPr/>
    </dgm:pt>
    <dgm:pt modelId="{15B27B67-5B52-4A6D-91D7-857DF1D70D90}" type="pres">
      <dgm:prSet presAssocID="{DB6E7471-CC2F-425B-8EB9-504A5EA507DA}" presName="Name37" presStyleLbl="parChTrans1D4" presStyleIdx="111" presStyleCnt="122"/>
      <dgm:spPr/>
    </dgm:pt>
    <dgm:pt modelId="{DEE30159-DE52-4149-9F59-3F03596AE6E6}" type="pres">
      <dgm:prSet presAssocID="{B732B34D-DDA2-4E79-9137-474F22E52A57}" presName="hierRoot2" presStyleCnt="0">
        <dgm:presLayoutVars>
          <dgm:hierBranch val="init"/>
        </dgm:presLayoutVars>
      </dgm:prSet>
      <dgm:spPr/>
    </dgm:pt>
    <dgm:pt modelId="{A977FB65-927F-4223-A3B7-2F5B5DEEED0E}" type="pres">
      <dgm:prSet presAssocID="{B732B34D-DDA2-4E79-9137-474F22E52A57}" presName="rootComposite" presStyleCnt="0"/>
      <dgm:spPr/>
    </dgm:pt>
    <dgm:pt modelId="{B48CF3DB-2E29-4AF8-B5AC-353799888EBC}" type="pres">
      <dgm:prSet presAssocID="{B732B34D-DDA2-4E79-9137-474F22E52A57}" presName="rootText" presStyleLbl="node4" presStyleIdx="111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445233C0-D533-4A51-B3C7-F3090B443DBB}" type="pres">
      <dgm:prSet presAssocID="{B732B34D-DDA2-4E79-9137-474F22E52A57}" presName="rootConnector" presStyleLbl="node4" presStyleIdx="111" presStyleCnt="122"/>
      <dgm:spPr/>
    </dgm:pt>
    <dgm:pt modelId="{EB51806A-9087-46EF-BF59-1167EB8C9DE5}" type="pres">
      <dgm:prSet presAssocID="{B732B34D-DDA2-4E79-9137-474F22E52A57}" presName="hierChild4" presStyleCnt="0"/>
      <dgm:spPr/>
    </dgm:pt>
    <dgm:pt modelId="{F8C7C8B4-4932-496A-B888-D04D844D952A}" type="pres">
      <dgm:prSet presAssocID="{B732B34D-DDA2-4E79-9137-474F22E52A57}" presName="hierChild5" presStyleCnt="0"/>
      <dgm:spPr/>
    </dgm:pt>
    <dgm:pt modelId="{09E206C1-BB91-4C16-BA51-06006367B49C}" type="pres">
      <dgm:prSet presAssocID="{41A86E90-4C49-409E-B804-CD67942CA75D}" presName="hierChild5" presStyleCnt="0"/>
      <dgm:spPr/>
    </dgm:pt>
    <dgm:pt modelId="{A65B57CA-15E2-4A1E-A5A4-E479301443DC}" type="pres">
      <dgm:prSet presAssocID="{E580ED5B-CB29-4541-BA78-7F575DDACADE}" presName="Name37" presStyleLbl="parChTrans1D3" presStyleIdx="35" presStyleCnt="39"/>
      <dgm:spPr/>
    </dgm:pt>
    <dgm:pt modelId="{EC0C263A-7787-40AB-8AAF-0D7B68BC6388}" type="pres">
      <dgm:prSet presAssocID="{6F1A4FA9-FADF-4AB0-8746-1A8DDE24530D}" presName="hierRoot2" presStyleCnt="0">
        <dgm:presLayoutVars>
          <dgm:hierBranch val="init"/>
        </dgm:presLayoutVars>
      </dgm:prSet>
      <dgm:spPr/>
    </dgm:pt>
    <dgm:pt modelId="{0F6EEFEC-C0FC-406B-BB88-1E4E7F8518EF}" type="pres">
      <dgm:prSet presAssocID="{6F1A4FA9-FADF-4AB0-8746-1A8DDE24530D}" presName="rootComposite" presStyleCnt="0"/>
      <dgm:spPr/>
    </dgm:pt>
    <dgm:pt modelId="{0F4657C7-5273-49DF-9EF2-F450DE4677F2}" type="pres">
      <dgm:prSet presAssocID="{6F1A4FA9-FADF-4AB0-8746-1A8DDE24530D}" presName="rootText" presStyleLbl="node3" presStyleIdx="35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B43AF50B-BC45-4DDC-9A53-B91629514DF6}" type="pres">
      <dgm:prSet presAssocID="{6F1A4FA9-FADF-4AB0-8746-1A8DDE24530D}" presName="rootConnector" presStyleLbl="node3" presStyleIdx="35" presStyleCnt="39"/>
      <dgm:spPr/>
    </dgm:pt>
    <dgm:pt modelId="{15BA0E48-C98C-497B-BCB2-1B8F8E1DBB2F}" type="pres">
      <dgm:prSet presAssocID="{6F1A4FA9-FADF-4AB0-8746-1A8DDE24530D}" presName="hierChild4" presStyleCnt="0"/>
      <dgm:spPr/>
    </dgm:pt>
    <dgm:pt modelId="{EA9057CB-C10D-41A8-8EE7-1461623C3C74}" type="pres">
      <dgm:prSet presAssocID="{1B0AA924-A55A-4F79-9AF6-6322C95DDFC9}" presName="Name37" presStyleLbl="parChTrans1D4" presStyleIdx="112" presStyleCnt="122"/>
      <dgm:spPr/>
    </dgm:pt>
    <dgm:pt modelId="{FF7F9A23-4F3A-4000-8B19-B3325C0A13E9}" type="pres">
      <dgm:prSet presAssocID="{D8352F3A-4A7B-445C-963A-BE3685F49093}" presName="hierRoot2" presStyleCnt="0">
        <dgm:presLayoutVars>
          <dgm:hierBranch val="init"/>
        </dgm:presLayoutVars>
      </dgm:prSet>
      <dgm:spPr/>
    </dgm:pt>
    <dgm:pt modelId="{A605654D-8E6F-486E-8F34-955FCDF9F756}" type="pres">
      <dgm:prSet presAssocID="{D8352F3A-4A7B-445C-963A-BE3685F49093}" presName="rootComposite" presStyleCnt="0"/>
      <dgm:spPr/>
    </dgm:pt>
    <dgm:pt modelId="{B7525F96-F14F-46E4-8011-2D51408D01B1}" type="pres">
      <dgm:prSet presAssocID="{D8352F3A-4A7B-445C-963A-BE3685F49093}" presName="rootText" presStyleLbl="node4" presStyleIdx="112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775F799E-A617-4F87-9B5C-0CB4033E32FD}" type="pres">
      <dgm:prSet presAssocID="{D8352F3A-4A7B-445C-963A-BE3685F49093}" presName="rootConnector" presStyleLbl="node4" presStyleIdx="112" presStyleCnt="122"/>
      <dgm:spPr/>
    </dgm:pt>
    <dgm:pt modelId="{367FB893-5863-48F0-9AB6-B827DB98E60A}" type="pres">
      <dgm:prSet presAssocID="{D8352F3A-4A7B-445C-963A-BE3685F49093}" presName="hierChild4" presStyleCnt="0"/>
      <dgm:spPr/>
    </dgm:pt>
    <dgm:pt modelId="{75B2BF12-A814-424E-991E-876BC8359DC6}" type="pres">
      <dgm:prSet presAssocID="{D8352F3A-4A7B-445C-963A-BE3685F49093}" presName="hierChild5" presStyleCnt="0"/>
      <dgm:spPr/>
    </dgm:pt>
    <dgm:pt modelId="{BD9FE219-06D1-43B7-AD77-7D7FE405BBE8}" type="pres">
      <dgm:prSet presAssocID="{1FEAA2E7-9647-48F8-9819-E1E4ECD9C1F6}" presName="Name37" presStyleLbl="parChTrans1D4" presStyleIdx="113" presStyleCnt="122"/>
      <dgm:spPr/>
    </dgm:pt>
    <dgm:pt modelId="{4ECE6A89-D48E-4B31-B44E-E250B1C85A92}" type="pres">
      <dgm:prSet presAssocID="{5A5672D4-F629-43DD-86BC-A742303A59B5}" presName="hierRoot2" presStyleCnt="0">
        <dgm:presLayoutVars>
          <dgm:hierBranch val="init"/>
        </dgm:presLayoutVars>
      </dgm:prSet>
      <dgm:spPr/>
    </dgm:pt>
    <dgm:pt modelId="{5F9CF2E6-C83E-4071-B8DD-46DC59E07688}" type="pres">
      <dgm:prSet presAssocID="{5A5672D4-F629-43DD-86BC-A742303A59B5}" presName="rootComposite" presStyleCnt="0"/>
      <dgm:spPr/>
    </dgm:pt>
    <dgm:pt modelId="{AE1262A7-5B7A-4A14-AFD0-D76FF76A34DE}" type="pres">
      <dgm:prSet presAssocID="{5A5672D4-F629-43DD-86BC-A742303A59B5}" presName="rootText" presStyleLbl="node4" presStyleIdx="113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FE9AA0E-CA38-43B6-9A52-3616E51CF0F7}" type="pres">
      <dgm:prSet presAssocID="{5A5672D4-F629-43DD-86BC-A742303A59B5}" presName="rootConnector" presStyleLbl="node4" presStyleIdx="113" presStyleCnt="122"/>
      <dgm:spPr/>
    </dgm:pt>
    <dgm:pt modelId="{E9006702-A7D2-4573-AFDE-F1578747C94F}" type="pres">
      <dgm:prSet presAssocID="{5A5672D4-F629-43DD-86BC-A742303A59B5}" presName="hierChild4" presStyleCnt="0"/>
      <dgm:spPr/>
    </dgm:pt>
    <dgm:pt modelId="{3856ECEF-EF98-4B95-BB47-363B9AFD8C1B}" type="pres">
      <dgm:prSet presAssocID="{5A5672D4-F629-43DD-86BC-A742303A59B5}" presName="hierChild5" presStyleCnt="0"/>
      <dgm:spPr/>
    </dgm:pt>
    <dgm:pt modelId="{70DAD9DC-1C4D-45D7-BA9D-3187BD1D2F1E}" type="pres">
      <dgm:prSet presAssocID="{CBACDBB0-C064-46FF-98C9-3F63715E4306}" presName="Name37" presStyleLbl="parChTrans1D4" presStyleIdx="114" presStyleCnt="122"/>
      <dgm:spPr/>
    </dgm:pt>
    <dgm:pt modelId="{4634791D-81F8-4C16-A597-3FCABB01E8B7}" type="pres">
      <dgm:prSet presAssocID="{847F2413-DDF8-4811-B0D1-F7A8A7166B48}" presName="hierRoot2" presStyleCnt="0">
        <dgm:presLayoutVars>
          <dgm:hierBranch val="init"/>
        </dgm:presLayoutVars>
      </dgm:prSet>
      <dgm:spPr/>
    </dgm:pt>
    <dgm:pt modelId="{7306050B-3527-4BC5-96AF-F680527DC701}" type="pres">
      <dgm:prSet presAssocID="{847F2413-DDF8-4811-B0D1-F7A8A7166B48}" presName="rootComposite" presStyleCnt="0"/>
      <dgm:spPr/>
    </dgm:pt>
    <dgm:pt modelId="{8240C7BA-920B-409C-93DE-2D945DCED6E7}" type="pres">
      <dgm:prSet presAssocID="{847F2413-DDF8-4811-B0D1-F7A8A7166B48}" presName="rootText" presStyleLbl="node4" presStyleIdx="114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94A547BA-8EBB-440A-8EDB-3B4DA0318DD8}" type="pres">
      <dgm:prSet presAssocID="{847F2413-DDF8-4811-B0D1-F7A8A7166B48}" presName="rootConnector" presStyleLbl="node4" presStyleIdx="114" presStyleCnt="122"/>
      <dgm:spPr/>
    </dgm:pt>
    <dgm:pt modelId="{E6C14B39-2EAD-4849-A396-32A4F1FB1DEA}" type="pres">
      <dgm:prSet presAssocID="{847F2413-DDF8-4811-B0D1-F7A8A7166B48}" presName="hierChild4" presStyleCnt="0"/>
      <dgm:spPr/>
    </dgm:pt>
    <dgm:pt modelId="{8EF8EC5E-9259-4A28-81C3-937AAC2DEF87}" type="pres">
      <dgm:prSet presAssocID="{847F2413-DDF8-4811-B0D1-F7A8A7166B48}" presName="hierChild5" presStyleCnt="0"/>
      <dgm:spPr/>
    </dgm:pt>
    <dgm:pt modelId="{934C93C2-572B-484D-8009-045C14E1BA92}" type="pres">
      <dgm:prSet presAssocID="{6F1A4FA9-FADF-4AB0-8746-1A8DDE24530D}" presName="hierChild5" presStyleCnt="0"/>
      <dgm:spPr/>
    </dgm:pt>
    <dgm:pt modelId="{1C1D9D98-2E16-4E99-9B52-03924B771918}" type="pres">
      <dgm:prSet presAssocID="{8B2BB921-4290-4C33-8398-BC3C1422FC09}" presName="hierChild5" presStyleCnt="0"/>
      <dgm:spPr/>
    </dgm:pt>
    <dgm:pt modelId="{AD83B753-537F-4460-A6EF-68C5BB7B86C5}" type="pres">
      <dgm:prSet presAssocID="{A1FA96D6-5B77-431A-8F81-0304B7E5632F}" presName="Name37" presStyleLbl="parChTrans1D2" presStyleIdx="10" presStyleCnt="11"/>
      <dgm:spPr/>
    </dgm:pt>
    <dgm:pt modelId="{B1B9FBDD-2D3E-4ED6-A0B1-9F6D052403A6}" type="pres">
      <dgm:prSet presAssocID="{13349D33-DB63-40F4-852B-0EB799133A20}" presName="hierRoot2" presStyleCnt="0">
        <dgm:presLayoutVars>
          <dgm:hierBranch/>
        </dgm:presLayoutVars>
      </dgm:prSet>
      <dgm:spPr/>
    </dgm:pt>
    <dgm:pt modelId="{179BEDA1-CC6D-45DB-BFC6-D1A843A561A9}" type="pres">
      <dgm:prSet presAssocID="{13349D33-DB63-40F4-852B-0EB799133A20}" presName="rootComposite" presStyleCnt="0"/>
      <dgm:spPr/>
    </dgm:pt>
    <dgm:pt modelId="{75FCD661-7E83-417C-93F6-809F9F1ABFA5}" type="pres">
      <dgm:prSet presAssocID="{13349D33-DB63-40F4-852B-0EB799133A20}" presName="rootText" presStyleLbl="node2" presStyleIdx="10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FB8737D9-CB1B-4F57-A4D2-9B351916A6F6}" type="pres">
      <dgm:prSet presAssocID="{13349D33-DB63-40F4-852B-0EB799133A20}" presName="rootConnector" presStyleLbl="node2" presStyleIdx="10" presStyleCnt="11"/>
      <dgm:spPr/>
    </dgm:pt>
    <dgm:pt modelId="{24114006-051A-4A5D-A774-3550C10A13DF}" type="pres">
      <dgm:prSet presAssocID="{13349D33-DB63-40F4-852B-0EB799133A20}" presName="hierChild4" presStyleCnt="0"/>
      <dgm:spPr/>
    </dgm:pt>
    <dgm:pt modelId="{7FD91526-4C60-467A-A8B8-847405560265}" type="pres">
      <dgm:prSet presAssocID="{4174631E-AD53-4DE6-983A-A27B0EAAA403}" presName="Name35" presStyleLbl="parChTrans1D3" presStyleIdx="36" presStyleCnt="39"/>
      <dgm:spPr/>
    </dgm:pt>
    <dgm:pt modelId="{28DCF182-0111-462B-A6F2-DB586E5DB5B2}" type="pres">
      <dgm:prSet presAssocID="{055162A4-98AE-4805-A8EC-BB7833DD7EDF}" presName="hierRoot2" presStyleCnt="0">
        <dgm:presLayoutVars>
          <dgm:hierBranch val="init"/>
        </dgm:presLayoutVars>
      </dgm:prSet>
      <dgm:spPr/>
    </dgm:pt>
    <dgm:pt modelId="{41EE6CA5-970A-4BB6-855D-9AA8E8CF9829}" type="pres">
      <dgm:prSet presAssocID="{055162A4-98AE-4805-A8EC-BB7833DD7EDF}" presName="rootComposite" presStyleCnt="0"/>
      <dgm:spPr/>
    </dgm:pt>
    <dgm:pt modelId="{23E8C3D6-E590-45A1-A21D-2A6C35D2610A}" type="pres">
      <dgm:prSet presAssocID="{055162A4-98AE-4805-A8EC-BB7833DD7EDF}" presName="rootText" presStyleLbl="node3" presStyleIdx="36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9AFDBB4F-F629-4FE9-9868-4864A25D3296}" type="pres">
      <dgm:prSet presAssocID="{055162A4-98AE-4805-A8EC-BB7833DD7EDF}" presName="rootConnector" presStyleLbl="node3" presStyleIdx="36" presStyleCnt="39"/>
      <dgm:spPr/>
    </dgm:pt>
    <dgm:pt modelId="{EEDA3C45-39F6-47CB-8450-F63815EEB13C}" type="pres">
      <dgm:prSet presAssocID="{055162A4-98AE-4805-A8EC-BB7833DD7EDF}" presName="hierChild4" presStyleCnt="0"/>
      <dgm:spPr/>
    </dgm:pt>
    <dgm:pt modelId="{C6B08EA8-F565-4FBA-9AE2-A079E5856402}" type="pres">
      <dgm:prSet presAssocID="{44E14E13-62C9-4BD6-B29B-AFF523D0C673}" presName="Name37" presStyleLbl="parChTrans1D4" presStyleIdx="115" presStyleCnt="122"/>
      <dgm:spPr/>
    </dgm:pt>
    <dgm:pt modelId="{1B9AC523-8235-4798-94F0-1F4746054D1A}" type="pres">
      <dgm:prSet presAssocID="{F57AC332-EF69-4CB2-A974-30135AA60E1E}" presName="hierRoot2" presStyleCnt="0">
        <dgm:presLayoutVars>
          <dgm:hierBranch val="init"/>
        </dgm:presLayoutVars>
      </dgm:prSet>
      <dgm:spPr/>
    </dgm:pt>
    <dgm:pt modelId="{065EDE6D-2712-466F-9F29-452C3E8D6FFE}" type="pres">
      <dgm:prSet presAssocID="{F57AC332-EF69-4CB2-A974-30135AA60E1E}" presName="rootComposite" presStyleCnt="0"/>
      <dgm:spPr/>
    </dgm:pt>
    <dgm:pt modelId="{964C105D-52E2-4D8E-897E-9C26246B24B6}" type="pres">
      <dgm:prSet presAssocID="{F57AC332-EF69-4CB2-A974-30135AA60E1E}" presName="rootText" presStyleLbl="node4" presStyleIdx="115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ACB67F11-2A42-4436-9FFB-B0462775530C}" type="pres">
      <dgm:prSet presAssocID="{F57AC332-EF69-4CB2-A974-30135AA60E1E}" presName="rootConnector" presStyleLbl="node4" presStyleIdx="115" presStyleCnt="122"/>
      <dgm:spPr/>
    </dgm:pt>
    <dgm:pt modelId="{FCAB1719-0E8F-4E48-A1D5-72BD8AAD614D}" type="pres">
      <dgm:prSet presAssocID="{F57AC332-EF69-4CB2-A974-30135AA60E1E}" presName="hierChild4" presStyleCnt="0"/>
      <dgm:spPr/>
    </dgm:pt>
    <dgm:pt modelId="{131C0CF6-5733-44E4-BE24-D8C9A1D2045C}" type="pres">
      <dgm:prSet presAssocID="{F57AC332-EF69-4CB2-A974-30135AA60E1E}" presName="hierChild5" presStyleCnt="0"/>
      <dgm:spPr/>
    </dgm:pt>
    <dgm:pt modelId="{F809D988-9173-4804-8B80-B543823BE9D5}" type="pres">
      <dgm:prSet presAssocID="{D58E1CBC-E695-416E-9FD7-761A01BA3EAD}" presName="Name37" presStyleLbl="parChTrans1D4" presStyleIdx="116" presStyleCnt="122"/>
      <dgm:spPr/>
    </dgm:pt>
    <dgm:pt modelId="{5F20CF99-A59C-4A9E-BBDD-E0CCC088F1D8}" type="pres">
      <dgm:prSet presAssocID="{76E940B0-CF44-4A1D-96E5-6E97F7C8BCFB}" presName="hierRoot2" presStyleCnt="0">
        <dgm:presLayoutVars>
          <dgm:hierBranch val="init"/>
        </dgm:presLayoutVars>
      </dgm:prSet>
      <dgm:spPr/>
    </dgm:pt>
    <dgm:pt modelId="{59A2BCAA-93BC-4716-8156-8710B41E6B68}" type="pres">
      <dgm:prSet presAssocID="{76E940B0-CF44-4A1D-96E5-6E97F7C8BCFB}" presName="rootComposite" presStyleCnt="0"/>
      <dgm:spPr/>
    </dgm:pt>
    <dgm:pt modelId="{560EE43F-AC76-4516-A2D3-577D70CC4F65}" type="pres">
      <dgm:prSet presAssocID="{76E940B0-CF44-4A1D-96E5-6E97F7C8BCFB}" presName="rootText" presStyleLbl="node4" presStyleIdx="116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C0EAEE24-3475-4EDE-8741-314A9805F377}" type="pres">
      <dgm:prSet presAssocID="{76E940B0-CF44-4A1D-96E5-6E97F7C8BCFB}" presName="rootConnector" presStyleLbl="node4" presStyleIdx="116" presStyleCnt="122"/>
      <dgm:spPr/>
    </dgm:pt>
    <dgm:pt modelId="{7956E003-DCC8-49AA-A67D-CE2E879FB9DE}" type="pres">
      <dgm:prSet presAssocID="{76E940B0-CF44-4A1D-96E5-6E97F7C8BCFB}" presName="hierChild4" presStyleCnt="0"/>
      <dgm:spPr/>
    </dgm:pt>
    <dgm:pt modelId="{CDAE9FE0-AA83-461C-A4E7-C7175CB2ED64}" type="pres">
      <dgm:prSet presAssocID="{76E940B0-CF44-4A1D-96E5-6E97F7C8BCFB}" presName="hierChild5" presStyleCnt="0"/>
      <dgm:spPr/>
    </dgm:pt>
    <dgm:pt modelId="{1D498CBD-BA37-4E9F-A965-70C517B2D1BB}" type="pres">
      <dgm:prSet presAssocID="{055162A4-98AE-4805-A8EC-BB7833DD7EDF}" presName="hierChild5" presStyleCnt="0"/>
      <dgm:spPr/>
    </dgm:pt>
    <dgm:pt modelId="{E0626F5A-2ED3-4182-B5BC-F61DBCCDE1CF}" type="pres">
      <dgm:prSet presAssocID="{912B4FD6-2847-41CD-9F2D-40077A942821}" presName="Name35" presStyleLbl="parChTrans1D3" presStyleIdx="37" presStyleCnt="39"/>
      <dgm:spPr/>
    </dgm:pt>
    <dgm:pt modelId="{AB6B62AF-09E8-4C5A-A7DB-6DADF8467B45}" type="pres">
      <dgm:prSet presAssocID="{03AEE97B-811E-47A2-90F0-6F452FD6F291}" presName="hierRoot2" presStyleCnt="0">
        <dgm:presLayoutVars>
          <dgm:hierBranch val="init"/>
        </dgm:presLayoutVars>
      </dgm:prSet>
      <dgm:spPr/>
    </dgm:pt>
    <dgm:pt modelId="{7214A1F7-8BC8-4947-9890-1479552AD452}" type="pres">
      <dgm:prSet presAssocID="{03AEE97B-811E-47A2-90F0-6F452FD6F291}" presName="rootComposite" presStyleCnt="0"/>
      <dgm:spPr/>
    </dgm:pt>
    <dgm:pt modelId="{A99EE0E3-BF84-4CEA-A5D5-2D6D7FFBDC65}" type="pres">
      <dgm:prSet presAssocID="{03AEE97B-811E-47A2-90F0-6F452FD6F291}" presName="rootText" presStyleLbl="node3" presStyleIdx="37" presStyleCnt="39">
        <dgm:presLayoutVars>
          <dgm:chPref val="3"/>
        </dgm:presLayoutVars>
      </dgm:prSet>
      <dgm:spPr>
        <a:prstGeom prst="roundRect">
          <a:avLst/>
        </a:prstGeom>
      </dgm:spPr>
    </dgm:pt>
    <dgm:pt modelId="{D3DC28D3-BA40-4FD6-AF8C-755734CE8D65}" type="pres">
      <dgm:prSet presAssocID="{03AEE97B-811E-47A2-90F0-6F452FD6F291}" presName="rootConnector" presStyleLbl="node3" presStyleIdx="37" presStyleCnt="39"/>
      <dgm:spPr/>
    </dgm:pt>
    <dgm:pt modelId="{539290F2-CB53-4583-9C67-8638158B1238}" type="pres">
      <dgm:prSet presAssocID="{03AEE97B-811E-47A2-90F0-6F452FD6F291}" presName="hierChild4" presStyleCnt="0"/>
      <dgm:spPr/>
    </dgm:pt>
    <dgm:pt modelId="{967F6088-F23F-431C-B735-E1922805E608}" type="pres">
      <dgm:prSet presAssocID="{EDF62E29-61F4-44F6-AACB-55B802F508CB}" presName="Name37" presStyleLbl="parChTrans1D4" presStyleIdx="117" presStyleCnt="122"/>
      <dgm:spPr/>
    </dgm:pt>
    <dgm:pt modelId="{6B06D01B-4C32-4C25-882F-518BAD6D912A}" type="pres">
      <dgm:prSet presAssocID="{7C86E7C0-52FA-4105-B90B-B74D4E479186}" presName="hierRoot2" presStyleCnt="0">
        <dgm:presLayoutVars>
          <dgm:hierBranch val="init"/>
        </dgm:presLayoutVars>
      </dgm:prSet>
      <dgm:spPr/>
    </dgm:pt>
    <dgm:pt modelId="{55B8F446-EA61-44D1-94BF-96F1A121D4FE}" type="pres">
      <dgm:prSet presAssocID="{7C86E7C0-52FA-4105-B90B-B74D4E479186}" presName="rootComposite" presStyleCnt="0"/>
      <dgm:spPr/>
    </dgm:pt>
    <dgm:pt modelId="{0F42063A-BEF5-45D8-A94A-62018F98299A}" type="pres">
      <dgm:prSet presAssocID="{7C86E7C0-52FA-4105-B90B-B74D4E479186}" presName="rootText" presStyleLbl="node4" presStyleIdx="117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50EF61DC-CCB2-4DFC-961D-3C073EF3A5A9}" type="pres">
      <dgm:prSet presAssocID="{7C86E7C0-52FA-4105-B90B-B74D4E479186}" presName="rootConnector" presStyleLbl="node4" presStyleIdx="117" presStyleCnt="122"/>
      <dgm:spPr/>
    </dgm:pt>
    <dgm:pt modelId="{C42C6BCD-848D-4633-8A50-14773601B8D0}" type="pres">
      <dgm:prSet presAssocID="{7C86E7C0-52FA-4105-B90B-B74D4E479186}" presName="hierChild4" presStyleCnt="0"/>
      <dgm:spPr/>
    </dgm:pt>
    <dgm:pt modelId="{65D4CD1A-8876-4875-8837-4C479B0FB7A9}" type="pres">
      <dgm:prSet presAssocID="{7C86E7C0-52FA-4105-B90B-B74D4E479186}" presName="hierChild5" presStyleCnt="0"/>
      <dgm:spPr/>
    </dgm:pt>
    <dgm:pt modelId="{02E8D8D2-1682-4C71-AFD6-600DF48110A5}" type="pres">
      <dgm:prSet presAssocID="{649A2A2E-5F19-4A7A-A39D-DB861AFDFAA9}" presName="Name37" presStyleLbl="parChTrans1D4" presStyleIdx="118" presStyleCnt="122"/>
      <dgm:spPr/>
    </dgm:pt>
    <dgm:pt modelId="{BD3D47EB-3F07-4E51-85D1-93F23DB1B001}" type="pres">
      <dgm:prSet presAssocID="{B60BF02F-0A58-445B-8454-171B5F3DE523}" presName="hierRoot2" presStyleCnt="0">
        <dgm:presLayoutVars>
          <dgm:hierBranch val="init"/>
        </dgm:presLayoutVars>
      </dgm:prSet>
      <dgm:spPr/>
    </dgm:pt>
    <dgm:pt modelId="{016AFFA2-7DC2-4730-BB3F-3FC265E4E92C}" type="pres">
      <dgm:prSet presAssocID="{B60BF02F-0A58-445B-8454-171B5F3DE523}" presName="rootComposite" presStyleCnt="0"/>
      <dgm:spPr/>
    </dgm:pt>
    <dgm:pt modelId="{0B919FD3-A585-4D4B-A94F-8A14FA9B363B}" type="pres">
      <dgm:prSet presAssocID="{B60BF02F-0A58-445B-8454-171B5F3DE523}" presName="rootText" presStyleLbl="node4" presStyleIdx="118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C910A42-7E49-4240-B29B-D26AF7FF48DA}" type="pres">
      <dgm:prSet presAssocID="{B60BF02F-0A58-445B-8454-171B5F3DE523}" presName="rootConnector" presStyleLbl="node4" presStyleIdx="118" presStyleCnt="122"/>
      <dgm:spPr/>
    </dgm:pt>
    <dgm:pt modelId="{1B50A2C2-7A46-4B64-A11F-75D0DD87D636}" type="pres">
      <dgm:prSet presAssocID="{B60BF02F-0A58-445B-8454-171B5F3DE523}" presName="hierChild4" presStyleCnt="0"/>
      <dgm:spPr/>
    </dgm:pt>
    <dgm:pt modelId="{4DAB4244-C3D4-44E5-8E5A-A61BA5A8D92A}" type="pres">
      <dgm:prSet presAssocID="{B60BF02F-0A58-445B-8454-171B5F3DE523}" presName="hierChild5" presStyleCnt="0"/>
      <dgm:spPr/>
    </dgm:pt>
    <dgm:pt modelId="{96BE0239-0FDC-4DF7-8BDD-B6E4D245E5FB}" type="pres">
      <dgm:prSet presAssocID="{56652831-896A-433F-BBBD-E48C05026502}" presName="Name37" presStyleLbl="parChTrans1D4" presStyleIdx="119" presStyleCnt="122"/>
      <dgm:spPr/>
    </dgm:pt>
    <dgm:pt modelId="{DF0353C9-0DEE-4505-89A7-4B80255C0CAF}" type="pres">
      <dgm:prSet presAssocID="{003E976B-3655-4EFD-83A6-E8A1545A6BA9}" presName="hierRoot2" presStyleCnt="0">
        <dgm:presLayoutVars>
          <dgm:hierBranch val="init"/>
        </dgm:presLayoutVars>
      </dgm:prSet>
      <dgm:spPr/>
    </dgm:pt>
    <dgm:pt modelId="{E501535D-F0DF-42BA-A768-79654F4276E7}" type="pres">
      <dgm:prSet presAssocID="{003E976B-3655-4EFD-83A6-E8A1545A6BA9}" presName="rootComposite" presStyleCnt="0"/>
      <dgm:spPr/>
    </dgm:pt>
    <dgm:pt modelId="{76519E9F-E15C-4F8D-8B3C-0D45772B5415}" type="pres">
      <dgm:prSet presAssocID="{003E976B-3655-4EFD-83A6-E8A1545A6BA9}" presName="rootText" presStyleLbl="node4" presStyleIdx="119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E234C74C-1ADE-449A-91FB-4916269D0BAB}" type="pres">
      <dgm:prSet presAssocID="{003E976B-3655-4EFD-83A6-E8A1545A6BA9}" presName="rootConnector" presStyleLbl="node4" presStyleIdx="119" presStyleCnt="122"/>
      <dgm:spPr/>
    </dgm:pt>
    <dgm:pt modelId="{CFD2E2B1-A132-4918-812A-B989EE801DC4}" type="pres">
      <dgm:prSet presAssocID="{003E976B-3655-4EFD-83A6-E8A1545A6BA9}" presName="hierChild4" presStyleCnt="0"/>
      <dgm:spPr/>
    </dgm:pt>
    <dgm:pt modelId="{FBD385E1-BA7A-40D2-A3AE-4BCFF03C1C27}" type="pres">
      <dgm:prSet presAssocID="{003E976B-3655-4EFD-83A6-E8A1545A6BA9}" presName="hierChild5" presStyleCnt="0"/>
      <dgm:spPr/>
    </dgm:pt>
    <dgm:pt modelId="{46A7C254-99DF-4F44-97C4-61295D7C0D83}" type="pres">
      <dgm:prSet presAssocID="{4D3C3A07-E5DC-4638-8566-4CA4166CAF03}" presName="Name37" presStyleLbl="parChTrans1D4" presStyleIdx="120" presStyleCnt="122"/>
      <dgm:spPr/>
    </dgm:pt>
    <dgm:pt modelId="{79DB3DA6-1EED-4301-8A9B-40DABC00B394}" type="pres">
      <dgm:prSet presAssocID="{F7F1AF26-DEFD-4A7C-8352-46BF41579B94}" presName="hierRoot2" presStyleCnt="0">
        <dgm:presLayoutVars>
          <dgm:hierBranch val="init"/>
        </dgm:presLayoutVars>
      </dgm:prSet>
      <dgm:spPr/>
    </dgm:pt>
    <dgm:pt modelId="{2FD8EC67-1262-4111-AD32-26D4522AF9F5}" type="pres">
      <dgm:prSet presAssocID="{F7F1AF26-DEFD-4A7C-8352-46BF41579B94}" presName="rootComposite" presStyleCnt="0"/>
      <dgm:spPr/>
    </dgm:pt>
    <dgm:pt modelId="{E0EA4F46-67FC-4DC9-B506-9A66B0CA8E4D}" type="pres">
      <dgm:prSet presAssocID="{F7F1AF26-DEFD-4A7C-8352-46BF41579B94}" presName="rootText" presStyleLbl="node4" presStyleIdx="120" presStyleCnt="122">
        <dgm:presLayoutVars>
          <dgm:chPref val="3"/>
        </dgm:presLayoutVars>
      </dgm:prSet>
      <dgm:spPr>
        <a:prstGeom prst="roundRect">
          <a:avLst/>
        </a:prstGeom>
      </dgm:spPr>
    </dgm:pt>
    <dgm:pt modelId="{3ACD419F-27E4-43C8-BD5A-D6883C12A6B3}" type="pres">
      <dgm:prSet presAssocID="{F7F1AF26-DEFD-4A7C-8352-46BF41579B94}" presName="rootConnector" presStyleLbl="node4" presStyleIdx="120" presStyleCnt="122"/>
      <dgm:spPr/>
    </dgm:pt>
    <dgm:pt modelId="{A2AB1C68-6590-43AF-AC4E-1449F9B19D6B}" type="pres">
      <dgm:prSet presAssocID="{F7F1AF26-DEFD-4A7C-8352-46BF41579B94}" presName="hierChild4" presStyleCnt="0"/>
      <dgm:spPr/>
    </dgm:pt>
    <dgm:pt modelId="{29A5704D-571D-454C-A10E-56A0EA1AE0FB}" type="pres">
      <dgm:prSet presAssocID="{F7F1AF26-DEFD-4A7C-8352-46BF41579B94}" presName="hierChild5" presStyleCnt="0"/>
      <dgm:spPr/>
    </dgm:pt>
    <dgm:pt modelId="{E397113E-276B-47A4-BCCC-391CD342789B}" type="pres">
      <dgm:prSet presAssocID="{03AEE97B-811E-47A2-90F0-6F452FD6F291}" presName="hierChild5" presStyleCnt="0"/>
      <dgm:spPr/>
    </dgm:pt>
    <dgm:pt modelId="{4E0C723E-1807-45B4-8AE1-C4AB0BC6B731}" type="pres">
      <dgm:prSet presAssocID="{5E8C609C-B47F-4081-829B-FBD69E2A6917}" presName="Name35" presStyleLbl="parChTrans1D3" presStyleIdx="38" presStyleCnt="39"/>
      <dgm:spPr/>
    </dgm:pt>
    <dgm:pt modelId="{88AD3ADA-9398-45D7-A699-10D5C737DE58}" type="pres">
      <dgm:prSet presAssocID="{7A27ADBB-692A-4835-BA47-AAE663CB0AF0}" presName="hierRoot2" presStyleCnt="0">
        <dgm:presLayoutVars>
          <dgm:hierBranch val="init"/>
        </dgm:presLayoutVars>
      </dgm:prSet>
      <dgm:spPr/>
    </dgm:pt>
    <dgm:pt modelId="{BE5AACEE-684F-4CFB-AF41-39382D330C69}" type="pres">
      <dgm:prSet presAssocID="{7A27ADBB-692A-4835-BA47-AAE663CB0AF0}" presName="rootComposite" presStyleCnt="0"/>
      <dgm:spPr/>
    </dgm:pt>
    <dgm:pt modelId="{B0395DFD-1DF5-4FA9-B35D-8E85090AB787}" type="pres">
      <dgm:prSet presAssocID="{7A27ADBB-692A-4835-BA47-AAE663CB0AF0}" presName="rootText" presStyleLbl="node3" presStyleIdx="38" presStyleCnt="39">
        <dgm:presLayoutVars>
          <dgm:chPref val="3"/>
        </dgm:presLayoutVars>
      </dgm:prSet>
      <dgm:spPr>
        <a:xfrm>
          <a:off x="39595832" y="1499729"/>
          <a:ext cx="861123" cy="430561"/>
        </a:xfrm>
        <a:prstGeom prst="roundRect">
          <a:avLst/>
        </a:prstGeom>
      </dgm:spPr>
    </dgm:pt>
    <dgm:pt modelId="{1F0A8EB3-CC73-455F-9359-32CBBC50D7EF}" type="pres">
      <dgm:prSet presAssocID="{7A27ADBB-692A-4835-BA47-AAE663CB0AF0}" presName="rootConnector" presStyleLbl="node3" presStyleIdx="38" presStyleCnt="39"/>
      <dgm:spPr/>
    </dgm:pt>
    <dgm:pt modelId="{7D90386B-6F8D-4A26-9347-3B24D62EC647}" type="pres">
      <dgm:prSet presAssocID="{7A27ADBB-692A-4835-BA47-AAE663CB0AF0}" presName="hierChild4" presStyleCnt="0"/>
      <dgm:spPr/>
    </dgm:pt>
    <dgm:pt modelId="{05BE0D4F-103C-45E8-BE02-73E52B4CBA68}" type="pres">
      <dgm:prSet presAssocID="{9F9FBE21-7652-4510-9298-503E016FEDED}" presName="Name37" presStyleLbl="parChTrans1D4" presStyleIdx="121" presStyleCnt="122"/>
      <dgm:spPr/>
    </dgm:pt>
    <dgm:pt modelId="{714AD5B7-FB0D-4D83-9E26-598C4522407E}" type="pres">
      <dgm:prSet presAssocID="{DDF1CFE6-198E-455D-97EE-0C82B6A656F1}" presName="hierRoot2" presStyleCnt="0">
        <dgm:presLayoutVars>
          <dgm:hierBranch val="init"/>
        </dgm:presLayoutVars>
      </dgm:prSet>
      <dgm:spPr/>
    </dgm:pt>
    <dgm:pt modelId="{52A68E23-FBFF-47A6-8875-45E11E1649BE}" type="pres">
      <dgm:prSet presAssocID="{DDF1CFE6-198E-455D-97EE-0C82B6A656F1}" presName="rootComposite" presStyleCnt="0"/>
      <dgm:spPr/>
    </dgm:pt>
    <dgm:pt modelId="{CE341EDE-2F4E-4280-A40E-EDCDE1BF900D}" type="pres">
      <dgm:prSet presAssocID="{DDF1CFE6-198E-455D-97EE-0C82B6A656F1}" presName="rootText" presStyleLbl="node4" presStyleIdx="121" presStyleCnt="122">
        <dgm:presLayoutVars>
          <dgm:chPref val="3"/>
        </dgm:presLayoutVars>
      </dgm:prSet>
      <dgm:spPr>
        <a:xfrm>
          <a:off x="39811113" y="2111127"/>
          <a:ext cx="861123" cy="430561"/>
        </a:xfrm>
        <a:prstGeom prst="roundRect">
          <a:avLst/>
        </a:prstGeom>
      </dgm:spPr>
    </dgm:pt>
    <dgm:pt modelId="{F37E4351-3CA1-459E-90B8-9EE074408AFC}" type="pres">
      <dgm:prSet presAssocID="{DDF1CFE6-198E-455D-97EE-0C82B6A656F1}" presName="rootConnector" presStyleLbl="node4" presStyleIdx="121" presStyleCnt="122"/>
      <dgm:spPr/>
    </dgm:pt>
    <dgm:pt modelId="{BD11C4FC-8646-4D69-B029-70449C5FA466}" type="pres">
      <dgm:prSet presAssocID="{DDF1CFE6-198E-455D-97EE-0C82B6A656F1}" presName="hierChild4" presStyleCnt="0"/>
      <dgm:spPr/>
    </dgm:pt>
    <dgm:pt modelId="{0D518818-D786-46B2-8514-C49C0FC4C5A8}" type="pres">
      <dgm:prSet presAssocID="{DDF1CFE6-198E-455D-97EE-0C82B6A656F1}" presName="hierChild5" presStyleCnt="0"/>
      <dgm:spPr/>
    </dgm:pt>
    <dgm:pt modelId="{6BD2BE75-2807-4A54-B5EE-A5C1D9983D7A}" type="pres">
      <dgm:prSet presAssocID="{7A27ADBB-692A-4835-BA47-AAE663CB0AF0}" presName="hierChild5" presStyleCnt="0"/>
      <dgm:spPr/>
    </dgm:pt>
    <dgm:pt modelId="{67E6225A-373E-40E3-B816-437A80BCD9F2}" type="pres">
      <dgm:prSet presAssocID="{13349D33-DB63-40F4-852B-0EB799133A20}" presName="hierChild5" presStyleCnt="0"/>
      <dgm:spPr/>
    </dgm:pt>
    <dgm:pt modelId="{ED28D097-AB07-40EB-89F2-839AA87455DC}" type="pres">
      <dgm:prSet presAssocID="{DBA2CDB5-4E12-45A9-9222-E984B29D8CFC}" presName="hierChild3" presStyleCnt="0"/>
      <dgm:spPr/>
    </dgm:pt>
  </dgm:ptLst>
  <dgm:cxnLst>
    <dgm:cxn modelId="{34932F00-1CA1-48F2-8CB8-6C63B7093B5D}" type="presOf" srcId="{76E940B0-CF44-4A1D-96E5-6E97F7C8BCFB}" destId="{C0EAEE24-3475-4EDE-8741-314A9805F377}" srcOrd="1" destOrd="0" presId="urn:microsoft.com/office/officeart/2005/8/layout/orgChart1"/>
    <dgm:cxn modelId="{D1714B00-176A-4C57-9C6E-4378A900F11F}" srcId="{0E931518-3234-4BB2-BAEF-30FFC5721C07}" destId="{DA9CF7E5-6EEF-4585-92DA-AB6DADDBEA51}" srcOrd="6" destOrd="0" parTransId="{BC38D017-A068-48FF-B685-4644C2077AE5}" sibTransId="{70495892-08D6-406D-9A8F-21FB40E5DE86}"/>
    <dgm:cxn modelId="{2DBB7B00-E27B-46AF-8022-70386C1670B3}" type="presOf" srcId="{AAF8C7B9-BF8D-4C76-B111-B65F009EA9EB}" destId="{B740F1EB-DE83-4004-B07D-9E54EF1926A3}" srcOrd="0" destOrd="0" presId="urn:microsoft.com/office/officeart/2005/8/layout/orgChart1"/>
    <dgm:cxn modelId="{FC919900-70CB-4E87-A8E9-4E4B408FF6F9}" type="presOf" srcId="{33F344BD-43D8-4FAC-876C-FAA4AE471330}" destId="{EBB54882-3685-4B35-AB39-B4E47C52F711}" srcOrd="1" destOrd="0" presId="urn:microsoft.com/office/officeart/2005/8/layout/orgChart1"/>
    <dgm:cxn modelId="{3ABCC200-A52B-4EA3-B713-810C5FEDEB01}" type="presOf" srcId="{814A2B4D-AC86-4BAA-A345-BC1297D3F395}" destId="{971AD3FE-5143-4A23-9594-6F0B95F32A35}" srcOrd="0" destOrd="0" presId="urn:microsoft.com/office/officeart/2005/8/layout/orgChart1"/>
    <dgm:cxn modelId="{F307D900-30FC-4505-94EF-692384E7CEEC}" type="presOf" srcId="{3CDCB8A4-D4B9-4E55-AE07-44B6589EFED8}" destId="{16219092-F126-4FF7-AC26-149774884DCC}" srcOrd="0" destOrd="0" presId="urn:microsoft.com/office/officeart/2005/8/layout/orgChart1"/>
    <dgm:cxn modelId="{2CE0EC00-2041-4BBD-9557-A6CDEBF04BF6}" type="presOf" srcId="{AFCE44E3-566B-4CB2-B660-526A0CEF92B5}" destId="{CF302987-8088-4371-8132-2A7E5A194F38}" srcOrd="0" destOrd="0" presId="urn:microsoft.com/office/officeart/2005/8/layout/orgChart1"/>
    <dgm:cxn modelId="{46872301-5D18-4D5C-9BAD-269F297F056F}" srcId="{4031127F-DAE9-491A-817B-4A3A321D6EAB}" destId="{E163B82B-3DB4-4D06-A264-51C2A1F76629}" srcOrd="2" destOrd="0" parTransId="{C1B661CE-948D-41FE-88C8-3C4A8FB598DF}" sibTransId="{73476A89-FCFD-489B-836D-DD707F053511}"/>
    <dgm:cxn modelId="{3C9C5B01-E7CD-4A23-A140-BEEAFD02728F}" type="presOf" srcId="{F62D1CC5-A046-45C6-802A-E18BAA5E5B26}" destId="{C8DCE274-5574-4248-A25C-D9523FA574EF}" srcOrd="1" destOrd="0" presId="urn:microsoft.com/office/officeart/2005/8/layout/orgChart1"/>
    <dgm:cxn modelId="{FE10F701-9C55-454E-88E5-4FEDCB278DCF}" type="presOf" srcId="{E68945A2-65EC-4A20-9617-C120D8540D94}" destId="{10A27207-F7A2-4A0B-B2A4-C7A6FDB716D3}" srcOrd="1" destOrd="0" presId="urn:microsoft.com/office/officeart/2005/8/layout/orgChart1"/>
    <dgm:cxn modelId="{48981B02-A1AC-46D1-9610-9DE21D901142}" type="presOf" srcId="{AF8C76C9-EE65-4ED7-8E36-D952CD77D7D1}" destId="{FF597A83-A8DD-43FE-A916-C5A8433F5E7E}" srcOrd="0" destOrd="0" presId="urn:microsoft.com/office/officeart/2005/8/layout/orgChart1"/>
    <dgm:cxn modelId="{5AA38902-F6B2-4D22-95D8-3FC576F32607}" type="presOf" srcId="{FD6E70A5-DDF0-4E98-8D9D-9512F8E2301F}" destId="{146412D8-4BBD-42EB-A913-706CC300B122}" srcOrd="0" destOrd="0" presId="urn:microsoft.com/office/officeart/2005/8/layout/orgChart1"/>
    <dgm:cxn modelId="{134D1203-7696-42E3-9D3D-07A58F8B11C6}" srcId="{03AEE97B-811E-47A2-90F0-6F452FD6F291}" destId="{F7F1AF26-DEFD-4A7C-8352-46BF41579B94}" srcOrd="3" destOrd="0" parTransId="{4D3C3A07-E5DC-4638-8566-4CA4166CAF03}" sibTransId="{CEB70E29-F165-4D45-AAF6-042E08F3DD51}"/>
    <dgm:cxn modelId="{F6571603-9103-4B45-95D9-539BEF05DC92}" type="presOf" srcId="{E86B70D6-ED65-4BEF-BD8B-A2364ABFA2DA}" destId="{A98DA5E1-A399-480A-A183-8EA21676575E}" srcOrd="0" destOrd="0" presId="urn:microsoft.com/office/officeart/2005/8/layout/orgChart1"/>
    <dgm:cxn modelId="{1A98DC03-5E47-47AF-925D-2F8EAC8A7754}" type="presOf" srcId="{DF9F473D-2137-4586-AAAB-63130AE8BF35}" destId="{015A0A70-6F5B-4026-A646-09379C8C9E14}" srcOrd="0" destOrd="0" presId="urn:microsoft.com/office/officeart/2005/8/layout/orgChart1"/>
    <dgm:cxn modelId="{67AF1D04-0BC8-4993-A180-AAD9EDE73D78}" type="presOf" srcId="{FB108984-5A1F-48B1-93FE-1F4A1A178C6A}" destId="{63BD861E-8753-49DC-97D3-F13451019827}" srcOrd="0" destOrd="0" presId="urn:microsoft.com/office/officeart/2005/8/layout/orgChart1"/>
    <dgm:cxn modelId="{BF718804-EC50-4395-AB3B-F04FD51663F7}" type="presOf" srcId="{33F344BD-43D8-4FAC-876C-FAA4AE471330}" destId="{7D70FCA4-7F52-4757-8EBA-E73FEA2E2498}" srcOrd="0" destOrd="0" presId="urn:microsoft.com/office/officeart/2005/8/layout/orgChart1"/>
    <dgm:cxn modelId="{CCCDA904-4D0E-42B7-8C16-8802E76A63CB}" type="presOf" srcId="{4EA07B48-C2AE-4983-A250-2FFD76F62A88}" destId="{315DA511-429D-428C-B0E7-95CB0A509CA3}" srcOrd="0" destOrd="0" presId="urn:microsoft.com/office/officeart/2005/8/layout/orgChart1"/>
    <dgm:cxn modelId="{8F2D0605-D96D-4F32-934F-5B70C4BC7129}" type="presOf" srcId="{0B02AEEF-7834-448E-AFD2-EEE9D906851A}" destId="{B534A1A4-B002-4466-AE45-C70B3599BCF6}" srcOrd="0" destOrd="0" presId="urn:microsoft.com/office/officeart/2005/8/layout/orgChart1"/>
    <dgm:cxn modelId="{60D31C05-C11C-4DBC-B2A2-BC381AEDECFA}" type="presOf" srcId="{9F9FBE21-7652-4510-9298-503E016FEDED}" destId="{05BE0D4F-103C-45E8-BE02-73E52B4CBA68}" srcOrd="0" destOrd="0" presId="urn:microsoft.com/office/officeart/2005/8/layout/orgChart1"/>
    <dgm:cxn modelId="{09205605-19AE-4566-9025-D949494BDDBC}" srcId="{FCDC869E-C208-4BF0-99F9-5E254CA23CAA}" destId="{C155DD5D-EBE4-4599-BA1D-A2ECF96C2C4E}" srcOrd="0" destOrd="0" parTransId="{E606B9F1-0536-47A6-B3EC-EC714231E7D5}" sibTransId="{8974AE90-0747-4741-9EC8-565F2FA6975A}"/>
    <dgm:cxn modelId="{E2068205-C0BF-4F40-B126-28D8A90DCFBE}" srcId="{C197409B-43C9-4782-8DFA-D12BA3951A8F}" destId="{D9281838-EF80-4D9D-9068-FCBBC4352630}" srcOrd="1" destOrd="0" parTransId="{AF8C76C9-EE65-4ED7-8E36-D952CD77D7D1}" sibTransId="{B2055B41-DCB2-45E1-95E8-764A111C2455}"/>
    <dgm:cxn modelId="{4B638306-4750-48FA-AEA6-63704FEF1CB4}" type="presOf" srcId="{34C43C20-F594-4DF2-8028-603F3E04E034}" destId="{4B3333E3-9B2E-4A3B-B325-ABABEC5881AF}" srcOrd="1" destOrd="0" presId="urn:microsoft.com/office/officeart/2005/8/layout/orgChart1"/>
    <dgm:cxn modelId="{2EECEE06-66A6-4F7D-8668-12C43483ABFF}" srcId="{B5EAFD24-138C-4289-9CEC-2FF28D17F13E}" destId="{FCDC869E-C208-4BF0-99F9-5E254CA23CAA}" srcOrd="0" destOrd="0" parTransId="{19AC1FBF-DD4D-4490-A337-D738B9732BF6}" sibTransId="{05DFFD81-97EF-41FE-A5CB-632310EE36C9}"/>
    <dgm:cxn modelId="{5AADF906-5335-499C-BE08-B691326A4E87}" type="presOf" srcId="{EA4ECA14-23BD-4F1F-A580-A3203F8DEEA4}" destId="{010BFB74-D1BC-4497-AE83-1E60787548A9}" srcOrd="0" destOrd="0" presId="urn:microsoft.com/office/officeart/2005/8/layout/orgChart1"/>
    <dgm:cxn modelId="{BBBA0607-8360-4B4E-85CC-D818FAD673B9}" srcId="{9A589A85-9A19-4D5B-970F-E323C3CAC88F}" destId="{F4FFF6E8-EA38-45C9-9BCB-AE67674FF0C2}" srcOrd="1" destOrd="0" parTransId="{0FE2BD79-0EBB-439E-9B30-06FC90DBB76B}" sibTransId="{40BFDC75-A417-4231-AB2B-EFB23BA9FA2A}"/>
    <dgm:cxn modelId="{454DFB07-CD3E-479A-8A9E-5703E70D0D26}" type="presOf" srcId="{4693D849-7F10-4C1C-A85C-73A730A7D11A}" destId="{E8DCED65-69C1-4C7D-8AB1-0A5BE6413346}" srcOrd="0" destOrd="0" presId="urn:microsoft.com/office/officeart/2005/8/layout/orgChart1"/>
    <dgm:cxn modelId="{63D60008-2060-4AD4-B222-31EFD981F3B3}" type="presOf" srcId="{9EF050FE-BAF0-4DB6-BA53-BC11018AAAF4}" destId="{E7EA87DF-81CF-4061-93B3-5952C89E3C43}" srcOrd="1" destOrd="0" presId="urn:microsoft.com/office/officeart/2005/8/layout/orgChart1"/>
    <dgm:cxn modelId="{97E26609-E176-4FC7-AC31-880854698561}" type="presOf" srcId="{C155DD5D-EBE4-4599-BA1D-A2ECF96C2C4E}" destId="{18893D27-85FD-4D81-986A-FAE256AE5283}" srcOrd="0" destOrd="0" presId="urn:microsoft.com/office/officeart/2005/8/layout/orgChart1"/>
    <dgm:cxn modelId="{F55C6B09-0783-4A0D-A5B5-77AE50FE2E6F}" type="presOf" srcId="{B732B34D-DDA2-4E79-9137-474F22E52A57}" destId="{B48CF3DB-2E29-4AF8-B5AC-353799888EBC}" srcOrd="0" destOrd="0" presId="urn:microsoft.com/office/officeart/2005/8/layout/orgChart1"/>
    <dgm:cxn modelId="{0089660A-1856-4D29-8A87-8AE7C863CAE8}" srcId="{0E931518-3234-4BB2-BAEF-30FFC5721C07}" destId="{B05506E0-9767-44E0-8015-E1EA554C7B5D}" srcOrd="1" destOrd="0" parTransId="{8D3E3696-AD3F-4024-ABDB-ABD404FA0986}" sibTransId="{F5BBBE92-DF83-4C80-9191-102BB27A431F}"/>
    <dgm:cxn modelId="{4B01720A-6D8D-433D-A7B7-D5D63F061806}" type="presOf" srcId="{76E940B0-CF44-4A1D-96E5-6E97F7C8BCFB}" destId="{560EE43F-AC76-4516-A2D3-577D70CC4F65}" srcOrd="0" destOrd="0" presId="urn:microsoft.com/office/officeart/2005/8/layout/orgChart1"/>
    <dgm:cxn modelId="{F4339F0A-F152-44A8-9120-592A016B228C}" type="presOf" srcId="{4A29B2A6-EEB4-4616-859C-B4BF63CD4AE2}" destId="{CBB992CC-AF0C-4B14-AB0C-6617EA6A58CE}" srcOrd="0" destOrd="0" presId="urn:microsoft.com/office/officeart/2005/8/layout/orgChart1"/>
    <dgm:cxn modelId="{B605BD0A-9399-4478-BA85-78EA14E75245}" type="presOf" srcId="{E3578AE4-ABBF-4F50-8689-7EF58766155C}" destId="{25C7A917-70D4-449D-A1C1-5B69AAE77B44}" srcOrd="0" destOrd="0" presId="urn:microsoft.com/office/officeart/2005/8/layout/orgChart1"/>
    <dgm:cxn modelId="{EDED640B-235A-48FE-9946-A838F05F7AED}" srcId="{D36D15DD-AF39-41FC-AF73-0A2E602E4F02}" destId="{F19EFBBD-82FF-4971-B93B-9004EFBF43BC}" srcOrd="2" destOrd="0" parTransId="{EE1EC0D0-AEBB-4FF9-A2EB-EC4CE5DDE566}" sibTransId="{C17747E8-7CA2-4392-8415-4E3D86A4AD12}"/>
    <dgm:cxn modelId="{44607B0B-D707-4DC3-85AD-F3832C611B1C}" type="presOf" srcId="{623351D1-AFE0-42A2-AF9D-452B49805701}" destId="{6FF5731E-BA02-4E15-9A50-3008912526BA}" srcOrd="1" destOrd="0" presId="urn:microsoft.com/office/officeart/2005/8/layout/orgChart1"/>
    <dgm:cxn modelId="{DABF7D0B-5CE1-4F57-86EC-F7E1040DC377}" srcId="{4EA07B48-C2AE-4983-A250-2FFD76F62A88}" destId="{C53367DB-7F9C-46F3-8ADD-A3195CCE0AD6}" srcOrd="3" destOrd="0" parTransId="{1FCB3352-899C-4663-BD67-E1B47B08BA13}" sibTransId="{3DAD932B-270B-4042-98DC-BC77BBA73F8A}"/>
    <dgm:cxn modelId="{42A4900B-84B5-4A7C-B2B6-D710CD50C8EA}" type="presOf" srcId="{D7AD2C1D-3D74-4B09-98EB-B9AD0A426B04}" destId="{F0D8AD90-96B5-4BFF-B72B-FE5A0FFA794E}" srcOrd="1" destOrd="0" presId="urn:microsoft.com/office/officeart/2005/8/layout/orgChart1"/>
    <dgm:cxn modelId="{D800960B-C7A7-4CEA-8B9D-D78A288ABC9E}" type="presOf" srcId="{6F1A4FA9-FADF-4AB0-8746-1A8DDE24530D}" destId="{0F4657C7-5273-49DF-9EF2-F450DE4677F2}" srcOrd="0" destOrd="0" presId="urn:microsoft.com/office/officeart/2005/8/layout/orgChart1"/>
    <dgm:cxn modelId="{F28FA10B-87CA-435E-8D84-53D97989A63D}" type="presOf" srcId="{BE832460-E5E9-4F49-A204-839F0934280C}" destId="{AEB3D553-D353-4DA9-89CA-E85D2CB1D557}" srcOrd="1" destOrd="0" presId="urn:microsoft.com/office/officeart/2005/8/layout/orgChart1"/>
    <dgm:cxn modelId="{2F6DC40B-AC2E-4F20-95F9-3C9A0874C496}" type="presOf" srcId="{5B4BC104-4A1D-4BD9-BF77-12A402532BBE}" destId="{D809740E-F67B-4A99-9A82-ADB9AED0C675}" srcOrd="0" destOrd="0" presId="urn:microsoft.com/office/officeart/2005/8/layout/orgChart1"/>
    <dgm:cxn modelId="{E253500C-0A1D-4577-9989-676ACD83E68E}" srcId="{8B2BB921-4290-4C33-8398-BC3C1422FC09}" destId="{6F1A4FA9-FADF-4AB0-8746-1A8DDE24530D}" srcOrd="2" destOrd="0" parTransId="{E580ED5B-CB29-4541-BA78-7F575DDACADE}" sibTransId="{F1CF3D12-738F-44B7-9B72-DEECFBAE926F}"/>
    <dgm:cxn modelId="{EE919B0C-DD16-425F-96AE-B825AA92B9E6}" type="presOf" srcId="{60AA9AA0-9BF1-4B16-B992-B74E8A868D7C}" destId="{DD410301-E1EE-46EC-AF67-F4F66606C3A8}" srcOrd="0" destOrd="0" presId="urn:microsoft.com/office/officeart/2005/8/layout/orgChart1"/>
    <dgm:cxn modelId="{45ECD00C-138D-4201-AAEE-7022B8843C36}" srcId="{D61CCEE3-2F8C-4BC6-90C8-E0531C6D1CCA}" destId="{4718AB96-EAB9-4BE3-9A85-EB96876066FE}" srcOrd="0" destOrd="0" parTransId="{89C1E942-34FE-46FE-AF04-D0C9E49ED6B4}" sibTransId="{ECA10F6B-C677-4CCF-BCF2-B3026075F962}"/>
    <dgm:cxn modelId="{D1D16B0D-48B8-4E00-BEEF-633FAB230B58}" type="presOf" srcId="{5AEB9D31-B3EA-4C21-86FE-5EDD9939C0D7}" destId="{70A9E055-BA7A-4979-852E-5A514D598E06}" srcOrd="1" destOrd="0" presId="urn:microsoft.com/office/officeart/2005/8/layout/orgChart1"/>
    <dgm:cxn modelId="{B1C3530D-E767-4F9B-844E-98490BA8AA2A}" type="presOf" srcId="{7A27ADBB-692A-4835-BA47-AAE663CB0AF0}" destId="{1F0A8EB3-CC73-455F-9359-32CBBC50D7EF}" srcOrd="1" destOrd="0" presId="urn:microsoft.com/office/officeart/2005/8/layout/orgChart1"/>
    <dgm:cxn modelId="{71761E0F-9E77-4651-9BD0-9E2F2E1679E2}" type="presOf" srcId="{3024D0C7-B312-42C5-A9D1-714F0FE6544C}" destId="{873A0262-24B5-419B-A5A1-F93BFED1C3B5}" srcOrd="1" destOrd="0" presId="urn:microsoft.com/office/officeart/2005/8/layout/orgChart1"/>
    <dgm:cxn modelId="{23207C0F-9981-473F-AAD5-5A926E68520F}" type="presOf" srcId="{D9281838-EF80-4D9D-9068-FCBBC4352630}" destId="{95D99554-BDE4-4037-B9C4-259D9AD15352}" srcOrd="0" destOrd="0" presId="urn:microsoft.com/office/officeart/2005/8/layout/orgChart1"/>
    <dgm:cxn modelId="{056B1210-C1C0-439A-89CE-B9D06FDAEF5F}" type="presOf" srcId="{DF366E50-739B-4595-8BB8-E44C043D9650}" destId="{3B5B8DB3-4877-4918-B6E2-A68931EB83CA}" srcOrd="0" destOrd="0" presId="urn:microsoft.com/office/officeart/2005/8/layout/orgChart1"/>
    <dgm:cxn modelId="{42041810-CE7A-4D33-B617-A638CBF869EF}" srcId="{25D68A07-0A06-48BD-A4C2-A8C02EB91832}" destId="{DBA2CDB5-4E12-45A9-9222-E984B29D8CFC}" srcOrd="0" destOrd="0" parTransId="{06A5B8F6-208F-4C68-B683-DE532F59C222}" sibTransId="{A73ED636-B5E3-4F0C-A615-9FBE0AE9D6AB}"/>
    <dgm:cxn modelId="{84A83A10-1E01-4333-B581-4F510E06BE3A}" type="presOf" srcId="{D9281838-EF80-4D9D-9068-FCBBC4352630}" destId="{68A50810-EF79-47EB-A066-C3F91C7A4399}" srcOrd="1" destOrd="0" presId="urn:microsoft.com/office/officeart/2005/8/layout/orgChart1"/>
    <dgm:cxn modelId="{BB353B10-0C9C-4992-93FD-11F9D67E9B50}" type="presOf" srcId="{A2E72B4C-2D38-4E71-9A38-22EE79A4F3A0}" destId="{1348F904-E0AA-4FEA-A4A9-34E75CF0EA98}" srcOrd="0" destOrd="0" presId="urn:microsoft.com/office/officeart/2005/8/layout/orgChart1"/>
    <dgm:cxn modelId="{CA7D8B10-57F5-46B6-B4BA-45DB100E0655}" type="presOf" srcId="{0B2BB143-0F07-448B-83FC-279D804EE85C}" destId="{F62FD2BB-57D1-4A62-950A-EE42F54A44EC}" srcOrd="0" destOrd="0" presId="urn:microsoft.com/office/officeart/2005/8/layout/orgChart1"/>
    <dgm:cxn modelId="{6AC5FF10-E92C-418A-86CD-CB4C078D5402}" type="presOf" srcId="{EBDFF91D-48D3-4B91-9193-D8839B24466E}" destId="{CEE4B99C-6DC8-4740-8C4A-A72B34F3183E}" srcOrd="0" destOrd="0" presId="urn:microsoft.com/office/officeart/2005/8/layout/orgChart1"/>
    <dgm:cxn modelId="{6E2F0411-F2A3-4BA5-ABC0-78888F21953D}" srcId="{7A27ADBB-692A-4835-BA47-AAE663CB0AF0}" destId="{DDF1CFE6-198E-455D-97EE-0C82B6A656F1}" srcOrd="0" destOrd="0" parTransId="{9F9FBE21-7652-4510-9298-503E016FEDED}" sibTransId="{5D253ADC-795E-4461-B6B3-FEFD702740CD}"/>
    <dgm:cxn modelId="{CE8A0B11-4DF3-444A-A2D2-A502DF207323}" type="presOf" srcId="{A4137C56-B98A-437E-A31D-911D5B98FBAB}" destId="{2FA2CDFE-C360-4692-BDB6-0C3649455A65}" srcOrd="0" destOrd="0" presId="urn:microsoft.com/office/officeart/2005/8/layout/orgChart1"/>
    <dgm:cxn modelId="{09326B11-468E-4CB4-8CC0-E7D03E2D3170}" type="presOf" srcId="{DB5E6770-74A7-4EBD-8ED0-EC91F7FFF841}" destId="{DAA63D53-86D7-43AA-BAB5-F4E265FC4C9E}" srcOrd="0" destOrd="0" presId="urn:microsoft.com/office/officeart/2005/8/layout/orgChart1"/>
    <dgm:cxn modelId="{30023412-B30C-4BCE-82A8-EF5D2EC51595}" type="presOf" srcId="{DC05F9A5-BA52-4187-9E44-E0B36B1E6188}" destId="{BFCB7C6A-886F-407A-9150-BFABE97EAFD7}" srcOrd="1" destOrd="0" presId="urn:microsoft.com/office/officeart/2005/8/layout/orgChart1"/>
    <dgm:cxn modelId="{22D66512-F168-44EF-892D-7A982BA62792}" type="presOf" srcId="{D7AD2C1D-3D74-4B09-98EB-B9AD0A426B04}" destId="{6DF60795-B61D-4737-A2F2-CADDE5EE214D}" srcOrd="0" destOrd="0" presId="urn:microsoft.com/office/officeart/2005/8/layout/orgChart1"/>
    <dgm:cxn modelId="{6F2A8D12-FD02-4FEB-B9A5-0075788FE737}" type="presOf" srcId="{6BC147E7-66E5-4F93-BDEC-17EEE486A6A7}" destId="{EC855E86-B8EF-4618-91E8-5CDB6636E3B5}" srcOrd="1" destOrd="0" presId="urn:microsoft.com/office/officeart/2005/8/layout/orgChart1"/>
    <dgm:cxn modelId="{5EE28114-54E7-4A50-BF3F-C09C9E0B1DC9}" type="presOf" srcId="{F1D7449C-54F4-4261-99E8-64D6A1A7F59B}" destId="{CFD6EE49-87E4-4FE6-A271-BFC3CF1EE8D9}" srcOrd="0" destOrd="0" presId="urn:microsoft.com/office/officeart/2005/8/layout/orgChart1"/>
    <dgm:cxn modelId="{C7914B15-75FE-4585-A180-757923A0C6A9}" type="presOf" srcId="{A4654994-11E8-41D7-B158-DF727A1A2C42}" destId="{882EF2FB-D487-4CF8-9AC3-CC92799E2811}" srcOrd="0" destOrd="0" presId="urn:microsoft.com/office/officeart/2005/8/layout/orgChart1"/>
    <dgm:cxn modelId="{F0754D15-F38D-4F70-9995-0D235BDBC372}" type="presOf" srcId="{EBDFF91D-48D3-4B91-9193-D8839B24466E}" destId="{715B4BEA-E98E-4587-84B6-2ADC44B00453}" srcOrd="1" destOrd="0" presId="urn:microsoft.com/office/officeart/2005/8/layout/orgChart1"/>
    <dgm:cxn modelId="{0777E115-F638-4966-ADDF-A36710706716}" type="presOf" srcId="{624AEC45-6F45-4608-BE09-0B1CAEAEA88A}" destId="{39D04C87-E953-43FE-AE50-636F72B58BF6}" srcOrd="1" destOrd="0" presId="urn:microsoft.com/office/officeart/2005/8/layout/orgChart1"/>
    <dgm:cxn modelId="{6BE4EB15-B260-413E-B6DA-DAABECA6D51E}" type="presOf" srcId="{FACD946C-4901-41F2-95F9-29CF027DB6F9}" destId="{51D6D4C3-9ED1-4CE5-80A2-BC9F3DAC5B25}" srcOrd="0" destOrd="0" presId="urn:microsoft.com/office/officeart/2005/8/layout/orgChart1"/>
    <dgm:cxn modelId="{B7B0AB16-C5E2-455B-B43A-0F0FCA0B7646}" type="presOf" srcId="{7B53DEC9-5DC1-4531-8DFE-0DECCE8D0961}" destId="{8D83F992-CFFD-4F04-9711-C128DE347E1C}" srcOrd="0" destOrd="0" presId="urn:microsoft.com/office/officeart/2005/8/layout/orgChart1"/>
    <dgm:cxn modelId="{AB4DB717-172B-4AA3-A805-24C6A9274C53}" type="presOf" srcId="{26D73198-335D-43EA-B1C7-55F5498F9B54}" destId="{AE561694-3D4A-4F3E-AF67-2992C856E6B4}" srcOrd="0" destOrd="0" presId="urn:microsoft.com/office/officeart/2005/8/layout/orgChart1"/>
    <dgm:cxn modelId="{2A200B18-059E-4CCB-8C6E-5B493D4C3EFE}" type="presOf" srcId="{32240462-2BF6-4823-A699-0475F1C98F77}" destId="{EE1E98CF-C869-4151-83BA-B82976A6C1F4}" srcOrd="0" destOrd="0" presId="urn:microsoft.com/office/officeart/2005/8/layout/orgChart1"/>
    <dgm:cxn modelId="{38BE0E18-8462-4B66-BAA2-36EA8F54D708}" type="presOf" srcId="{623351D1-AFE0-42A2-AF9D-452B49805701}" destId="{9081067F-21EC-43EE-B4E4-DF6EFDA9E2A6}" srcOrd="0" destOrd="0" presId="urn:microsoft.com/office/officeart/2005/8/layout/orgChart1"/>
    <dgm:cxn modelId="{FEBE1218-3C2C-4092-8863-DD6F462EB2CC}" type="presOf" srcId="{F4FFF6E8-EA38-45C9-9BCB-AE67674FF0C2}" destId="{94EBE5C0-E723-433B-8238-133AB4BF9238}" srcOrd="0" destOrd="0" presId="urn:microsoft.com/office/officeart/2005/8/layout/orgChart1"/>
    <dgm:cxn modelId="{F0966C18-04CE-459F-A5EB-DD5AF4C3FA04}" type="presOf" srcId="{5F2BFEC8-4CAA-4CEF-A9A3-A6546282E622}" destId="{EFB0ADFC-3729-4208-9C2E-DD5D1A866299}" srcOrd="0" destOrd="0" presId="urn:microsoft.com/office/officeart/2005/8/layout/orgChart1"/>
    <dgm:cxn modelId="{CF25BF18-3708-49E9-8828-CE8645AE09D5}" srcId="{F4FFF6E8-EA38-45C9-9BCB-AE67674FF0C2}" destId="{2F5BA0D3-6108-493A-930D-F9A41B7D7895}" srcOrd="1" destOrd="0" parTransId="{61D2D15F-568B-454D-BD59-F2BE4D3F4E74}" sibTransId="{9A4D06B0-E4FF-4F22-9F4B-158847FBABAD}"/>
    <dgm:cxn modelId="{41220619-0E74-4727-A37B-FAEF451B1294}" srcId="{7FD3668C-F688-4AD9-B427-37BC95ED4DAB}" destId="{62C7173A-92E8-42E2-8697-660AAF61A353}" srcOrd="1" destOrd="0" parTransId="{93D390BB-0BC1-455F-8307-BCAFCC0337A4}" sibTransId="{25569F6E-ABB6-426B-9DDB-6066436C4518}"/>
    <dgm:cxn modelId="{F50DF319-6435-4BC1-BBA3-B128F464D922}" srcId="{E54036C3-6746-4A22-8F0B-28C453A8A206}" destId="{ABF22A80-BD80-4E90-ADC7-EAEDE1524FC3}" srcOrd="6" destOrd="0" parTransId="{847A13EF-AB14-4C87-BCB9-1226E95E4A6D}" sibTransId="{0840D359-7AD3-4F50-B265-329C87A357AD}"/>
    <dgm:cxn modelId="{8E45131A-0020-42F6-B899-E2771067AA68}" type="presOf" srcId="{46EFE18F-7C25-4A1C-9A43-2C128B83AA05}" destId="{97CB158E-0003-4167-8247-1D1A689331B2}" srcOrd="0" destOrd="0" presId="urn:microsoft.com/office/officeart/2005/8/layout/orgChart1"/>
    <dgm:cxn modelId="{B9DD231A-9B0F-4ACE-9EC0-322A87B0DCE7}" srcId="{13349D33-DB63-40F4-852B-0EB799133A20}" destId="{7A27ADBB-692A-4835-BA47-AAE663CB0AF0}" srcOrd="2" destOrd="0" parTransId="{5E8C609C-B47F-4081-829B-FBD69E2A6917}" sibTransId="{9C73567A-1B92-4B76-B6F8-D3042149A904}"/>
    <dgm:cxn modelId="{0E564C1A-2D4E-48F6-82DD-6CD3871AB334}" type="presOf" srcId="{F19EFBBD-82FF-4971-B93B-9004EFBF43BC}" destId="{A871E677-40AA-4044-9DDC-16872E57658B}" srcOrd="1" destOrd="0" presId="urn:microsoft.com/office/officeart/2005/8/layout/orgChart1"/>
    <dgm:cxn modelId="{1F5B511A-4928-4F01-B435-7B5EA6082C30}" srcId="{DBA2CDB5-4E12-45A9-9222-E984B29D8CFC}" destId="{13349D33-DB63-40F4-852B-0EB799133A20}" srcOrd="10" destOrd="0" parTransId="{A1FA96D6-5B77-431A-8F81-0304B7E5632F}" sibTransId="{F026F9F6-94A8-443D-A710-77A9CFEA4934}"/>
    <dgm:cxn modelId="{42AA7A1A-8FBA-4240-A757-3129D4A39FF3}" type="presOf" srcId="{145BE83E-4768-4390-BB87-BEB24416CE8D}" destId="{B01ACA48-B547-4FF2-AB51-39C0603773CC}" srcOrd="0" destOrd="0" presId="urn:microsoft.com/office/officeart/2005/8/layout/orgChart1"/>
    <dgm:cxn modelId="{B740921A-13CD-4383-9530-5C39BE542EE4}" type="presOf" srcId="{4EA07B48-C2AE-4983-A250-2FFD76F62A88}" destId="{8A727386-D22B-4219-A8DF-0788F0C275F6}" srcOrd="1" destOrd="0" presId="urn:microsoft.com/office/officeart/2005/8/layout/orgChart1"/>
    <dgm:cxn modelId="{D8E0E21A-A338-4B4C-BE7B-9BBF00BDDA9A}" type="presOf" srcId="{EAAED074-A1A7-4DEC-95E7-E18A3AA6B105}" destId="{9EBE47A4-5C11-49A6-B8CC-F6B27C081615}" srcOrd="0" destOrd="0" presId="urn:microsoft.com/office/officeart/2005/8/layout/orgChart1"/>
    <dgm:cxn modelId="{0212B21B-5925-4FF0-9740-ED96F6E4E0A9}" srcId="{9EF050FE-BAF0-4DB6-BA53-BC11018AAAF4}" destId="{0E8BB49B-9EE5-4791-B185-8EB1C2D3FE0D}" srcOrd="0" destOrd="0" parTransId="{DA5D3827-1A30-464D-92BB-2B5318F25FCF}" sibTransId="{B44A4CB8-5D84-4E26-A5D8-C4B44EC56015}"/>
    <dgm:cxn modelId="{9171CA1B-4B25-49CA-8569-2346DD22EEC6}" srcId="{DA14AD23-FFB5-44A7-A338-6365E1708E55}" destId="{7F32F1E8-6B16-41FA-89EB-7549CD4075BD}" srcOrd="2" destOrd="0" parTransId="{861D9FC0-C45E-4345-B382-9EF1898DCB5E}" sibTransId="{4C127009-0476-49DE-974B-C844079EB5C7}"/>
    <dgm:cxn modelId="{5B924C1C-CE32-4C14-B107-D0AE63F8FF69}" srcId="{9825DAB7-EDFA-4548-946A-B352FF8CF6EE}" destId="{75DA4C9D-4490-4CDB-85AD-4077F39F3A45}" srcOrd="1" destOrd="0" parTransId="{EA89C24E-0BD4-467C-BCA8-F9608C5E60D4}" sibTransId="{527C642A-E5A7-46A5-A874-F56920F5169E}"/>
    <dgm:cxn modelId="{6A457F1C-B9C7-4B8C-ACF9-7EC4B682A8A6}" type="presOf" srcId="{62C7173A-92E8-42E2-8697-660AAF61A353}" destId="{27A12324-65AC-43F8-9CC3-B26D71E4E3EA}" srcOrd="1" destOrd="0" presId="urn:microsoft.com/office/officeart/2005/8/layout/orgChart1"/>
    <dgm:cxn modelId="{B667ED1C-BD05-4C83-BEFC-81C2D593B024}" type="presOf" srcId="{851BB038-CF7C-4AB5-B159-AF41FB2B2638}" destId="{23EE901D-3446-43D2-A609-C26F69F28526}" srcOrd="0" destOrd="0" presId="urn:microsoft.com/office/officeart/2005/8/layout/orgChart1"/>
    <dgm:cxn modelId="{B825601D-0A8F-4D5F-BF75-2C581A24AB46}" type="presOf" srcId="{9825DAB7-EDFA-4548-946A-B352FF8CF6EE}" destId="{A9FE15DB-343A-47CA-94BF-400187D9ACB8}" srcOrd="0" destOrd="0" presId="urn:microsoft.com/office/officeart/2005/8/layout/orgChart1"/>
    <dgm:cxn modelId="{A7E44C1D-80B0-4722-AAF6-BBF9990E4135}" type="presOf" srcId="{03AEE97B-811E-47A2-90F0-6F452FD6F291}" destId="{A99EE0E3-BF84-4CEA-A5D5-2D6D7FFBDC65}" srcOrd="0" destOrd="0" presId="urn:microsoft.com/office/officeart/2005/8/layout/orgChart1"/>
    <dgm:cxn modelId="{B035FB1D-19EF-4513-A07B-8777676A2BD1}" type="presOf" srcId="{A7962A28-312D-4471-B495-6B55DA7A8230}" destId="{73172484-52C5-42B8-AD62-7B894C148910}" srcOrd="1" destOrd="0" presId="urn:microsoft.com/office/officeart/2005/8/layout/orgChart1"/>
    <dgm:cxn modelId="{141C6B1E-C566-47AF-AF5A-FAE6300361F6}" srcId="{D61CCEE3-2F8C-4BC6-90C8-E0531C6D1CCA}" destId="{BE832460-E5E9-4F49-A204-839F0934280C}" srcOrd="3" destOrd="0" parTransId="{9B7EC730-43E9-4144-B861-A62CBF80D70B}" sibTransId="{DAE9E925-5AFA-4BF5-9591-858CABFC558D}"/>
    <dgm:cxn modelId="{7E50D21E-6181-495E-B5EB-CFB8A3C3D6ED}" type="presOf" srcId="{6F1A4FA9-FADF-4AB0-8746-1A8DDE24530D}" destId="{B43AF50B-BC45-4DDC-9A53-B91629514DF6}" srcOrd="1" destOrd="0" presId="urn:microsoft.com/office/officeart/2005/8/layout/orgChart1"/>
    <dgm:cxn modelId="{72672A1F-7CBB-492D-AE2F-0BE08EDD1D0E}" type="presOf" srcId="{B8255F93-789D-4C05-84B6-589C6F075638}" destId="{9829307F-24D9-4673-9F34-B7A04ED6DB13}" srcOrd="0" destOrd="0" presId="urn:microsoft.com/office/officeart/2005/8/layout/orgChart1"/>
    <dgm:cxn modelId="{EE199F1F-D59E-439B-9594-3080D0BE1AD6}" type="presOf" srcId="{D284B5CC-64A4-4DD7-BCA3-A49F05CED183}" destId="{1843A8D3-0703-4F1C-B70E-07D69A350273}" srcOrd="1" destOrd="0" presId="urn:microsoft.com/office/officeart/2005/8/layout/orgChart1"/>
    <dgm:cxn modelId="{E3834520-7136-49A6-9CD2-901B20120ED3}" type="presOf" srcId="{055162A4-98AE-4805-A8EC-BB7833DD7EDF}" destId="{9AFDBB4F-F629-4FE9-9868-4864A25D3296}" srcOrd="1" destOrd="0" presId="urn:microsoft.com/office/officeart/2005/8/layout/orgChart1"/>
    <dgm:cxn modelId="{698E4B20-8E50-4DC8-A080-3DC7A919392F}" type="presOf" srcId="{7755451C-2BD3-44C4-8DB6-1BFB663EABF0}" destId="{0B6A3BD1-EA7E-427B-9972-9053F8B84B7C}" srcOrd="0" destOrd="0" presId="urn:microsoft.com/office/officeart/2005/8/layout/orgChart1"/>
    <dgm:cxn modelId="{20CD7320-11DB-44D5-B07D-75ADA1C99B88}" type="presOf" srcId="{EA89C24E-0BD4-467C-BCA8-F9608C5E60D4}" destId="{D38B95FE-2E2F-46B1-A2C8-EA3980CED39F}" srcOrd="0" destOrd="0" presId="urn:microsoft.com/office/officeart/2005/8/layout/orgChart1"/>
    <dgm:cxn modelId="{EEC88520-9DE8-4D00-9073-3164E16C4045}" type="presOf" srcId="{7DE0C703-D90C-481C-A9DB-2D1475C52B88}" destId="{6473B8B7-D903-4BEB-8078-48BD33B06A84}" srcOrd="0" destOrd="0" presId="urn:microsoft.com/office/officeart/2005/8/layout/orgChart1"/>
    <dgm:cxn modelId="{A599E620-491B-407F-A76B-F5ADEA536B76}" type="presOf" srcId="{13349D33-DB63-40F4-852B-0EB799133A20}" destId="{FB8737D9-CB1B-4F57-A4D2-9B351916A6F6}" srcOrd="1" destOrd="0" presId="urn:microsoft.com/office/officeart/2005/8/layout/orgChart1"/>
    <dgm:cxn modelId="{A4323322-47E8-492C-B7D1-06939130E97D}" srcId="{40E682B0-7E4B-4FC3-A0C6-34FB98F4E010}" destId="{6908DDFF-D269-4FED-8794-B1BE3BED0E60}" srcOrd="2" destOrd="0" parTransId="{D217DE72-9A40-489E-A3EA-9923EC338975}" sibTransId="{0572959E-6642-4719-B702-AA1ED11E87E2}"/>
    <dgm:cxn modelId="{8BD97822-8F03-4592-8BAE-DBF37B3DDFE5}" srcId="{C1420AC3-3F48-407E-B844-D85209141315}" destId="{0B887721-6914-4B61-957D-E8997B29B03C}" srcOrd="1" destOrd="0" parTransId="{E6EF6B14-BA45-421D-824E-85688B497459}" sibTransId="{3AA16AA4-71C3-404A-AE49-B5644FF193DB}"/>
    <dgm:cxn modelId="{42325C23-0DB7-42F5-BFB9-07AA45802CD8}" srcId="{D2BB2FCF-5D6A-4749-BBF4-E2608D4EF072}" destId="{DA14AD23-FFB5-44A7-A338-6365E1708E55}" srcOrd="3" destOrd="0" parTransId="{F0AF94AF-CF7F-4553-8AFD-C2C95DA9B528}" sibTransId="{FC1A74D8-C076-4068-ABEB-452AB9B099AF}"/>
    <dgm:cxn modelId="{2F254623-2D65-4A5A-A76B-82BF0FBCCE03}" type="presOf" srcId="{912B4FD6-2847-41CD-9F2D-40077A942821}" destId="{E0626F5A-2ED3-4182-B5BC-F61DBCCDE1CF}" srcOrd="0" destOrd="0" presId="urn:microsoft.com/office/officeart/2005/8/layout/orgChart1"/>
    <dgm:cxn modelId="{4CD4AA23-0418-44A9-B4C4-AC92A82E3993}" type="presOf" srcId="{003E976B-3655-4EFD-83A6-E8A1545A6BA9}" destId="{E234C74C-1ADE-449A-91FB-4916269D0BAB}" srcOrd="1" destOrd="0" presId="urn:microsoft.com/office/officeart/2005/8/layout/orgChart1"/>
    <dgm:cxn modelId="{EE696C24-3075-4F68-8A74-0F52F2DEA658}" type="presOf" srcId="{3F464C52-3FC9-467F-9549-28B28294E955}" destId="{2D2CCAF6-E804-4E04-945E-D50504E36589}" srcOrd="1" destOrd="0" presId="urn:microsoft.com/office/officeart/2005/8/layout/orgChart1"/>
    <dgm:cxn modelId="{DCAF8824-6EC6-459F-8F83-D4B7AE26B17C}" srcId="{14DF952B-9147-4B14-A028-28D39704FB3E}" destId="{FCF56C29-E9A2-4F3E-867C-63AEEE15B07A}" srcOrd="4" destOrd="0" parTransId="{F115913E-C118-4181-96A0-7657B4285C39}" sibTransId="{18D93FE5-BC8A-4FE8-9DDB-922ADD193784}"/>
    <dgm:cxn modelId="{8A3AA424-8A75-4B50-9727-52AA46FF5336}" type="presOf" srcId="{61D2D15F-568B-454D-BD59-F2BE4D3F4E74}" destId="{AB17D33A-B6E7-4B74-B1F2-AA22235050A2}" srcOrd="0" destOrd="0" presId="urn:microsoft.com/office/officeart/2005/8/layout/orgChart1"/>
    <dgm:cxn modelId="{B16CD324-6EAA-4AF5-A22E-119C14042864}" type="presOf" srcId="{F6C608CC-B662-420B-9400-4F76D522B419}" destId="{CF1B6FE1-6501-4B4B-8431-B35F1C83B394}" srcOrd="1" destOrd="0" presId="urn:microsoft.com/office/officeart/2005/8/layout/orgChart1"/>
    <dgm:cxn modelId="{C78B4F25-BCE9-476D-8613-154121AB57E0}" type="presOf" srcId="{8C7B505F-E2CC-4733-9FFB-ECDBBAA53B6C}" destId="{7D6625DA-11D7-4C9D-A77B-A361EBBF5337}" srcOrd="0" destOrd="0" presId="urn:microsoft.com/office/officeart/2005/8/layout/orgChart1"/>
    <dgm:cxn modelId="{AC5BA625-E755-4919-947D-DA9E4FDE9869}" type="presOf" srcId="{2C7D501B-18CD-4CE2-B925-EA9CFD3B3BCE}" destId="{154EA232-D2BD-4B4F-A339-EF78D4AFD1BB}" srcOrd="0" destOrd="0" presId="urn:microsoft.com/office/officeart/2005/8/layout/orgChart1"/>
    <dgm:cxn modelId="{A53D8826-D94F-4C4F-8FD3-0F9940C74790}" type="presOf" srcId="{EE1EC0D0-AEBB-4FF9-A2EB-EC4CE5DDE566}" destId="{D096C7D7-F2D9-4A9D-B2BA-B3D6EAC8ED2D}" srcOrd="0" destOrd="0" presId="urn:microsoft.com/office/officeart/2005/8/layout/orgChart1"/>
    <dgm:cxn modelId="{6B616527-42BA-4B45-A3AB-DEE508950409}" type="presOf" srcId="{E361FDF5-296B-48F6-8793-7168CDC31568}" destId="{773D4E9B-C176-4D6D-8A78-2DE11AAA3FE1}" srcOrd="0" destOrd="0" presId="urn:microsoft.com/office/officeart/2005/8/layout/orgChart1"/>
    <dgm:cxn modelId="{D19F4627-8627-4AC7-8005-7C6C333F40FA}" type="presOf" srcId="{ADC78744-08C3-4086-AC14-CBDA7848BAF9}" destId="{9DC539E1-427A-4D62-A0FA-28D4B23705E5}" srcOrd="1" destOrd="0" presId="urn:microsoft.com/office/officeart/2005/8/layout/orgChart1"/>
    <dgm:cxn modelId="{C15E0A28-8070-414C-A5D6-4BC8B0FEAA00}" srcId="{14DF952B-9147-4B14-A028-28D39704FB3E}" destId="{CA74836D-C1D8-4C0A-8E8E-158E2FB2DB00}" srcOrd="2" destOrd="0" parTransId="{C5BC071B-3526-46C2-B08C-292A48C22AF7}" sibTransId="{D06A86A6-62C5-4837-A722-BF081069D18C}"/>
    <dgm:cxn modelId="{76E60B28-51E5-4716-B7A5-9F671877350A}" srcId="{14DF952B-9147-4B14-A028-28D39704FB3E}" destId="{DC05F9A5-BA52-4187-9E44-E0B36B1E6188}" srcOrd="3" destOrd="0" parTransId="{69B7E285-ECCC-4FF1-9CE4-2720386EEDE1}" sibTransId="{089B578A-4BF4-47C0-9CEB-7222E949967F}"/>
    <dgm:cxn modelId="{94DD3828-556F-4DE6-BDFC-EDB23C6457CD}" type="presOf" srcId="{D6EE0E96-19C5-4540-9C49-B9F6643D6730}" destId="{2D591CE2-F5F2-415F-B009-AB2FF594B329}" srcOrd="1" destOrd="0" presId="urn:microsoft.com/office/officeart/2005/8/layout/orgChart1"/>
    <dgm:cxn modelId="{18A79528-7687-4EAA-993E-5E5A083949CC}" type="presOf" srcId="{9A589A85-9A19-4D5B-970F-E323C3CAC88F}" destId="{D2CC6CB8-F086-4E9A-AA62-576FE7D80F69}" srcOrd="0" destOrd="0" presId="urn:microsoft.com/office/officeart/2005/8/layout/orgChart1"/>
    <dgm:cxn modelId="{2CC4BB28-1065-44FA-BD48-5D72195789AC}" type="presOf" srcId="{B60BF02F-0A58-445B-8454-171B5F3DE523}" destId="{EC910A42-7E49-4240-B29B-D26AF7FF48DA}" srcOrd="1" destOrd="0" presId="urn:microsoft.com/office/officeart/2005/8/layout/orgChart1"/>
    <dgm:cxn modelId="{A3EFFD28-ACF1-49C0-92B6-7A86EB448CCB}" srcId="{6826D294-ED97-4621-863D-0B6459F5824A}" destId="{2E9CCB85-040E-4584-B1CA-97F39BEF60F7}" srcOrd="0" destOrd="0" parTransId="{6C500906-9150-4DE9-8947-5D3D02E49B39}" sibTransId="{CD53470D-0F51-44B3-857E-4268FED413B1}"/>
    <dgm:cxn modelId="{98FAA429-1B7E-4511-ABD1-4116AE292037}" type="presOf" srcId="{E832B144-913B-41F5-8A6A-675E38AF782E}" destId="{079608FD-0187-4A7A-9D72-6E465AF5B90D}" srcOrd="0" destOrd="0" presId="urn:microsoft.com/office/officeart/2005/8/layout/orgChart1"/>
    <dgm:cxn modelId="{967B852A-BC50-4DAF-8A6D-06771ECE168C}" type="presOf" srcId="{640F7308-1893-47A8-8569-B49E998EA3B5}" destId="{FEF4F69F-4FD4-4D49-B24C-F2A9B05218E4}" srcOrd="0" destOrd="0" presId="urn:microsoft.com/office/officeart/2005/8/layout/orgChart1"/>
    <dgm:cxn modelId="{14FDCC2A-C90A-466C-BFD7-364B8955C7D0}" srcId="{C197409B-43C9-4782-8DFA-D12BA3951A8F}" destId="{E54036C3-6746-4A22-8F0B-28C453A8A206}" srcOrd="3" destOrd="0" parTransId="{1645B3C4-1F89-42CD-BD78-B3B658BD90BD}" sibTransId="{9BD99D39-FC0C-4180-B0C5-A0D65DCAD261}"/>
    <dgm:cxn modelId="{3FD0342B-5E70-4990-BE5A-E3E4111DA8C9}" srcId="{3F464C52-3FC9-467F-9549-28B28294E955}" destId="{9D19086D-5DAB-4D3F-8A04-909BE97E28F7}" srcOrd="2" destOrd="0" parTransId="{5F2BFEC8-4CAA-4CEF-A9A3-A6546282E622}" sibTransId="{D519C470-CFAE-4246-B12F-5E8ECA75B2D0}"/>
    <dgm:cxn modelId="{E522642B-32FF-4509-B1D5-C474285F070C}" type="presOf" srcId="{FC802C5A-FC20-444D-934E-125FECA8F73C}" destId="{9072CE03-EC66-49D4-95C7-440B77FB085E}" srcOrd="0" destOrd="0" presId="urn:microsoft.com/office/officeart/2005/8/layout/orgChart1"/>
    <dgm:cxn modelId="{0A70772B-5A9B-4C2E-AB39-670770A3ED59}" type="presOf" srcId="{5293B434-01D9-46D8-9F37-261E0F4D5B6A}" destId="{D1134B2F-0E1F-4B62-978E-BEAB8DF1F320}" srcOrd="0" destOrd="0" presId="urn:microsoft.com/office/officeart/2005/8/layout/orgChart1"/>
    <dgm:cxn modelId="{1273CF2B-168D-4748-9648-59D66BDB2772}" type="presOf" srcId="{F57AC332-EF69-4CB2-A974-30135AA60E1E}" destId="{964C105D-52E2-4D8E-897E-9C26246B24B6}" srcOrd="0" destOrd="0" presId="urn:microsoft.com/office/officeart/2005/8/layout/orgChart1"/>
    <dgm:cxn modelId="{F35CE82B-E84F-4872-A764-90107AA78608}" type="presOf" srcId="{C161DF43-02EA-4F91-926C-313F0036E107}" destId="{ED0F161D-8A88-435C-B7F2-049E81F5CDA4}" srcOrd="0" destOrd="0" presId="urn:microsoft.com/office/officeart/2005/8/layout/orgChart1"/>
    <dgm:cxn modelId="{044DF32B-371A-4037-95C0-43BEFEEBD474}" type="presOf" srcId="{CA74836D-C1D8-4C0A-8E8E-158E2FB2DB00}" destId="{7CBB54AD-CAC1-467B-83B8-05186116BE23}" srcOrd="0" destOrd="0" presId="urn:microsoft.com/office/officeart/2005/8/layout/orgChart1"/>
    <dgm:cxn modelId="{7CD56A2D-A4AD-4FC3-B8F9-6AC69B08E0E6}" type="presOf" srcId="{9EF050FE-BAF0-4DB6-BA53-BC11018AAAF4}" destId="{5F04CFE4-E9C7-4777-BB4F-D501F13A93D2}" srcOrd="0" destOrd="0" presId="urn:microsoft.com/office/officeart/2005/8/layout/orgChart1"/>
    <dgm:cxn modelId="{E5C4B82D-D574-470D-AA63-21D9A9792CFA}" type="presOf" srcId="{DF366E50-739B-4595-8BB8-E44C043D9650}" destId="{6E32EC5F-BF3F-4072-B9DF-5E277B91D85B}" srcOrd="1" destOrd="0" presId="urn:microsoft.com/office/officeart/2005/8/layout/orgChart1"/>
    <dgm:cxn modelId="{AF5BCD2D-006B-4EA7-B6FD-0219E42A4536}" srcId="{5464B3B6-E609-48C7-AEC6-EE5A3B574683}" destId="{8903452A-8E28-48DF-A5BC-AB59DD78B275}" srcOrd="1" destOrd="0" parTransId="{1079B1D0-4682-4670-90C0-76FBE5B62D31}" sibTransId="{E9D76D54-E17E-4F98-A6C7-8CF231C3DC5F}"/>
    <dgm:cxn modelId="{5947682E-DE45-45C4-BB06-D549D946EEEE}" type="presOf" srcId="{DC05F9A5-BA52-4187-9E44-E0B36B1E6188}" destId="{1C82E22C-65CE-4494-9347-CDD0896A1E39}" srcOrd="0" destOrd="0" presId="urn:microsoft.com/office/officeart/2005/8/layout/orgChart1"/>
    <dgm:cxn modelId="{2B628E2E-346F-4DC7-822A-9B6841DD7025}" srcId="{201FC444-B1A2-4AA6-830D-6E060318B78F}" destId="{FC802C5A-FC20-444D-934E-125FECA8F73C}" srcOrd="1" destOrd="0" parTransId="{C161DF43-02EA-4F91-926C-313F0036E107}" sibTransId="{A5B1B338-B9AA-4436-B1B4-10DF30F864E5}"/>
    <dgm:cxn modelId="{E509B92E-A3A6-4FD2-87D2-3265CF45969D}" type="presOf" srcId="{6AD0F289-9B5F-4EE3-A156-62D554B5BEAA}" destId="{F6B0100B-01DA-4C1E-B6C2-7CAD9CA9138B}" srcOrd="0" destOrd="0" presId="urn:microsoft.com/office/officeart/2005/8/layout/orgChart1"/>
    <dgm:cxn modelId="{7E6FEC2E-4D77-4C12-9166-38B323C0BA71}" type="presOf" srcId="{BCB45ECD-7013-44FE-AE5A-CEF1B3603784}" destId="{0662B61F-AAD8-42EA-BB9F-CBB0991D6042}" srcOrd="1" destOrd="0" presId="urn:microsoft.com/office/officeart/2005/8/layout/orgChart1"/>
    <dgm:cxn modelId="{5741F72E-9FA4-4FC6-8FC7-325ED9B3D638}" type="presOf" srcId="{B2C39A58-F5A4-4D1B-B61F-F8FCBB009003}" destId="{30A45D71-1354-49B5-8FF6-DFBF02A2B625}" srcOrd="1" destOrd="0" presId="urn:microsoft.com/office/officeart/2005/8/layout/orgChart1"/>
    <dgm:cxn modelId="{81001A30-6B0D-41E3-BE85-14C2F41CA2C6}" type="presOf" srcId="{B5EAFD24-138C-4289-9CEC-2FF28D17F13E}" destId="{7855F607-F649-4A1C-8242-CFD0F5997E1C}" srcOrd="0" destOrd="0" presId="urn:microsoft.com/office/officeart/2005/8/layout/orgChart1"/>
    <dgm:cxn modelId="{12638030-317E-4B74-B601-E7C22237EA0E}" type="presOf" srcId="{2B6D4E26-B392-4BFD-885F-A08A7D0AA3EB}" destId="{53317CB7-E4EB-48C9-8876-3045CD5C06AB}" srcOrd="0" destOrd="0" presId="urn:microsoft.com/office/officeart/2005/8/layout/orgChart1"/>
    <dgm:cxn modelId="{E2F78D30-5AF2-4220-9FDC-1E3B6E2CD7AF}" type="presOf" srcId="{07F4F9CD-A8F2-404C-BB1C-A6CB18AEE87D}" destId="{A903D021-09FD-4554-9FA7-2027C9E17D44}" srcOrd="0" destOrd="0" presId="urn:microsoft.com/office/officeart/2005/8/layout/orgChart1"/>
    <dgm:cxn modelId="{32641B31-647C-4B56-A959-F9E68F576902}" type="presOf" srcId="{ABF22A80-BD80-4E90-ADC7-EAEDE1524FC3}" destId="{9DF2CA55-4CF9-44A3-8D78-DFAC84F27949}" srcOrd="1" destOrd="0" presId="urn:microsoft.com/office/officeart/2005/8/layout/orgChart1"/>
    <dgm:cxn modelId="{1C5D1F31-E1DA-41C4-9151-9448AB684870}" type="presOf" srcId="{A580CCD9-DE1B-42F1-B2FA-292DA6F437E0}" destId="{8F538A53-E639-4E3D-855C-0973913842EC}" srcOrd="1" destOrd="0" presId="urn:microsoft.com/office/officeart/2005/8/layout/orgChart1"/>
    <dgm:cxn modelId="{83EE3431-6771-42C8-9765-034E210217BD}" type="presOf" srcId="{0B02AEEF-7834-448E-AFD2-EEE9D906851A}" destId="{6DAE1197-6E3A-4E3C-AB92-88EE0A3B6360}" srcOrd="1" destOrd="0" presId="urn:microsoft.com/office/officeart/2005/8/layout/orgChart1"/>
    <dgm:cxn modelId="{97113831-991E-41B0-9B36-6F06AF2C5375}" type="presOf" srcId="{1F2DDBEF-03E0-4122-B202-2C9D0B858BCA}" destId="{5C9237C4-9282-42C0-9FF9-F2A320D0F082}" srcOrd="0" destOrd="0" presId="urn:microsoft.com/office/officeart/2005/8/layout/orgChart1"/>
    <dgm:cxn modelId="{8FF46331-F869-4255-8B4B-D366D4D95F4E}" type="presOf" srcId="{69B7E285-ECCC-4FF1-9CE4-2720386EEDE1}" destId="{6B9CB102-5930-4193-9271-2F4002F73FD0}" srcOrd="0" destOrd="0" presId="urn:microsoft.com/office/officeart/2005/8/layout/orgChart1"/>
    <dgm:cxn modelId="{48685731-8E1C-4146-AC58-55EF4E986C17}" type="presOf" srcId="{90B38AC3-B8C1-49CC-9D03-E92A35A801C1}" destId="{3C069D16-5F26-4666-927B-E8E99D25D0C4}" srcOrd="0" destOrd="0" presId="urn:microsoft.com/office/officeart/2005/8/layout/orgChart1"/>
    <dgm:cxn modelId="{66E37F31-4B18-436B-9204-AB836386E1E3}" srcId="{DA14AD23-FFB5-44A7-A338-6365E1708E55}" destId="{ADC78744-08C3-4086-AC14-CBDA7848BAF9}" srcOrd="0" destOrd="0" parTransId="{5F09B871-2018-4912-AA61-C10E3A3BFFC6}" sibTransId="{4A1F4BE0-C419-435A-B865-B3CDBF726E7C}"/>
    <dgm:cxn modelId="{94029431-BC7D-4BE9-9316-D4BCB0C9B911}" type="presOf" srcId="{0EAF9E6D-CB95-4F03-9C13-17BF8EA2178B}" destId="{EAFE3BBC-7FAA-417D-9E49-0B835333EB80}" srcOrd="0" destOrd="0" presId="urn:microsoft.com/office/officeart/2005/8/layout/orgChart1"/>
    <dgm:cxn modelId="{C0BDC231-29CB-449B-AC01-9D8C24DC6183}" type="presOf" srcId="{163E3B8E-4A6C-4F30-991C-614185AE49E3}" destId="{04397AF6-6FB1-4374-AE02-AE45E8470FFB}" srcOrd="0" destOrd="0" presId="urn:microsoft.com/office/officeart/2005/8/layout/orgChart1"/>
    <dgm:cxn modelId="{880A5032-3D75-40C4-A9F7-40BD5E63DAAA}" type="presOf" srcId="{675E7EAC-8F7D-4C30-8B6E-FB7788B09D56}" destId="{96EE91D0-859D-4A09-B87D-4A423FD439D5}" srcOrd="0" destOrd="0" presId="urn:microsoft.com/office/officeart/2005/8/layout/orgChart1"/>
    <dgm:cxn modelId="{1EB17832-0A0E-406A-B764-5D6154D618FB}" type="presOf" srcId="{C53367DB-7F9C-46F3-8ADD-A3195CCE0AD6}" destId="{5F678C12-7EEC-460D-AC68-8CCFACF06733}" srcOrd="0" destOrd="0" presId="urn:microsoft.com/office/officeart/2005/8/layout/orgChart1"/>
    <dgm:cxn modelId="{C6EC6A33-7445-4DCF-92AF-D2DF10ABB488}" type="presOf" srcId="{44AB1A96-E378-468C-8616-BE50F3702054}" destId="{12841455-F342-4E67-9C62-03474A61FEA4}" srcOrd="0" destOrd="0" presId="urn:microsoft.com/office/officeart/2005/8/layout/orgChart1"/>
    <dgm:cxn modelId="{4F319833-A9DC-45D2-BFD6-6C8A0D4CD59F}" type="presOf" srcId="{17000CD3-0089-4CE3-88B6-B470B2EB1CA7}" destId="{A22CB990-007E-4BB4-AEA1-8662FB4F8738}" srcOrd="0" destOrd="0" presId="urn:microsoft.com/office/officeart/2005/8/layout/orgChart1"/>
    <dgm:cxn modelId="{F6384334-22CC-4B9B-A18F-29752EBE1487}" type="presOf" srcId="{D509322B-5E1B-4070-8A05-23027B41DC0A}" destId="{67857AA2-E066-40FE-9020-E47B8BB26EA9}" srcOrd="0" destOrd="0" presId="urn:microsoft.com/office/officeart/2005/8/layout/orgChart1"/>
    <dgm:cxn modelId="{3222CE34-E71B-4EFA-8C95-6F5C69F6895B}" srcId="{E54036C3-6746-4A22-8F0B-28C453A8A206}" destId="{B9DC4626-7B1C-4D07-9034-CD3D9D823568}" srcOrd="4" destOrd="0" parTransId="{9DF9E3C2-ECC8-4548-81CA-7BF926A211CF}" sibTransId="{7944C7EF-3560-4CD5-BC7D-5A782B27623B}"/>
    <dgm:cxn modelId="{52360E35-3B6B-43D0-A7ED-F3C25D4AB7EB}" type="presOf" srcId="{C66AC65B-05CA-4537-B09D-03836ADDD72D}" destId="{295D0E87-4F7F-4605-9D36-DEFD932B00A3}" srcOrd="0" destOrd="0" presId="urn:microsoft.com/office/officeart/2005/8/layout/orgChart1"/>
    <dgm:cxn modelId="{E33E9C36-A507-44BE-A148-13B1AD86CA50}" srcId="{74A0BC27-591C-41A6-86ED-F8B31B4FAD96}" destId="{5464B3B6-E609-48C7-AEC6-EE5A3B574683}" srcOrd="0" destOrd="0" parTransId="{6C303D3C-8F4C-460A-830E-8E79DD3536C2}" sibTransId="{44BE25F9-3C95-4464-8BF8-BA29ACC1BAC7}"/>
    <dgm:cxn modelId="{2E993337-C141-4885-9787-A58519AD04C1}" type="presOf" srcId="{32A7520F-7AA9-4650-BE5F-6ECB178B4B0E}" destId="{50D5E12E-1BC5-4485-A337-C37EA73B412D}" srcOrd="0" destOrd="0" presId="urn:microsoft.com/office/officeart/2005/8/layout/orgChart1"/>
    <dgm:cxn modelId="{12589137-DF2D-4EF5-93BC-84BC11EBB1FD}" srcId="{FC802C5A-FC20-444D-934E-125FECA8F73C}" destId="{D1407F65-0DCD-41ED-8768-0A445F5A1E1C}" srcOrd="3" destOrd="0" parTransId="{2CDC2D93-E8A5-499C-9427-65C6A998FA91}" sibTransId="{6ABF32EB-3350-46AF-92A8-E1BA2837DE00}"/>
    <dgm:cxn modelId="{2FD46438-931D-42E2-88E9-DB4AFAD27F4E}" type="presOf" srcId="{40E682B0-7E4B-4FC3-A0C6-34FB98F4E010}" destId="{F9D400AE-7570-42A4-A5E5-5CE5C70BC454}" srcOrd="0" destOrd="0" presId="urn:microsoft.com/office/officeart/2005/8/layout/orgChart1"/>
    <dgm:cxn modelId="{69348538-9673-4397-A171-99AF10728F11}" type="presOf" srcId="{0E931518-3234-4BB2-BAEF-30FFC5721C07}" destId="{988013AD-40D7-4016-A048-D71A6100082E}" srcOrd="1" destOrd="0" presId="urn:microsoft.com/office/officeart/2005/8/layout/orgChart1"/>
    <dgm:cxn modelId="{505C8B38-D015-41C2-9014-801B8E37CE74}" type="presOf" srcId="{B9DC4626-7B1C-4D07-9034-CD3D9D823568}" destId="{00B7D04D-F73F-462A-A5F6-58D6D33830AC}" srcOrd="1" destOrd="0" presId="urn:microsoft.com/office/officeart/2005/8/layout/orgChart1"/>
    <dgm:cxn modelId="{08C6C338-20FA-434F-B85F-58BCC4F6BECD}" type="presOf" srcId="{39068D33-41F9-4778-B830-A4054EA22198}" destId="{48A8F18B-A4E1-40AB-85D0-7805E12C541B}" srcOrd="0" destOrd="0" presId="urn:microsoft.com/office/officeart/2005/8/layout/orgChart1"/>
    <dgm:cxn modelId="{ADB7D638-08DE-487B-B122-06CE5383A11D}" srcId="{D36D15DD-AF39-41FC-AF73-0A2E602E4F02}" destId="{7724A5CC-82A1-4483-9FDE-9BC5168D2AEE}" srcOrd="1" destOrd="0" parTransId="{07F4F9CD-A8F2-404C-BB1C-A6CB18AEE87D}" sibTransId="{67482F39-FD6B-4E13-B825-6628D2B17073}"/>
    <dgm:cxn modelId="{3B442039-E7E8-494B-962D-7B4E5D647CF4}" type="presOf" srcId="{D284B5CC-64A4-4DD7-BCA3-A49F05CED183}" destId="{A2F785D1-79FE-455B-89F6-DC99E6586E6F}" srcOrd="0" destOrd="0" presId="urn:microsoft.com/office/officeart/2005/8/layout/orgChart1"/>
    <dgm:cxn modelId="{7D113439-AEEC-4E22-851B-40C5B02ADAC2}" type="presOf" srcId="{42D08D26-FC9B-4F2F-8838-4459875EEEEC}" destId="{DFAC34C5-C045-4EE4-A382-C26D8275F85C}" srcOrd="0" destOrd="0" presId="urn:microsoft.com/office/officeart/2005/8/layout/orgChart1"/>
    <dgm:cxn modelId="{F6CFF839-8BFF-449C-BC12-8BA254473C1B}" type="presOf" srcId="{5E8C609C-B47F-4081-829B-FBD69E2A6917}" destId="{4E0C723E-1807-45B4-8AE1-C4AB0BC6B731}" srcOrd="0" destOrd="0" presId="urn:microsoft.com/office/officeart/2005/8/layout/orgChart1"/>
    <dgm:cxn modelId="{19FD3A3A-8A36-4767-A074-357CBCAE98A9}" srcId="{03AEE97B-811E-47A2-90F0-6F452FD6F291}" destId="{B60BF02F-0A58-445B-8454-171B5F3DE523}" srcOrd="1" destOrd="0" parTransId="{649A2A2E-5F19-4A7A-A39D-DB861AFDFAA9}" sibTransId="{E13F72A8-CC20-4642-BC79-A96BB7F27A95}"/>
    <dgm:cxn modelId="{7705533A-28C1-4D9F-8727-93A96BFC95B9}" type="presOf" srcId="{DA14AD23-FFB5-44A7-A338-6365E1708E55}" destId="{ADCD3E79-6B66-4723-B554-5E9CFCB3C5E6}" srcOrd="0" destOrd="0" presId="urn:microsoft.com/office/officeart/2005/8/layout/orgChart1"/>
    <dgm:cxn modelId="{0B7D7B3A-7667-40A3-BCAF-EE2D290A62BA}" srcId="{593E3876-C498-4010-AC8B-8F65EF1AA557}" destId="{6B2D8762-78E7-486E-9CBB-28890933D194}" srcOrd="1" destOrd="0" parTransId="{A717CBC9-02FC-4843-8929-8BE46B1C3824}" sibTransId="{683334B3-1648-4B1B-B537-68D6F96E2308}"/>
    <dgm:cxn modelId="{029C813B-8ED3-42C7-89CA-72B06C0DF45A}" type="presOf" srcId="{0C55F8A7-884A-428D-8573-93E0A81F805F}" destId="{E3F29230-2913-42E4-A7AE-0A5E724975C9}" srcOrd="1" destOrd="0" presId="urn:microsoft.com/office/officeart/2005/8/layout/orgChart1"/>
    <dgm:cxn modelId="{2793C83B-10EE-447B-AB59-2041068F3A6E}" type="presOf" srcId="{EA2829BF-CD56-4CEB-8548-09B19467330B}" destId="{6584A279-E1A4-4419-BC97-299458F7AABA}" srcOrd="0" destOrd="0" presId="urn:microsoft.com/office/officeart/2005/8/layout/orgChart1"/>
    <dgm:cxn modelId="{98A4FA3B-BCCB-48AB-98B1-350025B2112B}" type="presOf" srcId="{53866418-755E-4171-A25C-564EB37C7CDE}" destId="{DF9EF5A6-826E-4830-9E7A-7F8040331FEE}" srcOrd="0" destOrd="0" presId="urn:microsoft.com/office/officeart/2005/8/layout/orgChart1"/>
    <dgm:cxn modelId="{755A193C-26DC-4940-BE88-439A86E5239B}" type="presOf" srcId="{B5EAFD24-138C-4289-9CEC-2FF28D17F13E}" destId="{6AFC621E-F1AB-4C61-9E8C-F285ADE6FC8B}" srcOrd="1" destOrd="0" presId="urn:microsoft.com/office/officeart/2005/8/layout/orgChart1"/>
    <dgm:cxn modelId="{25DE3D3C-8164-4357-B154-35B8984BC785}" type="presOf" srcId="{DD8B383F-1BBB-4002-9659-D8B615A58BAD}" destId="{FD7C0A29-A453-4610-90EA-E32EE470B531}" srcOrd="0" destOrd="0" presId="urn:microsoft.com/office/officeart/2005/8/layout/orgChart1"/>
    <dgm:cxn modelId="{53E3443C-2068-44C2-89BD-22EF8F08B4A2}" type="presOf" srcId="{E163B82B-3DB4-4D06-A264-51C2A1F76629}" destId="{9E1276CA-FBED-438C-A873-A5E12D74A1B6}" srcOrd="1" destOrd="0" presId="urn:microsoft.com/office/officeart/2005/8/layout/orgChart1"/>
    <dgm:cxn modelId="{A3395A3C-B544-4C12-9A3A-5AA5A6F5B2BB}" type="presOf" srcId="{1645B3C4-1F89-42CD-BD78-B3B658BD90BD}" destId="{5785685B-84F1-4724-8AC6-2B6C19F2F560}" srcOrd="0" destOrd="0" presId="urn:microsoft.com/office/officeart/2005/8/layout/orgChart1"/>
    <dgm:cxn modelId="{B751D93C-AABF-457D-A34F-706A58682810}" srcId="{F4FFF6E8-EA38-45C9-9BCB-AE67674FF0C2}" destId="{48E9DDCF-4DDF-410F-B171-7EF0FA95F0C0}" srcOrd="0" destOrd="0" parTransId="{961B50C5-53E8-43FE-B55A-3F97002990B9}" sibTransId="{022F4797-77AA-4585-8AAE-E8DF908AA3D7}"/>
    <dgm:cxn modelId="{55311B3D-202F-4053-A975-3D7302F116B2}" type="presOf" srcId="{CA8C9DA8-B5AC-4D81-AC06-773BA8792F0F}" destId="{C4D23A9D-353A-431E-9ECE-F74286F84C7A}" srcOrd="0" destOrd="0" presId="urn:microsoft.com/office/officeart/2005/8/layout/orgChart1"/>
    <dgm:cxn modelId="{748B2E3D-5E3C-473D-A4AF-8584BC2B5865}" type="presOf" srcId="{D9331853-0B01-4DC3-9000-11ED9DE37D1D}" destId="{C83D10FB-9E8F-4EF2-8CD7-00CD9F052588}" srcOrd="0" destOrd="0" presId="urn:microsoft.com/office/officeart/2005/8/layout/orgChart1"/>
    <dgm:cxn modelId="{79CFF13D-3D03-4FEF-A638-A40AAEF0EB2A}" type="presOf" srcId="{0B2BB143-0F07-448B-83FC-279D804EE85C}" destId="{24572763-CF30-489F-BAFC-0D93293BC09E}" srcOrd="1" destOrd="0" presId="urn:microsoft.com/office/officeart/2005/8/layout/orgChart1"/>
    <dgm:cxn modelId="{63A5253E-8D90-4C3D-916E-200FC094BD86}" type="presOf" srcId="{DBA2CDB5-4E12-45A9-9222-E984B29D8CFC}" destId="{C75A0531-1D33-4342-8E59-E8FEBA7C75C7}" srcOrd="1" destOrd="0" presId="urn:microsoft.com/office/officeart/2005/8/layout/orgChart1"/>
    <dgm:cxn modelId="{02927A3E-87E5-4176-A189-840306A264EC}" type="presOf" srcId="{48E9DDCF-4DDF-410F-B171-7EF0FA95F0C0}" destId="{21877002-CFD3-4E39-A3A2-57606261ACD0}" srcOrd="1" destOrd="0" presId="urn:microsoft.com/office/officeart/2005/8/layout/orgChart1"/>
    <dgm:cxn modelId="{DC4B873E-C740-453E-B7A6-F6F478F823F2}" type="presOf" srcId="{4718AB96-EAB9-4BE3-9A85-EB96876066FE}" destId="{6897B74B-81D9-411E-B579-D8DDB6E93804}" srcOrd="0" destOrd="0" presId="urn:microsoft.com/office/officeart/2005/8/layout/orgChart1"/>
    <dgm:cxn modelId="{23838E3E-2C8A-48DD-8880-6FD32C7379EA}" srcId="{9857A4DD-3DF8-48BA-9117-1C73048BE1B1}" destId="{3A6F79B3-426D-48DA-BB40-427AA2B672DF}" srcOrd="1" destOrd="0" parTransId="{85CC7A88-0605-4ADD-8335-493FA1EDEE7E}" sibTransId="{A8519DF2-C247-4311-B084-AD83038685AA}"/>
    <dgm:cxn modelId="{06D7D03E-8451-42F4-94B9-01C6F3FD0721}" type="presOf" srcId="{49EC09F7-2817-46F3-906C-59E538E661D3}" destId="{132AB459-EBC1-4CFA-B4BD-D2649EEF0C18}" srcOrd="0" destOrd="0" presId="urn:microsoft.com/office/officeart/2005/8/layout/orgChart1"/>
    <dgm:cxn modelId="{4C8D383F-86E6-4173-89CB-B59B0610DD05}" type="presOf" srcId="{C566924B-A791-425F-9A18-9A15EBE836DB}" destId="{6895F13C-DA73-4007-A6E1-265385CA352E}" srcOrd="0" destOrd="0" presId="urn:microsoft.com/office/officeart/2005/8/layout/orgChart1"/>
    <dgm:cxn modelId="{8421803F-2C3E-4219-B8C4-FD4C6A14ED66}" type="presOf" srcId="{5A5672D4-F629-43DD-86BC-A742303A59B5}" destId="{AE1262A7-5B7A-4A14-AFD0-D76FF76A34DE}" srcOrd="0" destOrd="0" presId="urn:microsoft.com/office/officeart/2005/8/layout/orgChart1"/>
    <dgm:cxn modelId="{32457440-D702-4276-B09C-A4B5F4655099}" type="presOf" srcId="{40E682B0-7E4B-4FC3-A0C6-34FB98F4E010}" destId="{F8016BEC-1730-4223-BE16-E49F0E3298CA}" srcOrd="1" destOrd="0" presId="urn:microsoft.com/office/officeart/2005/8/layout/orgChart1"/>
    <dgm:cxn modelId="{7A0B9140-7D69-4858-B9DA-9BCAC45D9845}" type="presOf" srcId="{C197409B-43C9-4782-8DFA-D12BA3951A8F}" destId="{0E5A3D9D-6F23-453A-AAB1-79DF1AA0D3E5}" srcOrd="0" destOrd="0" presId="urn:microsoft.com/office/officeart/2005/8/layout/orgChart1"/>
    <dgm:cxn modelId="{72BB625C-362D-41CA-A943-F86F97DA8B74}" type="presOf" srcId="{C1B661CE-948D-41FE-88C8-3C4A8FB598DF}" destId="{44689443-C338-4959-A965-ABA370C319AF}" srcOrd="0" destOrd="0" presId="urn:microsoft.com/office/officeart/2005/8/layout/orgChart1"/>
    <dgm:cxn modelId="{CDBFAF5C-11E3-43BB-87D5-10D9F6DD58C9}" type="presOf" srcId="{1079B1D0-4682-4670-90C0-76FBE5B62D31}" destId="{50EBCB57-AF17-4745-ABF0-731C71CD95AB}" srcOrd="0" destOrd="0" presId="urn:microsoft.com/office/officeart/2005/8/layout/orgChart1"/>
    <dgm:cxn modelId="{DEA7295D-B92E-4399-BC6B-A4E193A86A23}" srcId="{DBA2CDB5-4E12-45A9-9222-E984B29D8CFC}" destId="{D61CCEE3-2F8C-4BC6-90C8-E0531C6D1CCA}" srcOrd="6" destOrd="0" parTransId="{9687EA9A-1C52-47D5-ABC2-451FDB47EDE3}" sibTransId="{1C3CB22F-680F-4CA8-973C-DD92B786EAB5}"/>
    <dgm:cxn modelId="{64B5E15D-C489-48A2-8247-C2B6BE715B8B}" srcId="{6F1A4FA9-FADF-4AB0-8746-1A8DDE24530D}" destId="{D8352F3A-4A7B-445C-963A-BE3685F49093}" srcOrd="0" destOrd="0" parTransId="{1B0AA924-A55A-4F79-9AF6-6322C95DDFC9}" sibTransId="{53A31B48-4E80-49DB-95A7-7D065ACAF9C3}"/>
    <dgm:cxn modelId="{3C2E1C5E-4E82-4A2A-8B10-C380F2B7B0B5}" srcId="{40E682B0-7E4B-4FC3-A0C6-34FB98F4E010}" destId="{0B02AEEF-7834-448E-AFD2-EEE9D906851A}" srcOrd="0" destOrd="0" parTransId="{21F36B7A-77BE-4D75-BEDC-242B66CB657B}" sibTransId="{D5B9BF51-272C-477A-AB5E-BDF7EBECD337}"/>
    <dgm:cxn modelId="{9678555E-7EFD-43F5-8E86-24BBC59A204E}" type="presOf" srcId="{D3C2E6A7-F692-410B-814D-16E79FCCE737}" destId="{2592F2DE-DADF-4C9A-A331-2878EEFE0787}" srcOrd="0" destOrd="0" presId="urn:microsoft.com/office/officeart/2005/8/layout/orgChart1"/>
    <dgm:cxn modelId="{8555B95F-1D80-4B77-B87C-92E0D077EE14}" srcId="{41A86E90-4C49-409E-B804-CD67942CA75D}" destId="{EBD8699D-5781-4C55-84BC-E50B5ECAF6B5}" srcOrd="0" destOrd="0" parTransId="{DD8B383F-1BBB-4002-9659-D8B615A58BAD}" sibTransId="{E6407007-4500-4B0A-873E-FDB4CE7BF9C6}"/>
    <dgm:cxn modelId="{2138CB5F-7A97-443C-A903-AC8DEB8978E0}" type="presOf" srcId="{C1DE4959-B4C7-46D8-BE51-ED4B0051825E}" destId="{D07446DE-6A3D-4B26-9373-B0834C891E8E}" srcOrd="0" destOrd="0" presId="urn:microsoft.com/office/officeart/2005/8/layout/orgChart1"/>
    <dgm:cxn modelId="{316CE55F-2D18-4AE0-B433-3D5E05F2462B}" srcId="{14DF952B-9147-4B14-A028-28D39704FB3E}" destId="{34C43C20-F594-4DF2-8028-603F3E04E034}" srcOrd="5" destOrd="0" parTransId="{F5AFAB05-9158-4270-B602-0EF5F22603BA}" sibTransId="{6C25DBA4-6167-4794-A59B-D44CE1F641DA}"/>
    <dgm:cxn modelId="{E414FA5F-9D85-4574-9D0B-D76560F5361A}" type="presOf" srcId="{72550525-E394-4860-A413-8FB4CA27CD2A}" destId="{358543DB-164E-4429-B5CE-B197D6F7C1EC}" srcOrd="0" destOrd="0" presId="urn:microsoft.com/office/officeart/2005/8/layout/orgChart1"/>
    <dgm:cxn modelId="{D9B91760-8190-47BE-97BA-6C0F5A88766D}" srcId="{14DF952B-9147-4B14-A028-28D39704FB3E}" destId="{A4654994-11E8-41D7-B158-DF727A1A2C42}" srcOrd="1" destOrd="0" parTransId="{F4B9BB68-4D3B-474E-8526-ED36658B2F78}" sibTransId="{A5F7B811-9997-47CF-97B8-A03B2FCCD780}"/>
    <dgm:cxn modelId="{8A42D660-BE4D-4E4E-A23A-B6B2503E3252}" type="presOf" srcId="{8849E7A5-4B44-469D-BF74-15B81BD70382}" destId="{DEA50672-DA70-4B5D-8A96-1326B622B8F5}" srcOrd="0" destOrd="0" presId="urn:microsoft.com/office/officeart/2005/8/layout/orgChart1"/>
    <dgm:cxn modelId="{DE902F61-3B00-421C-9386-100FA1C1E185}" type="presOf" srcId="{6C303D3C-8F4C-460A-830E-8E79DD3536C2}" destId="{E03B55BC-2857-4AE3-8FE7-0BB2C0CE575A}" srcOrd="0" destOrd="0" presId="urn:microsoft.com/office/officeart/2005/8/layout/orgChart1"/>
    <dgm:cxn modelId="{E2774241-851C-404B-866A-7AA96FD99566}" srcId="{9857A4DD-3DF8-48BA-9117-1C73048BE1B1}" destId="{C66AC65B-05CA-4537-B09D-03836ADDD72D}" srcOrd="0" destOrd="0" parTransId="{32240462-2BF6-4823-A699-0475F1C98F77}" sibTransId="{7732E84D-27F4-401D-8D45-149E2C0E747F}"/>
    <dgm:cxn modelId="{6E5B4C41-32C0-4C4A-9C3C-FCE801D1EED7}" type="presOf" srcId="{C53367DB-7F9C-46F3-8ADD-A3195CCE0AD6}" destId="{EE8464B4-2A4C-40D2-8616-3CB37DC3E60B}" srcOrd="1" destOrd="0" presId="urn:microsoft.com/office/officeart/2005/8/layout/orgChart1"/>
    <dgm:cxn modelId="{46117A41-AD29-4AAE-A56B-E6AEFA7113B7}" type="presOf" srcId="{DA9CF7E5-6EEF-4585-92DA-AB6DADDBEA51}" destId="{F45412BF-1AEC-4462-AA9C-76048F8044FE}" srcOrd="0" destOrd="0" presId="urn:microsoft.com/office/officeart/2005/8/layout/orgChart1"/>
    <dgm:cxn modelId="{01F9FE41-756E-447F-8D22-CF0139E9BBDD}" type="presOf" srcId="{11C7898F-0FED-4AEC-B702-280D40F9143D}" destId="{8BC0EC6D-2875-4E02-93B0-69C896DF3B3E}" srcOrd="1" destOrd="0" presId="urn:microsoft.com/office/officeart/2005/8/layout/orgChart1"/>
    <dgm:cxn modelId="{BCA02662-7B33-4C79-86C1-F3CD8BB3F4B6}" type="presOf" srcId="{0B98FF25-5DE8-4429-A124-1FD9436AA7D3}" destId="{A2DD7320-D888-4476-AA73-4D94A01D65C3}" srcOrd="0" destOrd="0" presId="urn:microsoft.com/office/officeart/2005/8/layout/orgChart1"/>
    <dgm:cxn modelId="{08FB3162-9CE3-4D67-9AB1-610A5314468A}" type="presOf" srcId="{85FABC28-B385-4B6B-B4AE-2A103F2795CA}" destId="{70A89772-CF84-474B-8C9A-693C1F19C64B}" srcOrd="0" destOrd="0" presId="urn:microsoft.com/office/officeart/2005/8/layout/orgChart1"/>
    <dgm:cxn modelId="{29135062-9438-493F-BE53-74B649265EEE}" type="presOf" srcId="{FB108984-5A1F-48B1-93FE-1F4A1A178C6A}" destId="{A6671755-99C3-4BEF-8CFF-21F311B2FD7F}" srcOrd="1" destOrd="0" presId="urn:microsoft.com/office/officeart/2005/8/layout/orgChart1"/>
    <dgm:cxn modelId="{F9289462-5530-4BBF-A37C-C152F25394E0}" type="presOf" srcId="{B664DC8E-20F2-4EED-B1D3-A06C250C7F09}" destId="{3A25F344-BD52-4793-86A0-6CF3744D5194}" srcOrd="0" destOrd="0" presId="urn:microsoft.com/office/officeart/2005/8/layout/orgChart1"/>
    <dgm:cxn modelId="{1E15CA42-E9B1-4208-BAA6-785CAC73AF76}" type="presOf" srcId="{6B2D8762-78E7-486E-9CBB-28890933D194}" destId="{BCAC2468-D8BB-4491-A057-36C5B12C5B66}" srcOrd="1" destOrd="0" presId="urn:microsoft.com/office/officeart/2005/8/layout/orgChart1"/>
    <dgm:cxn modelId="{E5B8D542-A3DD-4D44-BB3D-67F39A3B24C3}" type="presOf" srcId="{7F0FB6FA-86B1-4B95-B5D8-890758472E7F}" destId="{E64ECC56-9405-4819-A0BC-D2664A2566FE}" srcOrd="1" destOrd="0" presId="urn:microsoft.com/office/officeart/2005/8/layout/orgChart1"/>
    <dgm:cxn modelId="{6676D642-0900-4160-BA78-63B772FBEE55}" srcId="{9EF050FE-BAF0-4DB6-BA53-BC11018AAAF4}" destId="{8C7B505F-E2CC-4733-9FFB-ECDBBAA53B6C}" srcOrd="2" destOrd="0" parTransId="{EE8C92CA-9E57-493C-9E82-9547AC62EE2B}" sibTransId="{938DCF2C-F956-4F60-A40B-43F5810D8FE9}"/>
    <dgm:cxn modelId="{BF310A43-31C1-4A27-AF19-EB45946EA219}" type="presOf" srcId="{847A13EF-AB14-4C87-BCB9-1226E95E4A6D}" destId="{066D10EF-132E-4B48-ABD8-822A6E71FF74}" srcOrd="0" destOrd="0" presId="urn:microsoft.com/office/officeart/2005/8/layout/orgChart1"/>
    <dgm:cxn modelId="{65F06F63-05A5-45DE-A2B5-4D479A4AA473}" type="presOf" srcId="{4D3C3A07-E5DC-4638-8566-4CA4166CAF03}" destId="{46A7C254-99DF-4F44-97C4-61295D7C0D83}" srcOrd="0" destOrd="0" presId="urn:microsoft.com/office/officeart/2005/8/layout/orgChart1"/>
    <dgm:cxn modelId="{F04BA643-4023-47C6-9A1C-4F330C43BA60}" type="presOf" srcId="{54E8798E-AC1E-4F26-9709-AD0803B711B5}" destId="{A9653A9F-506D-4B1E-9C88-2D9346B053DE}" srcOrd="0" destOrd="0" presId="urn:microsoft.com/office/officeart/2005/8/layout/orgChart1"/>
    <dgm:cxn modelId="{D1C2A643-0A42-4C9D-891A-F0702414F690}" srcId="{14DF952B-9147-4B14-A028-28D39704FB3E}" destId="{A2E72B4C-2D38-4E71-9A38-22EE79A4F3A0}" srcOrd="0" destOrd="0" parTransId="{39068D33-41F9-4778-B830-A4054EA22198}" sibTransId="{2B50520D-1B40-47D9-B721-93753214F388}"/>
    <dgm:cxn modelId="{700AB043-4AB9-4031-AA6E-5F588E5BB8B5}" type="presOf" srcId="{0EAF9E6D-CB95-4F03-9C13-17BF8EA2178B}" destId="{F7FD3C38-184F-4F9C-A66F-B92099D3A6AC}" srcOrd="1" destOrd="0" presId="urn:microsoft.com/office/officeart/2005/8/layout/orgChart1"/>
    <dgm:cxn modelId="{B080B463-FD33-4D87-B4BE-52D002D5D903}" srcId="{74A0BC27-591C-41A6-86ED-F8B31B4FAD96}" destId="{3F464C52-3FC9-467F-9549-28B28294E955}" srcOrd="1" destOrd="0" parTransId="{2C7D501B-18CD-4CE2-B925-EA9CFD3B3BCE}" sibTransId="{6F7232D0-DA24-4D0F-9671-BBAA8A78D3A4}"/>
    <dgm:cxn modelId="{37A2D163-AD94-428A-B7B0-DB6EE146B323}" type="presOf" srcId="{2F5BA0D3-6108-493A-930D-F9A41B7D7895}" destId="{653E3183-5AFF-4577-A7EB-4F3553D4A212}" srcOrd="1" destOrd="0" presId="urn:microsoft.com/office/officeart/2005/8/layout/orgChart1"/>
    <dgm:cxn modelId="{765A2064-1577-4ACD-8CCA-62C41BA40962}" srcId="{14DF952B-9147-4B14-A028-28D39704FB3E}" destId="{BCB45ECD-7013-44FE-AE5A-CEF1B3603784}" srcOrd="6" destOrd="0" parTransId="{ECE80B39-33FB-4EA7-8920-EF448D260906}" sibTransId="{10227FCE-545F-4416-8879-1A64D06E16CE}"/>
    <dgm:cxn modelId="{81D63364-B419-41DE-98F6-E0D065E7D34F}" type="presOf" srcId="{BB9CEE6A-A6B9-4811-88D3-1F2A772C9F68}" destId="{0C0F9830-5806-47E9-9463-92AFE27DBA1E}" srcOrd="0" destOrd="0" presId="urn:microsoft.com/office/officeart/2005/8/layout/orgChart1"/>
    <dgm:cxn modelId="{35D76B44-D673-4746-9D84-FA02A098F713}" type="presOf" srcId="{ECE80B39-33FB-4EA7-8920-EF448D260906}" destId="{4CDF05FD-FAAB-420D-9011-DF5B50D852B4}" srcOrd="0" destOrd="0" presId="urn:microsoft.com/office/officeart/2005/8/layout/orgChart1"/>
    <dgm:cxn modelId="{316C6E64-243D-4DA2-915D-53C09A2D94D1}" type="presOf" srcId="{41A86E90-4C49-409E-B804-CD67942CA75D}" destId="{89D96FBA-C3E7-461F-B4BA-EA35710DABB4}" srcOrd="1" destOrd="0" presId="urn:microsoft.com/office/officeart/2005/8/layout/orgChart1"/>
    <dgm:cxn modelId="{4C127764-85A7-46FF-93EB-6AAB831212B7}" srcId="{593E3876-C498-4010-AC8B-8F65EF1AA557}" destId="{6826D294-ED97-4621-863D-0B6459F5824A}" srcOrd="3" destOrd="0" parTransId="{E9146787-17AF-4284-BB39-3971782866F3}" sibTransId="{42F8A78E-7F17-4AC7-BDAB-898C7AECE1B8}"/>
    <dgm:cxn modelId="{BDA79864-9B21-40BA-B00B-8706A1FFC8AC}" type="presOf" srcId="{731337FB-8E53-4E46-B81C-196055DB3BAA}" destId="{452A3E32-3777-415E-89FB-0883D3D74E44}" srcOrd="0" destOrd="0" presId="urn:microsoft.com/office/officeart/2005/8/layout/orgChart1"/>
    <dgm:cxn modelId="{BC89EE44-10B0-4FDE-9264-9DC83E497240}" srcId="{F62D1CC5-A046-45C6-802A-E18BAA5E5B26}" destId="{DF366E50-739B-4595-8BB8-E44C043D9650}" srcOrd="0" destOrd="0" parTransId="{AFCE44E3-566B-4CB2-B660-526A0CEF92B5}" sibTransId="{151F630E-3E33-4DDA-AC4E-510C0C94B4CA}"/>
    <dgm:cxn modelId="{BFE12845-19BE-4C74-B491-5D988D99B8A3}" srcId="{A7962A28-312D-4471-B495-6B55DA7A8230}" destId="{26D73198-335D-43EA-B1C7-55F5498F9B54}" srcOrd="1" destOrd="0" parTransId="{A05CB293-8EDD-476F-AD78-DB76F087E150}" sibTransId="{0C0D5F14-A188-4171-B6D3-DEC7E11C190A}"/>
    <dgm:cxn modelId="{223F2B65-C23E-4EB1-8BAD-7B692BF02082}" type="presOf" srcId="{C9C0203E-4A03-4D02-AB4C-70F8057C9F07}" destId="{1A56A355-70DD-44E5-AA25-CCBC635E1DDF}" srcOrd="0" destOrd="0" presId="urn:microsoft.com/office/officeart/2005/8/layout/orgChart1"/>
    <dgm:cxn modelId="{D3AF3F65-6868-48E8-B47C-5BE8720B8A0F}" type="presOf" srcId="{BE832460-E5E9-4F49-A204-839F0934280C}" destId="{831BBDEA-99C3-48EC-A436-9B4505ADA81F}" srcOrd="0" destOrd="0" presId="urn:microsoft.com/office/officeart/2005/8/layout/orgChart1"/>
    <dgm:cxn modelId="{DE9A8B45-B9FC-4C03-A908-E21DA78FD3E4}" type="presOf" srcId="{1FCB3352-899C-4663-BD67-E1B47B08BA13}" destId="{2CC819CC-D1FD-4B58-9397-16D913E75CDB}" srcOrd="0" destOrd="0" presId="urn:microsoft.com/office/officeart/2005/8/layout/orgChart1"/>
    <dgm:cxn modelId="{7B65FE45-D43A-4626-86B9-74D87E238C8A}" type="presOf" srcId="{B05506E0-9767-44E0-8015-E1EA554C7B5D}" destId="{4F6FF22E-DB99-4F19-97C3-D9A5B86F5E4F}" srcOrd="1" destOrd="0" presId="urn:microsoft.com/office/officeart/2005/8/layout/orgChart1"/>
    <dgm:cxn modelId="{4BA42D66-EB11-46B7-8160-354064D24E12}" type="presOf" srcId="{9857A4DD-3DF8-48BA-9117-1C73048BE1B1}" destId="{BDA3BEF5-0A22-419E-90ED-51F752BEFF65}" srcOrd="1" destOrd="0" presId="urn:microsoft.com/office/officeart/2005/8/layout/orgChart1"/>
    <dgm:cxn modelId="{8F2C3666-1CFE-4066-AC16-A7F77089A87A}" type="presOf" srcId="{C5F422ED-90D7-4BE2-9591-FD9FD4F9C446}" destId="{075287FD-68A7-4B20-B12D-045451A064EE}" srcOrd="1" destOrd="0" presId="urn:microsoft.com/office/officeart/2005/8/layout/orgChart1"/>
    <dgm:cxn modelId="{7DB76E46-CFB6-44A3-85B7-1625A8737EFF}" type="presOf" srcId="{1FEAA2E7-9647-48F8-9819-E1E4ECD9C1F6}" destId="{BD9FE219-06D1-43B7-AD77-7D7FE405BBE8}" srcOrd="0" destOrd="0" presId="urn:microsoft.com/office/officeart/2005/8/layout/orgChart1"/>
    <dgm:cxn modelId="{50637446-0537-4B6F-A4AC-279F7446F791}" type="presOf" srcId="{8C7B505F-E2CC-4733-9FFB-ECDBBAA53B6C}" destId="{3D89BCB6-4254-484B-A1F0-EE2102E5BA70}" srcOrd="1" destOrd="0" presId="urn:microsoft.com/office/officeart/2005/8/layout/orgChart1"/>
    <dgm:cxn modelId="{B0F1B046-9914-4FEF-97A6-EE0FDB6FB11E}" type="presOf" srcId="{FC802C5A-FC20-444D-934E-125FECA8F73C}" destId="{F2801C29-F7D7-4516-BDDA-B98B143EB68D}" srcOrd="1" destOrd="0" presId="urn:microsoft.com/office/officeart/2005/8/layout/orgChart1"/>
    <dgm:cxn modelId="{E9B90867-D68F-46A3-9EE4-87A9CA2B0614}" type="presOf" srcId="{B173F06B-FC5E-4823-9857-66FD5957587F}" destId="{D952E374-B74F-4C79-9619-B108847F2A92}" srcOrd="0" destOrd="0" presId="urn:microsoft.com/office/officeart/2005/8/layout/orgChart1"/>
    <dgm:cxn modelId="{ED022C67-5025-4B22-AC9D-2CEDF7970404}" type="presOf" srcId="{81A940C8-67F4-44DD-9438-153EE46E6069}" destId="{BE6537E0-2A40-40A8-A601-32E68F76EEA5}" srcOrd="0" destOrd="0" presId="urn:microsoft.com/office/officeart/2005/8/layout/orgChart1"/>
    <dgm:cxn modelId="{9C8CE967-C625-493F-9E02-C49A73B21490}" type="presOf" srcId="{0C55F8A7-884A-428D-8573-93E0A81F805F}" destId="{1B190409-440F-4ED9-807D-2CE99E3DE6C0}" srcOrd="0" destOrd="0" presId="urn:microsoft.com/office/officeart/2005/8/layout/orgChart1"/>
    <dgm:cxn modelId="{6E2A1448-E95E-40C4-B880-DAF8EB95DE25}" srcId="{DF366E50-739B-4595-8BB8-E44C043D9650}" destId="{202AD5D4-65AD-42A8-AC0C-84D6B2CC4A9A}" srcOrd="1" destOrd="0" parTransId="{640F7308-1893-47A8-8569-B49E998EA3B5}" sibTransId="{142104C2-8B4D-4CB1-B769-49D9B6A244DE}"/>
    <dgm:cxn modelId="{DE1B3C68-26F6-49C2-92DC-242BC778F988}" type="presOf" srcId="{0E8BB49B-9EE5-4791-B185-8EB1C2D3FE0D}" destId="{C4DBC244-1D78-44DE-9368-78310B3982BA}" srcOrd="1" destOrd="0" presId="urn:microsoft.com/office/officeart/2005/8/layout/orgChart1"/>
    <dgm:cxn modelId="{E070A548-BC18-489B-8BAD-ADB827439228}" type="presOf" srcId="{6BC147E7-66E5-4F93-BDEC-17EEE486A6A7}" destId="{8BD6328C-2A8A-4596-84A9-01D2B1ECBD7A}" srcOrd="0" destOrd="0" presId="urn:microsoft.com/office/officeart/2005/8/layout/orgChart1"/>
    <dgm:cxn modelId="{BFF0C148-F746-47D2-950D-B00155BC62CA}" type="presOf" srcId="{AB7A68DB-48EA-49FF-8CD7-924B0951ED0E}" destId="{83C0792A-BE84-4F1B-9640-9EC07E8EFB9E}" srcOrd="0" destOrd="0" presId="urn:microsoft.com/office/officeart/2005/8/layout/orgChart1"/>
    <dgm:cxn modelId="{6CC24069-25A0-4869-9B4C-05470D99C030}" type="presOf" srcId="{C8F37173-6759-4C46-ADCE-456EBEA8EB1F}" destId="{2580FA16-5A34-4813-9A1D-BE7E1C427851}" srcOrd="0" destOrd="0" presId="urn:microsoft.com/office/officeart/2005/8/layout/orgChart1"/>
    <dgm:cxn modelId="{80844469-11A4-4651-8C57-0B0717AE4ADE}" type="presOf" srcId="{7F9ACF5B-D10A-45E1-AC5E-85E71956B59B}" destId="{872B54C5-9C32-49E3-A921-4492AF7E48D1}" srcOrd="0" destOrd="0" presId="urn:microsoft.com/office/officeart/2005/8/layout/orgChart1"/>
    <dgm:cxn modelId="{AF158D49-1B71-4103-B196-0A223710292F}" srcId="{055162A4-98AE-4805-A8EC-BB7833DD7EDF}" destId="{F57AC332-EF69-4CB2-A974-30135AA60E1E}" srcOrd="0" destOrd="0" parTransId="{44E14E13-62C9-4BD6-B29B-AFF523D0C673}" sibTransId="{97711F61-26F5-4F35-A155-D7FA27803451}"/>
    <dgm:cxn modelId="{F3C02E4A-DC2A-4136-A4CC-C18D16F495CD}" type="presOf" srcId="{0969998A-F7B8-4B86-ADF0-EA449A1C39AC}" destId="{9CB09150-3623-4795-B607-7E443D207D44}" srcOrd="0" destOrd="0" presId="urn:microsoft.com/office/officeart/2005/8/layout/orgChart1"/>
    <dgm:cxn modelId="{99F4A14A-AC5C-41F5-9BB8-D53175388E16}" type="presOf" srcId="{5A5672D4-F629-43DD-86BC-A742303A59B5}" destId="{3FE9AA0E-CA38-43B6-9A52-3616E51CF0F7}" srcOrd="1" destOrd="0" presId="urn:microsoft.com/office/officeart/2005/8/layout/orgChart1"/>
    <dgm:cxn modelId="{4F21FE6A-6ADB-4DE6-BFB8-CFBBA10784E5}" type="presOf" srcId="{43A5C799-0F40-4239-8BA5-5F7A79B805C5}" destId="{A0ACE71F-E4CC-4FA1-831B-309F75300363}" srcOrd="0" destOrd="0" presId="urn:microsoft.com/office/officeart/2005/8/layout/orgChart1"/>
    <dgm:cxn modelId="{958F604B-0D2E-4BC5-ADF1-D7D310519801}" type="presOf" srcId="{003E976B-3655-4EFD-83A6-E8A1545A6BA9}" destId="{76519E9F-E15C-4F8D-8B3C-0D45772B5415}" srcOrd="0" destOrd="0" presId="urn:microsoft.com/office/officeart/2005/8/layout/orgChart1"/>
    <dgm:cxn modelId="{DF2C556B-A504-4C7C-BF37-EED9D30CFBB9}" type="presOf" srcId="{594629E1-23DF-4114-BA82-0FBEA369FDDB}" destId="{B0E54EEB-B701-44F7-9AE0-B92643DEDA9F}" srcOrd="0" destOrd="0" presId="urn:microsoft.com/office/officeart/2005/8/layout/orgChart1"/>
    <dgm:cxn modelId="{331D884B-D569-4A3F-87BB-95C68FF3294F}" type="presOf" srcId="{869D4760-2FD5-4E9F-B840-EDE843892E08}" destId="{476F050B-3B82-44E8-8F93-311F0FE86B3A}" srcOrd="0" destOrd="0" presId="urn:microsoft.com/office/officeart/2005/8/layout/orgChart1"/>
    <dgm:cxn modelId="{B32EC44B-028E-4022-BB89-AE59B3839DE5}" type="presOf" srcId="{90ACC8A9-768F-4319-B94A-3219BD720FB5}" destId="{C382D5D7-98C0-4990-B4FF-0FFDAD4B9EF2}" srcOrd="0" destOrd="0" presId="urn:microsoft.com/office/officeart/2005/8/layout/orgChart1"/>
    <dgm:cxn modelId="{07B4D56B-1D8A-419D-829F-304C9097AFC4}" type="presOf" srcId="{E9146787-17AF-4284-BB39-3971782866F3}" destId="{9EB46EC8-499B-418B-BE9E-79464262298E}" srcOrd="0" destOrd="0" presId="urn:microsoft.com/office/officeart/2005/8/layout/orgChart1"/>
    <dgm:cxn modelId="{D249176C-D228-445B-BD4A-3F62C1980882}" type="presOf" srcId="{861D9FC0-C45E-4345-B382-9EF1898DCB5E}" destId="{06844E3F-E697-43B9-B069-BEE8A854EBE2}" srcOrd="0" destOrd="0" presId="urn:microsoft.com/office/officeart/2005/8/layout/orgChart1"/>
    <dgm:cxn modelId="{D9AC866C-BDC5-44F5-9141-949BF8926451}" type="presOf" srcId="{75DA4C9D-4490-4CDB-85AD-4077F39F3A45}" destId="{7B43F5C7-1C87-4366-A58C-FAF611906C0F}" srcOrd="1" destOrd="0" presId="urn:microsoft.com/office/officeart/2005/8/layout/orgChart1"/>
    <dgm:cxn modelId="{0BE4AA4C-9925-45CF-8A64-D732367B8501}" srcId="{40E682B0-7E4B-4FC3-A0C6-34FB98F4E010}" destId="{187EDEA1-FA6C-485B-99B7-5DD4C674C105}" srcOrd="1" destOrd="0" parTransId="{869D4760-2FD5-4E9F-B840-EDE843892E08}" sibTransId="{E836ABF4-4A9A-4803-8BD3-C86D9914B490}"/>
    <dgm:cxn modelId="{3E62AD4C-4553-4B8C-A659-4516A7C98734}" type="presOf" srcId="{A0882C33-6410-4623-B3FD-AF4FA5395C3B}" destId="{A4CE7AF2-10B1-4625-A6A6-1F62187A9DEC}" srcOrd="0" destOrd="0" presId="urn:microsoft.com/office/officeart/2005/8/layout/orgChart1"/>
    <dgm:cxn modelId="{C9D8B26C-7C7D-4EC6-AA19-1F3C9AA995E9}" type="presOf" srcId="{68B745C4-2643-411D-92EC-51F62BE6E650}" destId="{EB179755-1D6C-4FB0-B1C5-A8F5712C0B75}" srcOrd="1" destOrd="0" presId="urn:microsoft.com/office/officeart/2005/8/layout/orgChart1"/>
    <dgm:cxn modelId="{40766B6D-1420-4165-AFC3-906EF6E9D854}" srcId="{DBA2CDB5-4E12-45A9-9222-E984B29D8CFC}" destId="{B5EAFD24-138C-4289-9CEC-2FF28D17F13E}" srcOrd="4" destOrd="0" parTransId="{000B6A64-643C-4E2A-A61B-79DD042015E8}" sibTransId="{5E4FBC7B-1819-436C-BF2D-8CBA8A0546E5}"/>
    <dgm:cxn modelId="{0548B36D-A4B2-42E3-BBC2-B654476F37AC}" type="presOf" srcId="{D61CCEE3-2F8C-4BC6-90C8-E0531C6D1CCA}" destId="{3FDCFC98-734C-4A40-B717-EC7F78BF42CD}" srcOrd="1" destOrd="0" presId="urn:microsoft.com/office/officeart/2005/8/layout/orgChart1"/>
    <dgm:cxn modelId="{6968DB4D-7611-477F-BF82-B8807A9600EA}" type="presOf" srcId="{4718AB96-EAB9-4BE3-9A85-EB96876066FE}" destId="{F13B78E4-30B1-4016-8E55-89D89EF9356A}" srcOrd="1" destOrd="0" presId="urn:microsoft.com/office/officeart/2005/8/layout/orgChart1"/>
    <dgm:cxn modelId="{C89A074E-A91A-4678-9ED2-A3BBA19216BF}" type="presOf" srcId="{9F2829DD-DE01-4032-805D-B264DDF15CF0}" destId="{2C0EB640-ED93-4403-A469-FF443F31ABCD}" srcOrd="0" destOrd="0" presId="urn:microsoft.com/office/officeart/2005/8/layout/orgChart1"/>
    <dgm:cxn modelId="{49253E4E-4ADB-42D0-9B0A-8400C34D22D8}" type="presOf" srcId="{26D73198-335D-43EA-B1C7-55F5498F9B54}" destId="{48012628-5C63-4C1E-B7C6-CA14530E81C4}" srcOrd="1" destOrd="0" presId="urn:microsoft.com/office/officeart/2005/8/layout/orgChart1"/>
    <dgm:cxn modelId="{92B75C6E-AD4B-4B7A-AD21-93BD93F6ED99}" type="presOf" srcId="{68FC9444-A2AA-49A0-85D7-1C64B01932FC}" destId="{84A6E346-23D5-4422-823A-C535113CF0A0}" srcOrd="1" destOrd="0" presId="urn:microsoft.com/office/officeart/2005/8/layout/orgChart1"/>
    <dgm:cxn modelId="{1EDB616E-37BE-4B07-A5BB-3237195C580B}" srcId="{F62D1CC5-A046-45C6-802A-E18BAA5E5B26}" destId="{9EF050FE-BAF0-4DB6-BA53-BC11018AAAF4}" srcOrd="1" destOrd="0" parTransId="{37FE3B9D-E9FE-46AA-B803-F957EE570646}" sibTransId="{4FB4368D-9A6B-4DD5-8142-4DD36D69AA32}"/>
    <dgm:cxn modelId="{938EA26E-1784-431E-A61F-655C8DD9F05F}" type="presOf" srcId="{25D68A07-0A06-48BD-A4C2-A8C02EB91832}" destId="{0438BC93-A6C8-4D55-B58C-9B03AB672D98}" srcOrd="0" destOrd="0" presId="urn:microsoft.com/office/officeart/2005/8/layout/orgChart1"/>
    <dgm:cxn modelId="{4740BB6E-2E91-4701-A7A7-F6DC99D63761}" type="presOf" srcId="{F4C2290F-5B1C-436C-A2A8-1891DCC4F165}" destId="{8779F04E-A2B8-4058-B416-25333BC49F14}" srcOrd="0" destOrd="0" presId="urn:microsoft.com/office/officeart/2005/8/layout/orgChart1"/>
    <dgm:cxn modelId="{144EC04E-E100-4DCE-8224-31BDFE3390AC}" srcId="{6F1A4FA9-FADF-4AB0-8746-1A8DDE24530D}" destId="{847F2413-DDF8-4811-B0D1-F7A8A7166B48}" srcOrd="2" destOrd="0" parTransId="{CBACDBB0-C064-46FF-98C9-3F63715E4306}" sibTransId="{8DF3A666-85CE-449C-94F9-8C05837D7D34}"/>
    <dgm:cxn modelId="{1A86C86E-6E43-40DD-BA2C-F7166281151C}" srcId="{D61CCEE3-2F8C-4BC6-90C8-E0531C6D1CCA}" destId="{4BE4E321-13DB-46F6-B836-C0536D46723C}" srcOrd="2" destOrd="0" parTransId="{228577B5-C929-4096-A57F-CFEB2C6B683D}" sibTransId="{0D10B990-A63B-42D4-AA05-4B1D03C077BC}"/>
    <dgm:cxn modelId="{8FD6C94E-424C-4E95-86B9-F711ECF41E80}" srcId="{A7962A28-312D-4471-B495-6B55DA7A8230}" destId="{624AEC45-6F45-4608-BE09-0B1CAEAEA88A}" srcOrd="2" destOrd="0" parTransId="{45417028-FE0D-417A-AFAB-5B65ADAEF4E2}" sibTransId="{380AD4F5-7997-4029-B000-127C4465A96D}"/>
    <dgm:cxn modelId="{3C47394F-2CC6-49A0-A065-28D963E513AF}" type="presOf" srcId="{6EB399A4-370F-480A-8284-897FA727D3F5}" destId="{8F4266BC-389A-4F99-8D63-914351156844}" srcOrd="0" destOrd="0" presId="urn:microsoft.com/office/officeart/2005/8/layout/orgChart1"/>
    <dgm:cxn modelId="{6B6CE16F-F9B8-4B0C-AD55-43AE55B00038}" type="presOf" srcId="{5A2A8607-3842-4C50-9DC3-FBF6BD410224}" destId="{448C74A6-B7AC-48F8-8A14-E476E33976F7}" srcOrd="0" destOrd="0" presId="urn:microsoft.com/office/officeart/2005/8/layout/orgChart1"/>
    <dgm:cxn modelId="{0A18F14F-3889-4052-A572-F0C3BD9A2156}" srcId="{201FC444-B1A2-4AA6-830D-6E060318B78F}" destId="{7FD3668C-F688-4AD9-B427-37BC95ED4DAB}" srcOrd="0" destOrd="0" parTransId="{DF9F473D-2137-4586-AAAB-63130AE8BF35}" sibTransId="{EEB7153C-BD3D-415F-BEF0-2F9D78D3701C}"/>
    <dgm:cxn modelId="{6F80F76F-13FD-4604-8CB1-85F2B5668502}" type="presOf" srcId="{5B4BC104-4A1D-4BD9-BF77-12A402532BBE}" destId="{CE6E1814-6670-4092-9E6A-BB0C31DD9DF7}" srcOrd="1" destOrd="0" presId="urn:microsoft.com/office/officeart/2005/8/layout/orgChart1"/>
    <dgm:cxn modelId="{F15AFA6F-1BD6-44D6-BA7C-3CA68AEF42F4}" type="presOf" srcId="{B354883F-2EEE-4D1A-B4FE-5E4A89D565F2}" destId="{E1887E96-7798-481C-8911-58E4C16ADEE0}" srcOrd="0" destOrd="0" presId="urn:microsoft.com/office/officeart/2005/8/layout/orgChart1"/>
    <dgm:cxn modelId="{F5E61450-5996-46F9-8672-F63A22CC1DD7}" type="presOf" srcId="{F4FFF6E8-EA38-45C9-9BCB-AE67674FF0C2}" destId="{FCD54F80-B01C-4F11-A9C5-6CC2A5ABFACC}" srcOrd="1" destOrd="0" presId="urn:microsoft.com/office/officeart/2005/8/layout/orgChart1"/>
    <dgm:cxn modelId="{8BC0C570-305F-46FB-89D0-7035BBE367EF}" type="presOf" srcId="{C7BE4D7B-0ED2-4647-9E9B-0AEE0050C74F}" destId="{3BAB8C9F-42B7-4123-901A-8BCE5F1C3617}" srcOrd="1" destOrd="0" presId="urn:microsoft.com/office/officeart/2005/8/layout/orgChart1"/>
    <dgm:cxn modelId="{80F18971-1ED5-4104-87B2-3E73A50DB421}" type="presOf" srcId="{A4654994-11E8-41D7-B158-DF727A1A2C42}" destId="{EF0FAC77-4CB7-4CE2-A4AB-8DC32D5C7619}" srcOrd="1" destOrd="0" presId="urn:microsoft.com/office/officeart/2005/8/layout/orgChart1"/>
    <dgm:cxn modelId="{28F7A271-D2B5-4869-B906-0D3A338708F6}" srcId="{4BE4E321-13DB-46F6-B836-C0536D46723C}" destId="{9C73C3C5-8F87-4ED9-AAB8-49C79C356D69}" srcOrd="1" destOrd="0" parTransId="{49EC09F7-2817-46F3-906C-59E538E661D3}" sibTransId="{0EED01C6-92AC-4F7C-B7D3-6BEEE6DEF535}"/>
    <dgm:cxn modelId="{42AEAD71-9928-4214-A2D6-25C4DCFD9BE2}" type="presOf" srcId="{F5AFAB05-9158-4270-B602-0EF5F22603BA}" destId="{F1DDDE21-B3DF-4CB1-AF68-01EBF2CEDB92}" srcOrd="0" destOrd="0" presId="urn:microsoft.com/office/officeart/2005/8/layout/orgChart1"/>
    <dgm:cxn modelId="{B694AF71-6450-4624-8812-8EBCC2EA5F54}" type="presOf" srcId="{1276381E-FFCF-40EF-A119-A574119DB13D}" destId="{3EBE9867-D5A9-4BD3-AF24-B2D74C01D7BE}" srcOrd="0" destOrd="0" presId="urn:microsoft.com/office/officeart/2005/8/layout/orgChart1"/>
    <dgm:cxn modelId="{8B05B451-2ADF-40C8-BCCC-5B3A5523B14A}" srcId="{90B38AC3-B8C1-49CC-9D03-E92A35A801C1}" destId="{76F9CFCC-845A-4058-894E-E88A73819224}" srcOrd="2" destOrd="0" parTransId="{12E1743D-C98A-482D-A960-BE09BA866259}" sibTransId="{CB391385-C9F1-4184-BA49-0661A601CFE8}"/>
    <dgm:cxn modelId="{45750952-DF09-4153-BFDE-D98BC796EE91}" type="presOf" srcId="{D217DE72-9A40-489E-A3EA-9923EC338975}" destId="{6DAE06D7-EA3B-47F7-A2BE-36B27B0D96D1}" srcOrd="0" destOrd="0" presId="urn:microsoft.com/office/officeart/2005/8/layout/orgChart1"/>
    <dgm:cxn modelId="{69372C72-265B-49D3-82B5-8D5C513F1308}" type="presOf" srcId="{90ACC8A9-768F-4319-B94A-3219BD720FB5}" destId="{A14A41EC-EF03-4F88-9DF3-9D3566CEAF7D}" srcOrd="1" destOrd="0" presId="urn:microsoft.com/office/officeart/2005/8/layout/orgChart1"/>
    <dgm:cxn modelId="{520B3752-E22B-44EF-B76E-8E5D91DA39DA}" type="presOf" srcId="{847F2413-DDF8-4811-B0D1-F7A8A7166B48}" destId="{94A547BA-8EBB-440A-8EDB-3B4DA0318DD8}" srcOrd="1" destOrd="0" presId="urn:microsoft.com/office/officeart/2005/8/layout/orgChart1"/>
    <dgm:cxn modelId="{1CCDDD52-3B2A-4A2A-A5C0-07097292B96F}" type="presOf" srcId="{0204BDD3-7E11-4A7B-B9A3-FAA744D275B4}" destId="{72C314E0-921C-49E8-B1F1-0FE5ABCF7088}" srcOrd="1" destOrd="0" presId="urn:microsoft.com/office/officeart/2005/8/layout/orgChart1"/>
    <dgm:cxn modelId="{7AC50F53-2B11-4399-88C1-C33871B212A4}" type="presOf" srcId="{9441E866-1728-4D45-ACB9-BFBA07849021}" destId="{68BC0370-760A-493D-8475-5B55B90884DD}" srcOrd="0" destOrd="0" presId="urn:microsoft.com/office/officeart/2005/8/layout/orgChart1"/>
    <dgm:cxn modelId="{77496A53-F97C-4D8F-8323-34E8A22822A3}" type="presOf" srcId="{E580ED5B-CB29-4541-BA78-7F575DDACADE}" destId="{A65B57CA-15E2-4A1E-A5A4-E479301443DC}" srcOrd="0" destOrd="0" presId="urn:microsoft.com/office/officeart/2005/8/layout/orgChart1"/>
    <dgm:cxn modelId="{04747A53-2CE0-4135-AC60-2C3BB84138AD}" type="presOf" srcId="{37FE3B9D-E9FE-46AA-B803-F957EE570646}" destId="{A3AE2813-6247-43A9-AF47-CE7BB1259CC9}" srcOrd="0" destOrd="0" presId="urn:microsoft.com/office/officeart/2005/8/layout/orgChart1"/>
    <dgm:cxn modelId="{3EA7A553-6E2E-499A-810D-D15C7EB8063D}" srcId="{4BE4E321-13DB-46F6-B836-C0536D46723C}" destId="{68FC9444-A2AA-49A0-85D7-1C64B01932FC}" srcOrd="0" destOrd="0" parTransId="{675E7EAC-8F7D-4C30-8B6E-FB7788B09D56}" sibTransId="{41663018-2538-4654-BD94-97A99C66082A}"/>
    <dgm:cxn modelId="{F369EA73-4850-468B-9FB8-4FBD27DB39D4}" type="presOf" srcId="{EBD8699D-5781-4C55-84BC-E50B5ECAF6B5}" destId="{E6CF3DB6-89FE-4A0C-9EE3-830A1544CEDE}" srcOrd="0" destOrd="0" presId="urn:microsoft.com/office/officeart/2005/8/layout/orgChart1"/>
    <dgm:cxn modelId="{9938EE53-C62D-4641-89F7-87EF16D9209C}" type="presOf" srcId="{4D28EB2B-597D-46D3-AB3A-2509C2681965}" destId="{F81BB453-7B31-41B9-9ABE-F8CF87B741F3}" srcOrd="0" destOrd="0" presId="urn:microsoft.com/office/officeart/2005/8/layout/orgChart1"/>
    <dgm:cxn modelId="{58A0F173-F419-4A32-B9F0-EADDE67F3829}" type="presOf" srcId="{B664DC8E-20F2-4EED-B1D3-A06C250C7F09}" destId="{12C609AE-4D0B-4285-ADC0-0173408B4DA9}" srcOrd="1" destOrd="0" presId="urn:microsoft.com/office/officeart/2005/8/layout/orgChart1"/>
    <dgm:cxn modelId="{D9D00874-5039-461D-9132-04B893470236}" type="presOf" srcId="{202AD5D4-65AD-42A8-AC0C-84D6B2CC4A9A}" destId="{6042FA69-19F4-428A-8506-6A105DF52010}" srcOrd="1" destOrd="0" presId="urn:microsoft.com/office/officeart/2005/8/layout/orgChart1"/>
    <dgm:cxn modelId="{0E521154-7269-4637-9503-EA4CE672BBE4}" type="presOf" srcId="{32ECFD61-F20B-45ED-AC53-478191C2B3DA}" destId="{A7CFB650-6CC9-4E06-BD66-34EB1CB1D509}" srcOrd="0" destOrd="0" presId="urn:microsoft.com/office/officeart/2005/8/layout/orgChart1"/>
    <dgm:cxn modelId="{A36D2C74-E3BF-4A7A-8DE2-921554858305}" type="presOf" srcId="{03288A97-D612-4DB6-8F32-82E3A4B35BC3}" destId="{5C218586-5B3C-4FD1-A6C4-5DFA56769B92}" srcOrd="0" destOrd="0" presId="urn:microsoft.com/office/officeart/2005/8/layout/orgChart1"/>
    <dgm:cxn modelId="{FA183A54-C6CE-4E79-94F1-006C2F9D45D6}" type="presOf" srcId="{0B887721-6914-4B61-957D-E8997B29B03C}" destId="{5819F437-2075-4218-81BC-3F56EE2ED044}" srcOrd="1" destOrd="0" presId="urn:microsoft.com/office/officeart/2005/8/layout/orgChart1"/>
    <dgm:cxn modelId="{2A955A74-75A9-44DD-99A1-978100CDBE7A}" srcId="{D9281838-EF80-4D9D-9068-FCBBC4352630}" destId="{F2977A2C-3D79-4496-BB2C-6A637F3509A8}" srcOrd="1" destOrd="0" parTransId="{145BE83E-4768-4390-BB87-BEB24416CE8D}" sibTransId="{585D7B29-285F-4A7F-95A7-FEE01F0F058A}"/>
    <dgm:cxn modelId="{04909554-0A6F-49F1-9BD3-6C2DB3BAB452}" type="presOf" srcId="{163D6853-186B-4D3E-870D-F0AB9A5D27BA}" destId="{17ED1A7A-2D94-46CE-B175-B13D9F9D293F}" srcOrd="1" destOrd="0" presId="urn:microsoft.com/office/officeart/2005/8/layout/orgChart1"/>
    <dgm:cxn modelId="{0C9FC054-71D7-4DE0-9286-34A062A031D0}" srcId="{0E931518-3234-4BB2-BAEF-30FFC5721C07}" destId="{B2C39A58-F5A4-4D1B-B61F-F8FCBB009003}" srcOrd="7" destOrd="0" parTransId="{C9C0203E-4A03-4D02-AB4C-70F8057C9F07}" sibTransId="{89ED6DBA-F0F6-4B6E-9BA5-BFE90B2A9ABE}"/>
    <dgm:cxn modelId="{365D0075-A108-4A84-8BDE-AEE088F3B7B4}" type="presOf" srcId="{03AEE97B-811E-47A2-90F0-6F452FD6F291}" destId="{D3DC28D3-BA40-4FD6-AF8C-755734CE8D65}" srcOrd="1" destOrd="0" presId="urn:microsoft.com/office/officeart/2005/8/layout/orgChart1"/>
    <dgm:cxn modelId="{FADD2975-A75F-462F-B4BA-E947A0E6B665}" srcId="{13349D33-DB63-40F4-852B-0EB799133A20}" destId="{055162A4-98AE-4805-A8EC-BB7833DD7EDF}" srcOrd="0" destOrd="0" parTransId="{4174631E-AD53-4DE6-983A-A27B0EAAA403}" sibTransId="{B48608A2-9215-43DA-A69D-0DA9CF1C6563}"/>
    <dgm:cxn modelId="{52E78A55-F30D-4198-9786-B98F8B25B6FD}" srcId="{0B98FF25-5DE8-4429-A124-1FD9436AA7D3}" destId="{1F2DDBEF-03E0-4122-B202-2C9D0B858BCA}" srcOrd="2" destOrd="0" parTransId="{BEFE5193-1E73-4910-9DE1-A0594FA41E1E}" sibTransId="{6BBCE2D1-59E2-45F1-A726-89D8488CAC9D}"/>
    <dgm:cxn modelId="{50AD9755-C847-4310-99A3-128168632AE5}" srcId="{D2BB2FCF-5D6A-4749-BBF4-E2608D4EF072}" destId="{C7BE4D7B-0ED2-4647-9E9B-0AEE0050C74F}" srcOrd="0" destOrd="0" parTransId="{E58264FD-2B4F-4C13-B02E-A49E81E9B2A0}" sibTransId="{D34981E5-A80C-46D6-A107-1E64A0B832DC}"/>
    <dgm:cxn modelId="{67B40C76-31DA-4141-8EF7-595FDBE6274C}" srcId="{E54036C3-6746-4A22-8F0B-28C453A8A206}" destId="{6BC147E7-66E5-4F93-BDEC-17EEE486A6A7}" srcOrd="2" destOrd="0" parTransId="{9F2829DD-DE01-4032-805D-B264DDF15CF0}" sibTransId="{AF1C9B44-07BE-4BC9-86A6-014794564C0F}"/>
    <dgm:cxn modelId="{8FAA6256-A19E-4588-83B0-3CB5A1E31F06}" type="presOf" srcId="{0A14C580-E8E8-48DE-9680-9F94A79DB827}" destId="{7DB12D0C-7496-40A0-98BE-9AA1DB0247DD}" srcOrd="0" destOrd="0" presId="urn:microsoft.com/office/officeart/2005/8/layout/orgChart1"/>
    <dgm:cxn modelId="{39B16276-A697-4B49-821C-8D42EF70B3CD}" type="presOf" srcId="{76F9CFCC-845A-4058-894E-E88A73819224}" destId="{62BDE472-D2E5-4D98-8065-8A8AA00A3FCB}" srcOrd="0" destOrd="0" presId="urn:microsoft.com/office/officeart/2005/8/layout/orgChart1"/>
    <dgm:cxn modelId="{F8A3AF76-EA89-4B36-BCD9-BE668452BCAD}" srcId="{163D6853-186B-4D3E-870D-F0AB9A5D27BA}" destId="{D0D1F1DC-C210-4794-AF8B-B9E7CECE4E17}" srcOrd="1" destOrd="0" parTransId="{0A14C580-E8E8-48DE-9680-9F94A79DB827}" sibTransId="{70F605AD-6E59-4925-A585-7D3E9EE0930D}"/>
    <dgm:cxn modelId="{F29EB456-43FC-49AF-B7D4-C0F48B8BE8E0}" type="presOf" srcId="{B0A31B98-D1BA-4C79-9BD2-5B0881DCC849}" destId="{29776831-3E85-4147-B12F-BCBB9A27B205}" srcOrd="0" destOrd="0" presId="urn:microsoft.com/office/officeart/2005/8/layout/orgChart1"/>
    <dgm:cxn modelId="{27F9E056-95F1-4C44-B483-801C0F8DFE0F}" type="presOf" srcId="{AB7A68DB-48EA-49FF-8CD7-924B0951ED0E}" destId="{AE003DF4-8CFE-4DCC-BB8B-0B2AF8596A14}" srcOrd="1" destOrd="0" presId="urn:microsoft.com/office/officeart/2005/8/layout/orgChart1"/>
    <dgm:cxn modelId="{5506FA56-A3C6-4948-90AF-B516FCBE379F}" type="presOf" srcId="{74A0BC27-591C-41A6-86ED-F8B31B4FAD96}" destId="{66F1A6AD-5F0A-471A-B0E1-F58910040D34}" srcOrd="0" destOrd="0" presId="urn:microsoft.com/office/officeart/2005/8/layout/orgChart1"/>
    <dgm:cxn modelId="{F01A2B77-A705-4682-9E3B-4FF00292A6F9}" type="presOf" srcId="{9B7EC730-43E9-4144-B861-A62CBF80D70B}" destId="{B393B20B-3215-4A1F-A623-EFC0AA7EE754}" srcOrd="0" destOrd="0" presId="urn:microsoft.com/office/officeart/2005/8/layout/orgChart1"/>
    <dgm:cxn modelId="{5CDE7757-BF86-480F-A054-DDDDEA7354F5}" type="presOf" srcId="{9687EA9A-1C52-47D5-ABC2-451FDB47EDE3}" destId="{8A044F30-CB12-44A6-95D0-9DDAE6BF218B}" srcOrd="0" destOrd="0" presId="urn:microsoft.com/office/officeart/2005/8/layout/orgChart1"/>
    <dgm:cxn modelId="{6F568657-5301-4E8B-BC37-F9045F41BD4A}" srcId="{163D6853-186B-4D3E-870D-F0AB9A5D27BA}" destId="{1276381E-FFCF-40EF-A119-A574119DB13D}" srcOrd="0" destOrd="0" parTransId="{7B948F4E-2602-4FFF-8BBE-0FF588B1E575}" sibTransId="{143ED501-DDB5-4DDE-9F71-7165266F8B7E}"/>
    <dgm:cxn modelId="{2A3E8B77-CE2A-43A9-87D7-4FF1222F6378}" srcId="{3F464C52-3FC9-467F-9549-28B28294E955}" destId="{8849E7A5-4B44-469D-BF74-15B81BD70382}" srcOrd="0" destOrd="0" parTransId="{4FD94426-E2D0-448C-92FA-EAA6560D0C9A}" sibTransId="{F3C3FFEE-D787-4662-A299-89C1540152C6}"/>
    <dgm:cxn modelId="{E744A057-81F0-4B93-AE47-CA9EB6CBEF7D}" type="presOf" srcId="{C8F37173-6759-4C46-ADCE-456EBEA8EB1F}" destId="{520F7361-E05C-4465-8225-13B40D463F22}" srcOrd="1" destOrd="0" presId="urn:microsoft.com/office/officeart/2005/8/layout/orgChart1"/>
    <dgm:cxn modelId="{9480B977-1598-407F-8DA4-E015B707BEB2}" type="presOf" srcId="{1276381E-FFCF-40EF-A119-A574119DB13D}" destId="{35CF5C8D-8611-434A-BD2B-5C40D952AD04}" srcOrd="1" destOrd="0" presId="urn:microsoft.com/office/officeart/2005/8/layout/orgChart1"/>
    <dgm:cxn modelId="{3A6FD157-2EBD-4DBE-BA7A-F839D81B0850}" type="presOf" srcId="{14DF952B-9147-4B14-A028-28D39704FB3E}" destId="{5ACD5947-110A-4CDC-97B6-9C5C51728AAE}" srcOrd="1" destOrd="0" presId="urn:microsoft.com/office/officeart/2005/8/layout/orgChart1"/>
    <dgm:cxn modelId="{80DEDA57-1311-4BFC-927C-E8D0D1A96281}" type="presOf" srcId="{2DD5F2C6-F25D-4CAA-94A3-03FCE7126841}" destId="{DDAAB477-7926-4B99-B40E-15907391EA6C}" srcOrd="0" destOrd="0" presId="urn:microsoft.com/office/officeart/2005/8/layout/orgChart1"/>
    <dgm:cxn modelId="{231B7458-9205-4E69-A581-DD3C2F87869E}" type="presOf" srcId="{3ACD65AF-2B37-45BD-B40D-29F8442D2D24}" destId="{160B8E0B-DBC8-4746-875B-5AFE5766CD8C}" srcOrd="1" destOrd="0" presId="urn:microsoft.com/office/officeart/2005/8/layout/orgChart1"/>
    <dgm:cxn modelId="{C9208358-5D3A-4C8A-9697-222A4F11543A}" srcId="{9825DAB7-EDFA-4548-946A-B352FF8CF6EE}" destId="{7F9ACF5B-D10A-45E1-AC5E-85E71956B59B}" srcOrd="0" destOrd="0" parTransId="{A0882C33-6410-4623-B3FD-AF4FA5395C3B}" sibTransId="{B2117AA9-F97E-478A-B054-11EB5896EBE0}"/>
    <dgm:cxn modelId="{9D61C478-E1D8-424B-B5C4-5BB93C17802D}" type="presOf" srcId="{3F464C52-3FC9-467F-9549-28B28294E955}" destId="{7D82FA03-59E1-4513-9412-A451B5847E20}" srcOrd="0" destOrd="0" presId="urn:microsoft.com/office/officeart/2005/8/layout/orgChart1"/>
    <dgm:cxn modelId="{70EDEC78-5118-4B77-A078-F1C66676C4A5}" srcId="{A7962A28-312D-4471-B495-6B55DA7A8230}" destId="{95F91A62-F2DE-4FD2-8D46-FB5B47FAA9F1}" srcOrd="0" destOrd="0" parTransId="{5A5A073D-9C0C-4FD8-BE7E-6C31FEAA6798}" sibTransId="{D701476E-B294-41CD-8690-B428BFDCFCF9}"/>
    <dgm:cxn modelId="{AD680979-A1D4-49F9-B2D8-AE6A676AB7A8}" type="presOf" srcId="{C5BC071B-3526-46C2-B08C-292A48C22AF7}" destId="{EFA68F53-9A91-4E8C-AB4E-8F5CCE729EFF}" srcOrd="0" destOrd="0" presId="urn:microsoft.com/office/officeart/2005/8/layout/orgChart1"/>
    <dgm:cxn modelId="{D5872879-AB30-4A2E-8C3E-A6F94021ED1D}" srcId="{055162A4-98AE-4805-A8EC-BB7833DD7EDF}" destId="{76E940B0-CF44-4A1D-96E5-6E97F7C8BCFB}" srcOrd="1" destOrd="0" parTransId="{D58E1CBC-E695-416E-9FD7-761A01BA3EAD}" sibTransId="{CBABE089-C663-40CB-93F6-8D5C5141CE1A}"/>
    <dgm:cxn modelId="{AC5A7179-FCC8-471F-B87A-70FC6758F3F4}" type="presOf" srcId="{E54036C3-6746-4A22-8F0B-28C453A8A206}" destId="{CA977D67-7005-4A98-A817-86A1C465D5ED}" srcOrd="1" destOrd="0" presId="urn:microsoft.com/office/officeart/2005/8/layout/orgChart1"/>
    <dgm:cxn modelId="{D3865159-38E0-4936-A0D4-7E52C294D442}" type="presOf" srcId="{19EDE30F-9C1C-4A52-BBA1-963D025E8159}" destId="{4D54C749-2505-4BE1-A0EC-38DA103C8555}" srcOrd="0" destOrd="0" presId="urn:microsoft.com/office/officeart/2005/8/layout/orgChart1"/>
    <dgm:cxn modelId="{2045BE59-1524-4BE4-94CF-90C2ED227ADF}" type="presOf" srcId="{C1089BD5-DC8A-4D13-B32F-CD8C2793AE4A}" destId="{06894582-D5B8-4220-879A-65AB10467796}" srcOrd="0" destOrd="0" presId="urn:microsoft.com/office/officeart/2005/8/layout/orgChart1"/>
    <dgm:cxn modelId="{64D9E659-6879-4C3D-ADD3-C081B07BC085}" type="presOf" srcId="{D8352F3A-4A7B-445C-963A-BE3685F49093}" destId="{775F799E-A617-4F87-9B5C-0CB4033E32FD}" srcOrd="1" destOrd="0" presId="urn:microsoft.com/office/officeart/2005/8/layout/orgChart1"/>
    <dgm:cxn modelId="{29D9277A-947E-48B5-8795-F26DD00D56D1}" srcId="{F62D1CC5-A046-45C6-802A-E18BAA5E5B26}" destId="{40E682B0-7E4B-4FC3-A0C6-34FB98F4E010}" srcOrd="2" destOrd="0" parTransId="{B032A5E1-987F-46CE-8B0F-39B0FDEF9163}" sibTransId="{F1F4374A-9D0A-4926-93D1-E26573F19673}"/>
    <dgm:cxn modelId="{1A5D667A-CA2C-4AF2-8F6D-870A4BE2ADB6}" srcId="{41A86E90-4C49-409E-B804-CD67942CA75D}" destId="{B732B34D-DDA2-4E79-9137-474F22E52A57}" srcOrd="3" destOrd="0" parTransId="{DB6E7471-CC2F-425B-8EB9-504A5EA507DA}" sibTransId="{5865AEEF-3582-4CAA-8E05-61082FC31006}"/>
    <dgm:cxn modelId="{7AB6A85A-C742-4B0E-87C6-51EE1F3D50BC}" type="presOf" srcId="{A4137C56-B98A-437E-A31D-911D5B98FBAB}" destId="{CE609E5A-440A-449B-A616-CB4D49A508B0}" srcOrd="1" destOrd="0" presId="urn:microsoft.com/office/officeart/2005/8/layout/orgChart1"/>
    <dgm:cxn modelId="{830B347B-4E0D-43EC-B785-24BE2CC3A7BD}" srcId="{4718AB96-EAB9-4BE3-9A85-EB96876066FE}" destId="{A4137C56-B98A-437E-A31D-911D5B98FBAB}" srcOrd="0" destOrd="0" parTransId="{EAAED074-A1A7-4DEC-95E7-E18A3AA6B105}" sibTransId="{134CBD96-83B6-4891-98A6-6A4A2E67FFFE}"/>
    <dgm:cxn modelId="{A89FBF7B-CBA6-4EF4-AE6E-FB7C054FDBA0}" type="presOf" srcId="{DA14AD23-FFB5-44A7-A338-6365E1708E55}" destId="{32E58A02-5EAC-4352-937D-EC0221B1D5EE}" srcOrd="1" destOrd="0" presId="urn:microsoft.com/office/officeart/2005/8/layout/orgChart1"/>
    <dgm:cxn modelId="{EEA5CF7B-2AEA-4C11-B9C3-B4625EF4C635}" type="presOf" srcId="{0204BDD3-7E11-4A7B-B9A3-FAA744D275B4}" destId="{B3FD1850-5428-454F-AF32-30BCAC70B30F}" srcOrd="0" destOrd="0" presId="urn:microsoft.com/office/officeart/2005/8/layout/orgChart1"/>
    <dgm:cxn modelId="{68EC387C-E484-4A53-B26A-00DAA8A084AC}" type="presOf" srcId="{8849E7A5-4B44-469D-BF74-15B81BD70382}" destId="{D6E7AFC7-2CE2-4C15-8B21-3AFB06D7A9B2}" srcOrd="1" destOrd="0" presId="urn:microsoft.com/office/officeart/2005/8/layout/orgChart1"/>
    <dgm:cxn modelId="{450B9C7C-39D2-423A-881D-C09C62B42332}" type="presOf" srcId="{163E3B8E-4A6C-4F30-991C-614185AE49E3}" destId="{8E744A0D-9041-40B4-B36C-1A4F8FA39C75}" srcOrd="1" destOrd="0" presId="urn:microsoft.com/office/officeart/2005/8/layout/orgChart1"/>
    <dgm:cxn modelId="{36F5A57C-1627-463F-B574-F9B98BA89E25}" type="presOf" srcId="{3A6F79B3-426D-48DA-BB40-427AA2B672DF}" destId="{4D214032-C4B2-459B-8556-10EBB877F98F}" srcOrd="0" destOrd="0" presId="urn:microsoft.com/office/officeart/2005/8/layout/orgChart1"/>
    <dgm:cxn modelId="{59CBE97C-C442-45CF-AECE-4E803BD53FE0}" srcId="{5464B3B6-E609-48C7-AEC6-EE5A3B574683}" destId="{7F0FB6FA-86B1-4B95-B5D8-890758472E7F}" srcOrd="0" destOrd="0" parTransId="{E9722276-B343-436A-ADE7-69D13B646A61}" sibTransId="{94FEDF96-A983-457D-A7AD-E792ABB8DA12}"/>
    <dgm:cxn modelId="{A746F77C-1E79-4EFE-9110-02B1C375D212}" type="presOf" srcId="{5464B3B6-E609-48C7-AEC6-EE5A3B574683}" destId="{98E6B053-FF29-44AF-8A4D-B65B818C3E7D}" srcOrd="1" destOrd="0" presId="urn:microsoft.com/office/officeart/2005/8/layout/orgChart1"/>
    <dgm:cxn modelId="{83F1257D-09F7-4D17-828B-20F48A93352F}" type="presOf" srcId="{68B745C4-2643-411D-92EC-51F62BE6E650}" destId="{C6C87969-582C-41D0-8E0F-144F6D275CFE}" srcOrd="0" destOrd="0" presId="urn:microsoft.com/office/officeart/2005/8/layout/orgChart1"/>
    <dgm:cxn modelId="{33E3917D-96A1-4192-8F06-DF48120F2D12}" type="presOf" srcId="{F2977A2C-3D79-4496-BB2C-6A637F3509A8}" destId="{A79F21D7-8F4E-4B2C-B928-FD81ED293CEF}" srcOrd="0" destOrd="0" presId="urn:microsoft.com/office/officeart/2005/8/layout/orgChart1"/>
    <dgm:cxn modelId="{45C2937D-3AFE-48D7-B2B6-2AD0BF148A72}" type="presOf" srcId="{E754F540-F36F-482E-A5D0-1077900075B2}" destId="{3CF16E96-95FC-48C7-B38F-AE658A57C83B}" srcOrd="0" destOrd="0" presId="urn:microsoft.com/office/officeart/2005/8/layout/orgChart1"/>
    <dgm:cxn modelId="{D778607E-3FF6-45E5-9A91-DBE22963F440}" srcId="{DBA2CDB5-4E12-45A9-9222-E984B29D8CFC}" destId="{201FC444-B1A2-4AA6-830D-6E060318B78F}" srcOrd="5" destOrd="0" parTransId="{DC4E5879-222B-49AB-B838-34428BCF6E93}" sibTransId="{05EF883F-26A5-4404-924F-A315EF7E9DB2}"/>
    <dgm:cxn modelId="{9ABA447F-F030-4E32-87A6-E0D937806EE6}" type="presOf" srcId="{5A2A8607-3842-4C50-9DC3-FBF6BD410224}" destId="{BFCD37DC-4976-41B6-890F-51F7757E9DE1}" srcOrd="1" destOrd="0" presId="urn:microsoft.com/office/officeart/2005/8/layout/orgChart1"/>
    <dgm:cxn modelId="{6F89D47F-A2B2-408A-87A0-5C378E1C0830}" type="presOf" srcId="{A823DDFE-76FB-477B-B3DE-78568AAB9323}" destId="{32D01696-C28B-41ED-ADF1-F98A69E3B32C}" srcOrd="0" destOrd="0" presId="urn:microsoft.com/office/officeart/2005/8/layout/orgChart1"/>
    <dgm:cxn modelId="{6A972480-0A1C-48EB-AAC0-CBE6AC9C44C5}" type="presOf" srcId="{7CA06230-365F-4163-90B9-9084D80FB553}" destId="{DF526DD1-3BBA-4D96-A2E5-1C1F115ED83B}" srcOrd="0" destOrd="0" presId="urn:microsoft.com/office/officeart/2005/8/layout/orgChart1"/>
    <dgm:cxn modelId="{16D05880-6EB3-49F4-88E1-57204ED24760}" type="presOf" srcId="{E7F8E750-94F6-4726-97AA-6E7C5D8B03B4}" destId="{2CD7F774-803D-4C77-8FA5-E94EF33A9519}" srcOrd="0" destOrd="0" presId="urn:microsoft.com/office/officeart/2005/8/layout/orgChart1"/>
    <dgm:cxn modelId="{0919BF80-FFC2-4CAC-837B-530686C23963}" srcId="{0E931518-3234-4BB2-BAEF-30FFC5721C07}" destId="{F6C608CC-B662-420B-9400-4F76D522B419}" srcOrd="4" destOrd="0" parTransId="{42D08D26-FC9B-4F2F-8838-4459875EEEEC}" sibTransId="{99EC947D-EE83-4A9B-A8FB-903B95A6481E}"/>
    <dgm:cxn modelId="{CF6DFF80-F261-417A-AB6F-914739B588A0}" srcId="{D9281838-EF80-4D9D-9068-FCBBC4352630}" destId="{E68945A2-65EC-4A20-9617-C120D8540D94}" srcOrd="0" destOrd="0" parTransId="{C1089BD5-DC8A-4D13-B32F-CD8C2793AE4A}" sibTransId="{F23C2A15-EBE8-4826-997D-F1D0A3613AC0}"/>
    <dgm:cxn modelId="{2B9E2781-6AFD-427C-9150-C86475EACCE5}" type="presOf" srcId="{0FB1AD7E-9181-400E-8AD7-CC75756B8D4D}" destId="{8382B8F4-4176-48B8-9EA4-CCA25DF22F50}" srcOrd="0" destOrd="0" presId="urn:microsoft.com/office/officeart/2005/8/layout/orgChart1"/>
    <dgm:cxn modelId="{EADE4681-0AC5-4555-84C8-DEEDF6EADF70}" type="presOf" srcId="{A580CCD9-DE1B-42F1-B2FA-292DA6F437E0}" destId="{2D2E7778-7CF6-4FA9-BC9B-65FC27AFCDEC}" srcOrd="0" destOrd="0" presId="urn:microsoft.com/office/officeart/2005/8/layout/orgChart1"/>
    <dgm:cxn modelId="{51A98081-B4EE-4567-9396-91D9AD8F458B}" type="presOf" srcId="{0B887721-6914-4B61-957D-E8997B29B03C}" destId="{3D2B72FE-DCFC-40F8-BC4B-9AFB6B383581}" srcOrd="0" destOrd="0" presId="urn:microsoft.com/office/officeart/2005/8/layout/orgChart1"/>
    <dgm:cxn modelId="{B2B3C581-8AC5-472A-BB68-5FC5497DEDEF}" srcId="{4EA07B48-C2AE-4983-A250-2FFD76F62A88}" destId="{EDAD82DD-52EA-4B75-B948-32C1C402F5B6}" srcOrd="4" destOrd="0" parTransId="{5DDDE468-FBC1-487B-95D5-1F78FFA7087C}" sibTransId="{82E1AA11-4B65-4E17-919B-E4FEFFDAC19F}"/>
    <dgm:cxn modelId="{1CB80982-79A6-4CD8-A3E2-D4C537141815}" type="presOf" srcId="{63533CAC-DAB2-4170-A9C9-A3625B83AA63}" destId="{862E6965-44C8-40FB-9F53-B3AAAD86F778}" srcOrd="1" destOrd="0" presId="urn:microsoft.com/office/officeart/2005/8/layout/orgChart1"/>
    <dgm:cxn modelId="{E83CF982-BB13-42B0-A0AC-984CEAEACBC5}" type="presOf" srcId="{F2E01401-10FA-4619-BACA-B0BC7EF6FDB3}" destId="{95D1733F-8E73-40DC-A9B5-3F7EE56908CE}" srcOrd="0" destOrd="0" presId="urn:microsoft.com/office/officeart/2005/8/layout/orgChart1"/>
    <dgm:cxn modelId="{41C85F83-89D2-4DA9-8756-0A6C2722E2FE}" type="presOf" srcId="{0E8BB49B-9EE5-4791-B185-8EB1C2D3FE0D}" destId="{50B568CD-674B-42A2-83BE-3E285D9183AC}" srcOrd="0" destOrd="0" presId="urn:microsoft.com/office/officeart/2005/8/layout/orgChart1"/>
    <dgm:cxn modelId="{051B9083-4058-462A-911E-4BC90BD45651}" type="presOf" srcId="{D8352F3A-4A7B-445C-963A-BE3685F49093}" destId="{B7525F96-F14F-46E4-8011-2D51408D01B1}" srcOrd="0" destOrd="0" presId="urn:microsoft.com/office/officeart/2005/8/layout/orgChart1"/>
    <dgm:cxn modelId="{A5C0C284-3C4B-4C89-A6CA-E8E1A12C9F43}" type="presOf" srcId="{DA5D3827-1A30-464D-92BB-2B5318F25FCF}" destId="{6668F98B-C094-47B1-B010-AC5B7B082CC2}" srcOrd="0" destOrd="0" presId="urn:microsoft.com/office/officeart/2005/8/layout/orgChart1"/>
    <dgm:cxn modelId="{749DD384-DB21-4469-B0F0-E861B35C3773}" srcId="{FC802C5A-FC20-444D-934E-125FECA8F73C}" destId="{5B4BC104-4A1D-4BD9-BF77-12A402532BBE}" srcOrd="0" destOrd="0" parTransId="{09BA70D3-FA02-41E5-B57D-2FC6DEEF725D}" sibTransId="{98C49DBF-4031-44A8-8C6B-1DA43F69AF46}"/>
    <dgm:cxn modelId="{657A4986-44BD-4C19-9CF3-928221E4B365}" type="presOf" srcId="{E36E3968-4665-4018-B98D-5C7242A3C926}" destId="{CEBA9413-FBB1-4911-A4CB-D50B4BC061B7}" srcOrd="0" destOrd="0" presId="urn:microsoft.com/office/officeart/2005/8/layout/orgChart1"/>
    <dgm:cxn modelId="{47087A86-92FB-4E8F-AEAA-830188ECA3DB}" type="presOf" srcId="{742EA92D-5390-4ACA-BE91-BDDD2527E371}" destId="{A2A080A9-DB2D-4085-B646-2E4A1B3928BF}" srcOrd="1" destOrd="0" presId="urn:microsoft.com/office/officeart/2005/8/layout/orgChart1"/>
    <dgm:cxn modelId="{62721187-B1FA-4D28-A635-8EFB0CFC0386}" type="presOf" srcId="{F89F1B92-A6C4-4080-816B-89D223BDD2E6}" destId="{9BF27A7A-7346-4B37-A0D5-826856922CFF}" srcOrd="0" destOrd="0" presId="urn:microsoft.com/office/officeart/2005/8/layout/orgChart1"/>
    <dgm:cxn modelId="{20802687-9950-42BB-A354-A22AB8C694BC}" type="presOf" srcId="{E36E3968-4665-4018-B98D-5C7242A3C926}" destId="{B5576A6B-6FBC-40C5-AD0B-F579DCDF9454}" srcOrd="1" destOrd="0" presId="urn:microsoft.com/office/officeart/2005/8/layout/orgChart1"/>
    <dgm:cxn modelId="{05A0AB87-56B9-4215-84D6-0D7D2CC1C82B}" type="presOf" srcId="{DC046D41-F9A3-48A9-81E1-C87D35C9CB73}" destId="{8D75483F-BD40-45AA-BECC-38C281A51DE1}" srcOrd="0" destOrd="0" presId="urn:microsoft.com/office/officeart/2005/8/layout/orgChart1"/>
    <dgm:cxn modelId="{8582B987-F997-4BFE-AADC-5EA0F5041B4B}" type="presOf" srcId="{A717CBC9-02FC-4843-8929-8BE46B1C3824}" destId="{6B25156B-47AA-4CBB-9E2D-0A0D89293BB7}" srcOrd="0" destOrd="0" presId="urn:microsoft.com/office/officeart/2005/8/layout/orgChart1"/>
    <dgm:cxn modelId="{2C740788-CAF2-4406-8CB6-98F78C942040}" type="presOf" srcId="{93D390BB-0BC1-455F-8307-BCAFCC0337A4}" destId="{41045B27-E354-4E68-AC55-DA9455993696}" srcOrd="0" destOrd="0" presId="urn:microsoft.com/office/officeart/2005/8/layout/orgChart1"/>
    <dgm:cxn modelId="{B4242088-65AB-4F1A-A23F-302DE3386E28}" type="presOf" srcId="{A472EBA8-DE97-4195-AE97-70624554AB82}" destId="{088D45DC-EC2D-4557-BE21-75599DAB4F0C}" srcOrd="0" destOrd="0" presId="urn:microsoft.com/office/officeart/2005/8/layout/orgChart1"/>
    <dgm:cxn modelId="{C9B66388-EFAE-4F3C-BB7C-20EC0EEC54DE}" srcId="{3F464C52-3FC9-467F-9549-28B28294E955}" destId="{D284B5CC-64A4-4DD7-BCA3-A49F05CED183}" srcOrd="3" destOrd="0" parTransId="{C566924B-A791-425F-9A18-9A15EBE836DB}" sibTransId="{0E6FC17C-77CB-437F-8D2E-8F92C9D5503B}"/>
    <dgm:cxn modelId="{C1468788-FA95-4684-8A24-7BA87E34E0DE}" type="presOf" srcId="{E6EF6B14-BA45-421D-824E-85688B497459}" destId="{8DC55BFB-71A7-4826-9B27-798B6A1DE447}" srcOrd="0" destOrd="0" presId="urn:microsoft.com/office/officeart/2005/8/layout/orgChart1"/>
    <dgm:cxn modelId="{534E9489-659E-4763-8652-E0A837A8642E}" type="presOf" srcId="{E37758FC-DD29-42CD-AE56-03EA2E4B97C8}" destId="{30B51B65-4869-4CDD-8BA6-292902BF027B}" srcOrd="0" destOrd="0" presId="urn:microsoft.com/office/officeart/2005/8/layout/orgChart1"/>
    <dgm:cxn modelId="{7E47D889-1608-4E28-8579-1C1397823E31}" srcId="{421A38C5-5A88-4006-A369-89A0A3A37BA6}" destId="{85FABC28-B385-4B6B-B4AE-2A103F2795CA}" srcOrd="0" destOrd="0" parTransId="{57743B4A-0E4A-44D5-A690-84CB8EBF44FC}" sibTransId="{9FC8F9B8-E640-4A01-9C0F-734EFFDF7F4A}"/>
    <dgm:cxn modelId="{CEBAE489-1CA8-420E-A808-04B0D5E43DA4}" type="presOf" srcId="{9B220651-59B9-48C6-B756-8B8D891416FA}" destId="{004B49FD-CB3D-47DA-896D-7144D15E2564}" srcOrd="0" destOrd="0" presId="urn:microsoft.com/office/officeart/2005/8/layout/orgChart1"/>
    <dgm:cxn modelId="{0277638A-E874-40E3-9831-F8A6F2D07969}" type="presOf" srcId="{421A38C5-5A88-4006-A369-89A0A3A37BA6}" destId="{CF9FAEA0-257A-4EED-8763-6EABA65D6997}" srcOrd="0" destOrd="0" presId="urn:microsoft.com/office/officeart/2005/8/layout/orgChart1"/>
    <dgm:cxn modelId="{1B956C8A-5651-4305-8D11-37B8D3E3D437}" type="presOf" srcId="{9825DAB7-EDFA-4548-946A-B352FF8CF6EE}" destId="{B698ED06-5F52-44A9-9909-7265D613921D}" srcOrd="1" destOrd="0" presId="urn:microsoft.com/office/officeart/2005/8/layout/orgChart1"/>
    <dgm:cxn modelId="{38AD0D8B-6A24-4CCA-B0D2-1DB606C94919}" type="presOf" srcId="{6690B8A0-8D28-4032-B6FE-2F4F4E6D4CBD}" destId="{D5958391-D91F-4FAF-84D1-6790A0B25B48}" srcOrd="0" destOrd="0" presId="urn:microsoft.com/office/officeart/2005/8/layout/orgChart1"/>
    <dgm:cxn modelId="{93854A8B-A49C-4063-9AA8-AE1C61530555}" type="presOf" srcId="{EF4D49B8-27C6-4203-B4C0-448D5FCBB9BF}" destId="{76B34A89-A19D-4C76-8606-8A830FD6D681}" srcOrd="1" destOrd="0" presId="urn:microsoft.com/office/officeart/2005/8/layout/orgChart1"/>
    <dgm:cxn modelId="{47F7958B-88A3-4CD7-94AD-07019B00A4CC}" type="presOf" srcId="{C1420AC3-3F48-407E-B844-D85209141315}" destId="{CABD8DDD-26F2-431F-8362-2B292C6E9D54}" srcOrd="1" destOrd="0" presId="urn:microsoft.com/office/officeart/2005/8/layout/orgChart1"/>
    <dgm:cxn modelId="{9719138D-4053-4BE8-A920-F50A35B91700}" type="presOf" srcId="{95F91A62-F2DE-4FD2-8D46-FB5B47FAA9F1}" destId="{123D2CE1-ACFD-4DFF-AE00-73E0C14419C7}" srcOrd="1" destOrd="0" presId="urn:microsoft.com/office/officeart/2005/8/layout/orgChart1"/>
    <dgm:cxn modelId="{E019358D-9E01-4E9E-A7F6-0EAF3E4B15EE}" type="presOf" srcId="{63533CAC-DAB2-4170-A9C9-A3625B83AA63}" destId="{F65588CF-A815-4C84-8157-A3340E4459A3}" srcOrd="0" destOrd="0" presId="urn:microsoft.com/office/officeart/2005/8/layout/orgChart1"/>
    <dgm:cxn modelId="{222E358D-4271-4DFE-B61D-029C7FBDAFEA}" type="presOf" srcId="{B05506E0-9767-44E0-8015-E1EA554C7B5D}" destId="{82EF8E96-C2F1-4FDF-B51E-ECE62193C074}" srcOrd="0" destOrd="0" presId="urn:microsoft.com/office/officeart/2005/8/layout/orgChart1"/>
    <dgm:cxn modelId="{0708458D-7F70-4F58-8728-16D2620FC8BD}" type="presOf" srcId="{41A86E90-4C49-409E-B804-CD67942CA75D}" destId="{6EE818E2-6A54-4B85-A657-1ABC0275F7EF}" srcOrd="0" destOrd="0" presId="urn:microsoft.com/office/officeart/2005/8/layout/orgChart1"/>
    <dgm:cxn modelId="{2B00B58D-22FF-4077-811B-AAAA190B142C}" srcId="{163E3B8E-4A6C-4F30-991C-614185AE49E3}" destId="{33F344BD-43D8-4FAC-876C-FAA4AE471330}" srcOrd="0" destOrd="0" parTransId="{0FB1AD7E-9181-400E-8AD7-CC75756B8D4D}" sibTransId="{43D303A7-5D08-4AAD-8C31-6478BB601CEF}"/>
    <dgm:cxn modelId="{A1F58A8E-2522-448F-9A1C-C3F204175052}" srcId="{BE832460-E5E9-4F49-A204-839F0934280C}" destId="{11C7898F-0FED-4AEC-B702-280D40F9143D}" srcOrd="0" destOrd="0" parTransId="{C0DB2E44-6B37-419A-BD17-5F5B2B7C18D8}" sibTransId="{36DBEBF5-3D78-49B6-A808-21D460614088}"/>
    <dgm:cxn modelId="{A3E3C38E-2AE2-4551-8FA0-94EF08696E32}" srcId="{4EA07B48-C2AE-4983-A250-2FFD76F62A88}" destId="{EBDFF91D-48D3-4B91-9193-D8839B24466E}" srcOrd="5" destOrd="0" parTransId="{E86B70D6-ED65-4BEF-BD8B-A2364ABFA2DA}" sibTransId="{996E8EBA-C7FA-48EF-B468-D6B87A6951FC}"/>
    <dgm:cxn modelId="{028C008F-BC3D-4F7C-B50F-76E904DBAE3E}" srcId="{C197409B-43C9-4782-8DFA-D12BA3951A8F}" destId="{D36D15DD-AF39-41FC-AF73-0A2E602E4F02}" srcOrd="2" destOrd="0" parTransId="{32A7520F-7AA9-4650-BE5F-6ECB178B4B0E}" sibTransId="{48BF3342-216A-470E-AD17-7C8F57747FA4}"/>
    <dgm:cxn modelId="{198E078F-4404-415A-92B4-849DBAE3467C}" type="presOf" srcId="{0E931518-3234-4BB2-BAEF-30FFC5721C07}" destId="{1888A706-966D-4201-8565-CDAD09D33126}" srcOrd="0" destOrd="0" presId="urn:microsoft.com/office/officeart/2005/8/layout/orgChart1"/>
    <dgm:cxn modelId="{AAFDA68F-692E-4801-BB7F-0132DE32CE4D}" srcId="{9EF050FE-BAF0-4DB6-BA53-BC11018AAAF4}" destId="{C5F422ED-90D7-4BE2-9591-FD9FD4F9C446}" srcOrd="1" destOrd="0" parTransId="{6A1E80F3-2359-4631-A74C-F2FD4D35B1A1}" sibTransId="{3DB17EE7-8968-4776-B156-968BBADB1F5D}"/>
    <dgm:cxn modelId="{942ACD8F-1559-467E-A707-39CEC8660A83}" srcId="{D61CCEE3-2F8C-4BC6-90C8-E0531C6D1CCA}" destId="{163E3B8E-4A6C-4F30-991C-614185AE49E3}" srcOrd="5" destOrd="0" parTransId="{4A29B2A6-EEB4-4616-859C-B4BF63CD4AE2}" sibTransId="{CDF298BB-E9E8-428C-901A-1AFBACADF564}"/>
    <dgm:cxn modelId="{DC948E90-C98B-4F00-BB9C-D6BF011E50A0}" srcId="{74A0BC27-591C-41A6-86ED-F8B31B4FAD96}" destId="{4031127F-DAE9-491A-817B-4A3A321D6EAB}" srcOrd="2" destOrd="0" parTransId="{5293B434-01D9-46D8-9F37-261E0F4D5B6A}" sibTransId="{38BA0EE8-6951-4F18-9961-E940E223C2CF}"/>
    <dgm:cxn modelId="{BD07FD90-99BB-415B-9404-244D5B123211}" type="presOf" srcId="{E754F540-F36F-482E-A5D0-1077900075B2}" destId="{A677671A-4370-4A70-8D92-43F103977C06}" srcOrd="1" destOrd="0" presId="urn:microsoft.com/office/officeart/2005/8/layout/orgChart1"/>
    <dgm:cxn modelId="{B3480A91-59EA-46DC-A56E-DCB98A94EE6F}" type="presOf" srcId="{421A38C5-5A88-4006-A369-89A0A3A37BA6}" destId="{5EE697DF-DDCE-483F-9FE5-70B1565DA825}" srcOrd="1" destOrd="0" presId="urn:microsoft.com/office/officeart/2005/8/layout/orgChart1"/>
    <dgm:cxn modelId="{34661991-1900-43FD-9393-7C687FB0E1AC}" type="presOf" srcId="{F0AF94AF-CF7F-4553-8AFD-C2C95DA9B528}" destId="{397AA3DD-7DE6-4233-BF39-43EF9008A92C}" srcOrd="0" destOrd="0" presId="urn:microsoft.com/office/officeart/2005/8/layout/orgChart1"/>
    <dgm:cxn modelId="{60282B91-5ADB-45F2-AE9C-6545887F42E9}" type="presOf" srcId="{7A27ADBB-692A-4835-BA47-AAE663CB0AF0}" destId="{B0395DFD-1DF5-4FA9-B35D-8E85090AB787}" srcOrd="0" destOrd="0" presId="urn:microsoft.com/office/officeart/2005/8/layout/orgChart1"/>
    <dgm:cxn modelId="{84A73C91-6B1A-40E9-9D4C-5A7883E410D8}" type="presOf" srcId="{EDF62E29-61F4-44F6-AACB-55B802F508CB}" destId="{967F6088-F23F-431C-B735-E1922805E608}" srcOrd="0" destOrd="0" presId="urn:microsoft.com/office/officeart/2005/8/layout/orgChart1"/>
    <dgm:cxn modelId="{0F985E91-924B-407B-A9C9-4195140AF880}" type="presOf" srcId="{13349D33-DB63-40F4-852B-0EB799133A20}" destId="{75FCD661-7E83-417C-93F6-809F9F1ABFA5}" srcOrd="0" destOrd="0" presId="urn:microsoft.com/office/officeart/2005/8/layout/orgChart1"/>
    <dgm:cxn modelId="{1B09E591-5803-4436-A945-8E0267F4EF0A}" srcId="{90B38AC3-B8C1-49CC-9D03-E92A35A801C1}" destId="{7B53DEC9-5DC1-4531-8DFE-0DECCE8D0961}" srcOrd="1" destOrd="0" parTransId="{2B6D4E26-B392-4BFD-885F-A08A7D0AA3EB}" sibTransId="{F5775B06-AA1A-4906-9493-CB78DA0E9320}"/>
    <dgm:cxn modelId="{3A541692-1176-4E7C-9DBA-9DBF9B4C7545}" type="presOf" srcId="{6826D294-ED97-4621-863D-0B6459F5824A}" destId="{9CF88CE4-6926-4414-820F-8E843250EB1D}" srcOrd="1" destOrd="0" presId="urn:microsoft.com/office/officeart/2005/8/layout/orgChart1"/>
    <dgm:cxn modelId="{10246992-9719-42EA-8EED-6BB9144D360E}" srcId="{E54036C3-6746-4A22-8F0B-28C453A8A206}" destId="{B664DC8E-20F2-4EED-B1D3-A06C250C7F09}" srcOrd="0" destOrd="0" parTransId="{54E8798E-AC1E-4F26-9709-AD0803B711B5}" sibTransId="{F1466D0D-771F-4BF6-A338-DF5DFE2B1CC2}"/>
    <dgm:cxn modelId="{73C20894-7F43-4243-BF34-7A6B75C5641D}" type="presOf" srcId="{2CDC2D93-E8A5-499C-9427-65C6A998FA91}" destId="{B50A8118-87B6-41DD-989D-B3753A4F21B1}" srcOrd="0" destOrd="0" presId="urn:microsoft.com/office/officeart/2005/8/layout/orgChart1"/>
    <dgm:cxn modelId="{41803294-2E91-4C01-9E0D-A3287DDD0A26}" srcId="{3F464C52-3FC9-467F-9549-28B28294E955}" destId="{2C9F0035-B471-4203-A744-903728586A2D}" srcOrd="1" destOrd="0" parTransId="{E3578AE4-ABBF-4F50-8689-7EF58766155C}" sibTransId="{D8B87B4E-5FCA-49EA-ABEE-432633C757FC}"/>
    <dgm:cxn modelId="{22FF8E94-4B37-4E59-841D-32252EB22FA7}" srcId="{0B98FF25-5DE8-4429-A124-1FD9436AA7D3}" destId="{44AB1A96-E378-468C-8616-BE50F3702054}" srcOrd="1" destOrd="0" parTransId="{FE8FBC9B-15F5-4F59-B93B-3CC28849CC5D}" sibTransId="{B2A90592-9672-4D1C-B9EE-729A8A0C1370}"/>
    <dgm:cxn modelId="{B17AF194-28AE-434E-B714-37F27B421AB1}" type="presOf" srcId="{F4B9BB68-4D3B-474E-8526-ED36658B2F78}" destId="{E2615314-AB9F-4155-B4DE-410C23CD2166}" srcOrd="0" destOrd="0" presId="urn:microsoft.com/office/officeart/2005/8/layout/orgChart1"/>
    <dgm:cxn modelId="{3887A695-BC87-4891-8571-56770EB39620}" type="presOf" srcId="{9441E866-1728-4D45-ACB9-BFBA07849021}" destId="{A1C05B3F-A229-4C01-9B8B-F15366A44256}" srcOrd="1" destOrd="0" presId="urn:microsoft.com/office/officeart/2005/8/layout/orgChart1"/>
    <dgm:cxn modelId="{174A0196-1308-44CA-86FB-460B426AB3F2}" srcId="{C1420AC3-3F48-407E-B844-D85209141315}" destId="{90ACC8A9-768F-4319-B94A-3219BD720FB5}" srcOrd="0" destOrd="0" parTransId="{EA2829BF-CD56-4CEB-8548-09B19467330B}" sibTransId="{2E18932E-FD85-4BE8-832B-48BEC8631AF0}"/>
    <dgm:cxn modelId="{91406196-412A-4DC4-8D62-A467ECC4DC7E}" type="presOf" srcId="{89C1E942-34FE-46FE-AF04-D0C9E49ED6B4}" destId="{3EBC53F7-68E8-44E3-A140-0B58FC4CF441}" srcOrd="0" destOrd="0" presId="urn:microsoft.com/office/officeart/2005/8/layout/orgChart1"/>
    <dgm:cxn modelId="{42D96B96-AB10-4172-963E-F714834662B3}" type="presOf" srcId="{3024D0C7-B312-42C5-A9D1-714F0FE6544C}" destId="{3A7116E8-55DB-4FFA-A6BD-64A10FEB84FA}" srcOrd="0" destOrd="0" presId="urn:microsoft.com/office/officeart/2005/8/layout/orgChart1"/>
    <dgm:cxn modelId="{A8E06E96-1880-4A74-9DC3-29F9374B655F}" type="presOf" srcId="{1B0AA924-A55A-4F79-9AF6-6322C95DDFC9}" destId="{EA9057CB-C10D-41A8-8EE7-1461623C3C74}" srcOrd="0" destOrd="0" presId="urn:microsoft.com/office/officeart/2005/8/layout/orgChart1"/>
    <dgm:cxn modelId="{8ECD8396-4DD2-4F14-9F7A-4463067ABB75}" srcId="{DA14AD23-FFB5-44A7-A338-6365E1708E55}" destId="{0969998A-F7B8-4B86-ADF0-EA449A1C39AC}" srcOrd="4" destOrd="0" parTransId="{F89F1B92-A6C4-4080-816B-89D223BDD2E6}" sibTransId="{DFC461F0-FB5C-40CD-B620-FB3FE3AA7C4B}"/>
    <dgm:cxn modelId="{411B8896-FB5A-447F-8B16-0373551AEE8B}" type="presOf" srcId="{D1407F65-0DCD-41ED-8768-0A445F5A1E1C}" destId="{BEB7AA70-2970-4528-B33A-EBB9D62328FD}" srcOrd="1" destOrd="0" presId="urn:microsoft.com/office/officeart/2005/8/layout/orgChart1"/>
    <dgm:cxn modelId="{05AEE096-C81D-43AA-90E8-181EDB9F619F}" type="presOf" srcId="{A1FA96D6-5B77-431A-8F81-0304B7E5632F}" destId="{AD83B753-537F-4460-A6EF-68C5BB7B86C5}" srcOrd="0" destOrd="0" presId="urn:microsoft.com/office/officeart/2005/8/layout/orgChart1"/>
    <dgm:cxn modelId="{7BB56797-9F44-417C-835D-F089A63DA565}" type="presOf" srcId="{742EA92D-5390-4ACA-BE91-BDDD2527E371}" destId="{99F469E7-D025-4C8A-B5FA-A514116EFEF0}" srcOrd="0" destOrd="0" presId="urn:microsoft.com/office/officeart/2005/8/layout/orgChart1"/>
    <dgm:cxn modelId="{26C76997-27B3-46A4-81C0-C3B7C1ACB912}" srcId="{4EA07B48-C2AE-4983-A250-2FFD76F62A88}" destId="{3C060F7F-E0D3-4C9F-97A9-B1454AF5C580}" srcOrd="0" destOrd="0" parTransId="{6AD0F289-9B5F-4EE3-A156-62D554B5BEAA}" sibTransId="{9F98E151-DC1B-406D-95F0-382F89CBBC18}"/>
    <dgm:cxn modelId="{146B6A97-4B59-4A34-9CC0-57E43D338123}" type="presOf" srcId="{DA9CF7E5-6EEF-4585-92DA-AB6DADDBEA51}" destId="{EEA6FBEC-7019-4CCD-BCE3-A8F37091A7D8}" srcOrd="1" destOrd="0" presId="urn:microsoft.com/office/officeart/2005/8/layout/orgChart1"/>
    <dgm:cxn modelId="{33EE5598-A415-45AD-BB21-8339553683F1}" type="presOf" srcId="{0E44B39A-0FBC-4484-831A-F96F9BCD4197}" destId="{0FF1E997-4D8E-4AFB-9BE6-462D98A8DCA1}" srcOrd="0" destOrd="0" presId="urn:microsoft.com/office/officeart/2005/8/layout/orgChart1"/>
    <dgm:cxn modelId="{04299298-37FD-4140-B3EA-DE353B32C77D}" srcId="{FC802C5A-FC20-444D-934E-125FECA8F73C}" destId="{5A2A8607-3842-4C50-9DC3-FBF6BD410224}" srcOrd="1" destOrd="0" parTransId="{7BAC6D09-F361-493D-8A10-EA16AD4B8F83}" sibTransId="{60D6807C-51FF-45E2-A78B-9F4C55456B0D}"/>
    <dgm:cxn modelId="{1DE59998-0C8B-4303-8F7F-9132B7C8E67B}" srcId="{C7BE4D7B-0ED2-4647-9E9B-0AEE0050C74F}" destId="{A580CCD9-DE1B-42F1-B2FA-292DA6F437E0}" srcOrd="1" destOrd="0" parTransId="{6690B8A0-8D28-4032-B6FE-2F4F4E6D4CBD}" sibTransId="{57CB6680-B61E-4442-96B7-9ACFD07A2645}"/>
    <dgm:cxn modelId="{7FA9A298-1C00-47C8-A478-0C1A05EDBEC5}" srcId="{DA14AD23-FFB5-44A7-A338-6365E1708E55}" destId="{E36E3968-4665-4018-B98D-5C7242A3C926}" srcOrd="3" destOrd="0" parTransId="{E52B014A-3B20-42E0-8377-D0E14C966A21}" sibTransId="{87893B4B-D77C-4C61-8F58-C10BA65FA1EA}"/>
    <dgm:cxn modelId="{3B031599-9D0E-4541-A390-42EB5B33D219}" type="presOf" srcId="{F7F1AF26-DEFD-4A7C-8352-46BF41579B94}" destId="{3ACD419F-27E4-43C8-BD5A-D6883C12A6B3}" srcOrd="1" destOrd="0" presId="urn:microsoft.com/office/officeart/2005/8/layout/orgChart1"/>
    <dgm:cxn modelId="{D612EE99-9DF9-45AB-A2C9-BA7F20CED491}" type="presOf" srcId="{11C7898F-0FED-4AEC-B702-280D40F9143D}" destId="{E22ED98B-DF9A-4B42-B105-760AFD836F73}" srcOrd="0" destOrd="0" presId="urn:microsoft.com/office/officeart/2005/8/layout/orgChart1"/>
    <dgm:cxn modelId="{5260F699-A97E-48CA-9F19-357471A15818}" type="presOf" srcId="{593E3876-C498-4010-AC8B-8F65EF1AA557}" destId="{58DD75B2-08D6-4CBC-88F9-D6DDE9C5E101}" srcOrd="0" destOrd="0" presId="urn:microsoft.com/office/officeart/2005/8/layout/orgChart1"/>
    <dgm:cxn modelId="{44AD1D9A-D354-4B7B-84F5-A77406598C12}" srcId="{D61CCEE3-2F8C-4BC6-90C8-E0531C6D1CCA}" destId="{9825DAB7-EDFA-4548-946A-B352FF8CF6EE}" srcOrd="1" destOrd="0" parTransId="{3EB13195-CF9C-4117-8326-CA6F97D16340}" sibTransId="{3DE6F7F4-0046-418D-9D5A-28E369E01326}"/>
    <dgm:cxn modelId="{FBC6459A-8459-49AA-986B-D115EAD3ECF6}" type="presOf" srcId="{09BA70D3-FA02-41E5-B57D-2FC6DEEF725D}" destId="{66D126F4-F55C-4069-A060-CBF68DE4C324}" srcOrd="0" destOrd="0" presId="urn:microsoft.com/office/officeart/2005/8/layout/orgChart1"/>
    <dgm:cxn modelId="{698F899A-7097-4A29-A25D-968E7DF103DF}" srcId="{742EA92D-5390-4ACA-BE91-BDDD2527E371}" destId="{A472EBA8-DE97-4195-AE97-70624554AB82}" srcOrd="1" destOrd="0" parTransId="{74D12453-3FC5-47E4-80A0-AAE821BDE0E1}" sibTransId="{78810217-A9B3-4949-9BD5-900888CA42FC}"/>
    <dgm:cxn modelId="{A9EF8B9A-6742-48F0-B5E7-CED6478E50A1}" type="presOf" srcId="{CD48D2D7-5F56-4E77-A57E-AEB9BB43FB5D}" destId="{DE02F199-87FA-49C0-8BD2-ED55D47C0136}" srcOrd="0" destOrd="0" presId="urn:microsoft.com/office/officeart/2005/8/layout/orgChart1"/>
    <dgm:cxn modelId="{8A7B9A9A-1A0C-405B-9C24-2437D0427DF0}" srcId="{9A589A85-9A19-4D5B-970F-E323C3CAC88F}" destId="{163D6853-186B-4D3E-870D-F0AB9A5D27BA}" srcOrd="2" destOrd="0" parTransId="{F1D7449C-54F4-4261-99E8-64D6A1A7F59B}" sibTransId="{000AF269-F608-48A2-BBCF-EF6A7456AC01}"/>
    <dgm:cxn modelId="{4C6E319B-EBA1-4B1F-8033-7C5955824EF8}" type="presOf" srcId="{00936772-665E-45BA-A65E-628303F8AD2A}" destId="{98E3C23C-F0D8-484B-93FC-664102251547}" srcOrd="0" destOrd="0" presId="urn:microsoft.com/office/officeart/2005/8/layout/orgChart1"/>
    <dgm:cxn modelId="{F306379B-842D-49B4-BA73-B0383E11ED2C}" type="presOf" srcId="{FCF56C29-E9A2-4F3E-867C-63AEEE15B07A}" destId="{46BA67D1-1A5C-4A5A-9670-53FE6250BA5E}" srcOrd="1" destOrd="0" presId="urn:microsoft.com/office/officeart/2005/8/layout/orgChart1"/>
    <dgm:cxn modelId="{204BBB9B-A4BA-4C5F-8AE8-389EE7D5A145}" type="presOf" srcId="{45417028-FE0D-417A-AFAB-5B65ADAEF4E2}" destId="{E082EA0A-8FF0-4D6F-AB1E-BD9E8450DFF9}" srcOrd="0" destOrd="0" presId="urn:microsoft.com/office/officeart/2005/8/layout/orgChart1"/>
    <dgm:cxn modelId="{94DD049C-BB99-406E-8A43-421E70703666}" type="presOf" srcId="{2E9CCB85-040E-4584-B1CA-97F39BEF60F7}" destId="{C55C7745-43F9-4B0E-A3B8-D1FC8C5F619A}" srcOrd="0" destOrd="0" presId="urn:microsoft.com/office/officeart/2005/8/layout/orgChart1"/>
    <dgm:cxn modelId="{D74A109C-E7A4-424F-9328-FC47C6CF249F}" type="presOf" srcId="{A2E72B4C-2D38-4E71-9A38-22EE79A4F3A0}" destId="{B79AEDF5-A48E-4FA8-8294-29BD293ACE6A}" srcOrd="1" destOrd="0" presId="urn:microsoft.com/office/officeart/2005/8/layout/orgChart1"/>
    <dgm:cxn modelId="{AD53C99C-2877-4192-A15F-CBF33335AE49}" type="presOf" srcId="{84D46C18-5DCB-4B66-BFBA-45042C7DF64C}" destId="{B0466266-8188-4F7E-A80F-05CAB5A293A0}" srcOrd="1" destOrd="0" presId="urn:microsoft.com/office/officeart/2005/8/layout/orgChart1"/>
    <dgm:cxn modelId="{1421EF9C-E4BD-4A60-A8A9-54C32322EA7F}" srcId="{6B2D8762-78E7-486E-9CBB-28890933D194}" destId="{0C55F8A7-884A-428D-8573-93E0A81F805F}" srcOrd="1" destOrd="0" parTransId="{6FC74B4C-002A-4A3A-BDE3-53F993DD5069}" sibTransId="{887A522F-8BFE-4311-A475-B2AE7BBBAA5B}"/>
    <dgm:cxn modelId="{EB6FFB9C-3789-4179-8B72-B89547FC2E53}" srcId="{0E931518-3234-4BB2-BAEF-30FFC5721C07}" destId="{3ACD65AF-2B37-45BD-B40D-29F8442D2D24}" srcOrd="8" destOrd="0" parTransId="{BB9CEE6A-A6B9-4811-88D3-1F2A772C9F68}" sibTransId="{C8099437-4FD1-4FB6-A244-6627873F9621}"/>
    <dgm:cxn modelId="{258EFE9C-EBFA-475B-8132-24E70EF44248}" type="presOf" srcId="{B60BF02F-0A58-445B-8454-171B5F3DE523}" destId="{0B919FD3-A585-4D4B-A94F-8A14FA9B363B}" srcOrd="0" destOrd="0" presId="urn:microsoft.com/office/officeart/2005/8/layout/orgChart1"/>
    <dgm:cxn modelId="{922E159D-5879-4420-881A-562E4476FA40}" type="presOf" srcId="{5A5A073D-9C0C-4FD8-BE7E-6C31FEAA6798}" destId="{30F0D94C-982B-4CB4-A966-9BD45354CE6F}" srcOrd="0" destOrd="0" presId="urn:microsoft.com/office/officeart/2005/8/layout/orgChart1"/>
    <dgm:cxn modelId="{458D1B9D-8D45-492D-9DF1-CF4E25F536E6}" type="presOf" srcId="{21F36B7A-77BE-4D75-BEDC-242B66CB657B}" destId="{468894E4-63B2-4338-8A13-4AD06B305397}" srcOrd="0" destOrd="0" presId="urn:microsoft.com/office/officeart/2005/8/layout/orgChart1"/>
    <dgm:cxn modelId="{EB8DA59D-0431-4ACC-AA02-E3D1FE5D07A6}" type="presOf" srcId="{BC38D017-A068-48FF-B685-4644C2077AE5}" destId="{9922B42C-B788-4C2E-8523-D537B3109055}" srcOrd="0" destOrd="0" presId="urn:microsoft.com/office/officeart/2005/8/layout/orgChart1"/>
    <dgm:cxn modelId="{B4F6DD9D-47FE-4AAE-BE9F-C1E77D74A29F}" srcId="{DBA2CDB5-4E12-45A9-9222-E984B29D8CFC}" destId="{593E3876-C498-4010-AC8B-8F65EF1AA557}" srcOrd="7" destOrd="0" parTransId="{B8255F93-789D-4C05-84B6-589C6F075638}" sibTransId="{8022AE8D-EA6A-427B-85B3-7921BAC7AEEA}"/>
    <dgm:cxn modelId="{8C6C4B9E-3EC1-4EEE-A47C-B010A804DAA6}" type="presOf" srcId="{228577B5-C929-4096-A57F-CFEB2C6B683D}" destId="{4230F1FE-202E-4231-9A87-0B5896D9CE31}" srcOrd="0" destOrd="0" presId="urn:microsoft.com/office/officeart/2005/8/layout/orgChart1"/>
    <dgm:cxn modelId="{25A99C9E-899E-46F6-9FF5-B0B245DE0F70}" type="presOf" srcId="{127A3853-3ADA-40B5-9802-A301182A78DE}" destId="{3A54350E-1853-47D7-9582-F36806928C54}" srcOrd="0" destOrd="0" presId="urn:microsoft.com/office/officeart/2005/8/layout/orgChart1"/>
    <dgm:cxn modelId="{7DFECC9F-D7CE-4027-9E5F-59FCCA8B4902}" srcId="{41A86E90-4C49-409E-B804-CD67942CA75D}" destId="{6EB399A4-370F-480A-8284-897FA727D3F5}" srcOrd="2" destOrd="0" parTransId="{5E11AE78-7779-4807-82F9-48C039833DBC}" sibTransId="{BB5AE43F-D14B-4C2A-89A8-6B31C83FBE85}"/>
    <dgm:cxn modelId="{E4B42EA0-48D4-4323-943F-C50E459C4573}" type="presOf" srcId="{DBA2CDB5-4E12-45A9-9222-E984B29D8CFC}" destId="{854B43F5-0696-4CA6-8658-E27AFF6276EB}" srcOrd="0" destOrd="0" presId="urn:microsoft.com/office/officeart/2005/8/layout/orgChart1"/>
    <dgm:cxn modelId="{84F2F3A0-753D-40C9-BA82-7A11C7F18E96}" type="presOf" srcId="{C66AC65B-05CA-4537-B09D-03836ADDD72D}" destId="{20285960-3998-4223-B05B-3CF7BF47CE8E}" srcOrd="1" destOrd="0" presId="urn:microsoft.com/office/officeart/2005/8/layout/orgChart1"/>
    <dgm:cxn modelId="{1EA8FCA0-6DAB-4065-A807-368AB7E9CD2C}" srcId="{DF366E50-739B-4595-8BB8-E44C043D9650}" destId="{75C02CA7-25F6-4877-8574-5CC584D3E7A6}" srcOrd="0" destOrd="0" parTransId="{C1DE4959-B4C7-46D8-BE51-ED4B0051825E}" sibTransId="{088437C6-15E1-4054-B4E1-5C546BC2F582}"/>
    <dgm:cxn modelId="{514DFEA0-6864-4A16-8618-6A8E7530FC4E}" type="presOf" srcId="{C155DD5D-EBE4-4599-BA1D-A2ECF96C2C4E}" destId="{B2D7F202-65BC-4BA4-8078-EF2743C14C10}" srcOrd="1" destOrd="0" presId="urn:microsoft.com/office/officeart/2005/8/layout/orgChart1"/>
    <dgm:cxn modelId="{A99E3FA1-C837-455E-A0C2-76A8C69EA143}" type="presOf" srcId="{05650E7E-5B1A-45D4-8FAE-957315A01A96}" destId="{A64F2D45-3471-4308-AB70-2C0745310B39}" srcOrd="0" destOrd="0" presId="urn:microsoft.com/office/officeart/2005/8/layout/orgChart1"/>
    <dgm:cxn modelId="{3D98BDA1-3CD6-49E5-8995-F0D9D93C7A36}" type="presOf" srcId="{5DDDE468-FBC1-487B-95D5-1F78FFA7087C}" destId="{10A052D8-0E36-4624-82EB-65D8289A1E80}" srcOrd="0" destOrd="0" presId="urn:microsoft.com/office/officeart/2005/8/layout/orgChart1"/>
    <dgm:cxn modelId="{8F9210A2-946E-4F91-8D73-4C0673BFC2AF}" srcId="{03AEE97B-811E-47A2-90F0-6F452FD6F291}" destId="{003E976B-3655-4EFD-83A6-E8A1545A6BA9}" srcOrd="2" destOrd="0" parTransId="{56652831-896A-433F-BBBD-E48C05026502}" sibTransId="{B1D460AA-F126-45E5-9FB6-9DEA0EE1E196}"/>
    <dgm:cxn modelId="{96C4A7A2-3A63-4B90-A616-4A0C4FE42548}" srcId="{D61CCEE3-2F8C-4BC6-90C8-E0531C6D1CCA}" destId="{14DF952B-9147-4B14-A028-28D39704FB3E}" srcOrd="6" destOrd="0" parTransId="{00936772-665E-45BA-A65E-628303F8AD2A}" sibTransId="{83F238B2-4966-4837-86C1-4D42CFC12506}"/>
    <dgm:cxn modelId="{AE6022A3-7F1E-4184-8D61-1947E527D065}" srcId="{E54036C3-6746-4A22-8F0B-28C453A8A206}" destId="{58FF33C0-DE45-4F5B-80A3-097091D58511}" srcOrd="3" destOrd="0" parTransId="{72550525-E394-4860-A413-8FB4CA27CD2A}" sibTransId="{BC33FDC7-E389-4F80-8980-8DEDF7050F00}"/>
    <dgm:cxn modelId="{E42555A3-7613-4CC5-96A2-5CB345A913F7}" type="presOf" srcId="{847F2413-DDF8-4811-B0D1-F7A8A7166B48}" destId="{8240C7BA-920B-409C-93DE-2D945DCED6E7}" srcOrd="0" destOrd="0" presId="urn:microsoft.com/office/officeart/2005/8/layout/orgChart1"/>
    <dgm:cxn modelId="{DE5A7DA4-49D8-4F73-8780-F6A3E0059574}" type="presOf" srcId="{6B6879E3-298D-4EB3-B5C4-DEB86E3858FB}" destId="{6B8D6A69-C941-4774-B9EB-83114D12CAC1}" srcOrd="0" destOrd="0" presId="urn:microsoft.com/office/officeart/2005/8/layout/orgChart1"/>
    <dgm:cxn modelId="{F49791A4-D7D2-450F-A0D8-863B976D28FC}" type="presOf" srcId="{9DF9E3C2-ECC8-4548-81CA-7BF926A211CF}" destId="{96DC383A-3B2C-439F-B25E-79C5CF496D01}" srcOrd="0" destOrd="0" presId="urn:microsoft.com/office/officeart/2005/8/layout/orgChart1"/>
    <dgm:cxn modelId="{20A9A0A4-E1FC-4341-9045-3C1E98B9003C}" type="presOf" srcId="{4BE4E321-13DB-46F6-B836-C0536D46723C}" destId="{6EA33034-635F-4998-818F-A9FCD1DFC48F}" srcOrd="0" destOrd="0" presId="urn:microsoft.com/office/officeart/2005/8/layout/orgChart1"/>
    <dgm:cxn modelId="{523846A5-ACF5-4A51-8E19-F7F2D33497F1}" type="presOf" srcId="{D6EE0E96-19C5-4540-9C49-B9F6643D6730}" destId="{F8E08B33-E382-4837-96AB-DB87E64FEEF5}" srcOrd="0" destOrd="0" presId="urn:microsoft.com/office/officeart/2005/8/layout/orgChart1"/>
    <dgm:cxn modelId="{23CCFAA5-1166-4302-B203-B08B2FFA1BDE}" type="presOf" srcId="{3B352D94-37FB-4F66-9065-6F42540BD40C}" destId="{1501D6B4-7B68-4062-99B1-E20045386F2C}" srcOrd="0" destOrd="0" presId="urn:microsoft.com/office/officeart/2005/8/layout/orgChart1"/>
    <dgm:cxn modelId="{BA943CA6-8FC8-4BB3-A6BB-28F8D92B68F3}" srcId="{4718AB96-EAB9-4BE3-9A85-EB96876066FE}" destId="{FB108984-5A1F-48B1-93FE-1F4A1A178C6A}" srcOrd="2" destOrd="0" parTransId="{A823DDFE-76FB-477B-B3DE-78568AAB9323}" sibTransId="{583D0039-1968-4B7B-BC83-08DECE3A12BD}"/>
    <dgm:cxn modelId="{B02E8DA6-4057-4223-B911-0619B8B372C3}" type="presOf" srcId="{03288A97-D612-4DB6-8F32-82E3A4B35BC3}" destId="{D8EAE8D2-7EEC-4F6E-90F8-CD74BBEC439C}" srcOrd="1" destOrd="0" presId="urn:microsoft.com/office/officeart/2005/8/layout/orgChart1"/>
    <dgm:cxn modelId="{849EFCA6-5B6F-4904-B1CC-59085577FE09}" type="presOf" srcId="{48E9DDCF-4DDF-410F-B171-7EF0FA95F0C0}" destId="{566C872B-88D4-4851-9487-F3479870FB47}" srcOrd="0" destOrd="0" presId="urn:microsoft.com/office/officeart/2005/8/layout/orgChart1"/>
    <dgm:cxn modelId="{15DE76A7-2700-4D7B-99FC-05FC6924A336}" srcId="{D61CCEE3-2F8C-4BC6-90C8-E0531C6D1CCA}" destId="{7CA06230-365F-4163-90B9-9084D80FB553}" srcOrd="4" destOrd="0" parTransId="{0B23147A-C278-48A1-867A-0B614F278DCA}" sibTransId="{F2CD34B4-52D2-4FF4-872B-069924D714A7}"/>
    <dgm:cxn modelId="{4CE60FA8-3F20-47C3-9316-8DC3E9C41D64}" type="presOf" srcId="{27EF958B-1C27-407F-8C47-FC0F751E4BBC}" destId="{096E9944-01A6-4A5C-8F66-BD9ADFF0A131}" srcOrd="0" destOrd="0" presId="urn:microsoft.com/office/officeart/2005/8/layout/orgChart1"/>
    <dgm:cxn modelId="{960239A8-2F1A-45FA-8201-04F63BD65F9D}" type="presOf" srcId="{3A6F79B3-426D-48DA-BB40-427AA2B672DF}" destId="{7181310A-1A30-48EC-87CE-09555602F8C7}" srcOrd="1" destOrd="0" presId="urn:microsoft.com/office/officeart/2005/8/layout/orgChart1"/>
    <dgm:cxn modelId="{544D9FA8-5BC8-4CB9-A424-14A2CA74D935}" srcId="{7FD3668C-F688-4AD9-B427-37BC95ED4DAB}" destId="{60AA9AA0-9BF1-4B16-B992-B74E8A868D7C}" srcOrd="0" destOrd="0" parTransId="{66272C57-01D4-488E-B6B5-8000701FC177}" sibTransId="{71FCD098-6FB5-4C20-8D35-870F83B12F3D}"/>
    <dgm:cxn modelId="{254D94A9-228E-4EA9-8A00-C56F2DDECB59}" type="presOf" srcId="{8B2BB921-4290-4C33-8398-BC3C1422FC09}" destId="{6F5083C4-E915-4FB1-BF08-29FDC06A5935}" srcOrd="1" destOrd="0" presId="urn:microsoft.com/office/officeart/2005/8/layout/orgChart1"/>
    <dgm:cxn modelId="{418BA2A9-55E3-438A-B45D-4BFAC2A723CD}" srcId="{6826D294-ED97-4621-863D-0B6459F5824A}" destId="{43A5C799-0F40-4239-8BA5-5F7A79B805C5}" srcOrd="1" destOrd="0" parTransId="{64522B8D-1994-46D2-A7A6-7AC105A8CF9A}" sibTransId="{07363007-23D1-430E-8F10-D5BA01362A4B}"/>
    <dgm:cxn modelId="{138701AA-814B-40E6-A7C4-0C8E6585C391}" type="presOf" srcId="{C197409B-43C9-4782-8DFA-D12BA3951A8F}" destId="{BEAD169F-0232-4EBF-8FD6-3A61942A3F73}" srcOrd="1" destOrd="0" presId="urn:microsoft.com/office/officeart/2005/8/layout/orgChart1"/>
    <dgm:cxn modelId="{ADC589AA-921D-49F1-B9EB-AF075E09D4C3}" srcId="{7CA06230-365F-4163-90B9-9084D80FB553}" destId="{C8F37173-6759-4C46-ADCE-456EBEA8EB1F}" srcOrd="0" destOrd="0" parTransId="{594629E1-23DF-4114-BA82-0FBEA369FDDB}" sibTransId="{527F8FC9-5DFC-4BCD-A048-F6E804A6CBDA}"/>
    <dgm:cxn modelId="{914A58AB-FA06-4E83-969F-9521044BCF1C}" type="presOf" srcId="{7F0FB6FA-86B1-4B95-B5D8-890758472E7F}" destId="{5E4F2D89-8D69-4417-B047-6ABD8055E77B}" srcOrd="0" destOrd="0" presId="urn:microsoft.com/office/officeart/2005/8/layout/orgChart1"/>
    <dgm:cxn modelId="{495994AB-AB29-4551-A685-92FF2D577537}" type="presOf" srcId="{0FE2BD79-0EBB-439E-9B30-06FC90DBB76B}" destId="{E8AED562-7BF2-4FE4-A29F-65497804963A}" srcOrd="0" destOrd="0" presId="urn:microsoft.com/office/officeart/2005/8/layout/orgChart1"/>
    <dgm:cxn modelId="{0A43A9AB-AC0C-4BF0-84D2-9700207E6531}" srcId="{4EA07B48-C2AE-4983-A250-2FFD76F62A88}" destId="{02F3D114-2295-47BC-B402-5A3B5D632A67}" srcOrd="2" destOrd="0" parTransId="{B173F06B-FC5E-4823-9857-66FD5957587F}" sibTransId="{C423C21F-6701-49CB-8A7D-CB1A1B228FCC}"/>
    <dgm:cxn modelId="{4ECFFAAB-2581-4931-8C85-592F6E55CB92}" srcId="{593E3876-C498-4010-AC8B-8F65EF1AA557}" destId="{9857A4DD-3DF8-48BA-9117-1C73048BE1B1}" srcOrd="2" destOrd="0" parTransId="{4D28EB2B-597D-46D3-AB3A-2509C2681965}" sibTransId="{AF46F28D-E576-48C4-B396-732A08015841}"/>
    <dgm:cxn modelId="{8748FDAB-73CB-4BB4-A7CC-F7E368401D35}" type="presOf" srcId="{D2BB2FCF-5D6A-4749-BBF4-E2608D4EF072}" destId="{4B00F391-062E-4FDC-BFC4-81765CC3431A}" srcOrd="0" destOrd="0" presId="urn:microsoft.com/office/officeart/2005/8/layout/orgChart1"/>
    <dgm:cxn modelId="{88E5FFAC-1CA6-4F5C-9213-5B63015DD222}" type="presOf" srcId="{C0DB2E44-6B37-419A-BD17-5F5B2B7C18D8}" destId="{279B4F28-8E69-4E9C-B3F5-C8A405B1177D}" srcOrd="0" destOrd="0" presId="urn:microsoft.com/office/officeart/2005/8/layout/orgChart1"/>
    <dgm:cxn modelId="{A8652BAD-D710-46A1-BC8C-398E77E3168A}" srcId="{593E3876-C498-4010-AC8B-8F65EF1AA557}" destId="{4EA07B48-C2AE-4983-A250-2FFD76F62A88}" srcOrd="0" destOrd="0" parTransId="{D9331853-0B01-4DC3-9000-11ED9DE37D1D}" sibTransId="{EF0317A6-53AC-4189-A3AA-C96203F3B063}"/>
    <dgm:cxn modelId="{708316AE-55AB-40BF-9D4D-DD8EC5A220D9}" type="presOf" srcId="{B7B90201-9CC3-4939-883B-F116E8E88690}" destId="{EEFA32E0-3FD1-4B27-B1F7-F5986B909A25}" srcOrd="1" destOrd="0" presId="urn:microsoft.com/office/officeart/2005/8/layout/orgChart1"/>
    <dgm:cxn modelId="{D1C3AFAE-277D-42C7-A3A0-BEFA5D1F835D}" srcId="{DBA2CDB5-4E12-45A9-9222-E984B29D8CFC}" destId="{D2BB2FCF-5D6A-4749-BBF4-E2608D4EF072}" srcOrd="2" destOrd="0" parTransId="{CA8C9DA8-B5AC-4D81-AC06-773BA8792F0F}" sibTransId="{05062EBC-BE9F-4E58-880E-3D0234A193D1}"/>
    <dgm:cxn modelId="{922DEEAE-C93A-4DB2-9B39-5851903F4795}" type="presOf" srcId="{000B6A64-643C-4E2A-A61B-79DD042015E8}" destId="{86E13E42-F057-434E-B579-481CA7B94437}" srcOrd="0" destOrd="0" presId="urn:microsoft.com/office/officeart/2005/8/layout/orgChart1"/>
    <dgm:cxn modelId="{1EE954AF-DDC7-41D0-933C-77A7ECC29E27}" type="presOf" srcId="{F19EFBBD-82FF-4971-B93B-9004EFBF43BC}" destId="{895D360A-224D-4B40-94B4-312CCB94722C}" srcOrd="0" destOrd="0" presId="urn:microsoft.com/office/officeart/2005/8/layout/orgChart1"/>
    <dgm:cxn modelId="{39E09FAF-BE52-4D71-8C3F-369C50781AFD}" srcId="{D36D15DD-AF39-41FC-AF73-0A2E602E4F02}" destId="{63533CAC-DAB2-4170-A9C9-A3625B83AA63}" srcOrd="3" destOrd="0" parTransId="{EECDDE57-5A85-400F-8C8D-5AC9E61DA385}" sibTransId="{8ABF168E-11B3-43FB-A55B-7E35272672DE}"/>
    <dgm:cxn modelId="{846D57B0-8B0E-4076-A080-91B234577FB2}" type="presOf" srcId="{74A0BC27-591C-41A6-86ED-F8B31B4FAD96}" destId="{4E3EF15A-A0D5-465A-A0DE-03DF43825030}" srcOrd="1" destOrd="0" presId="urn:microsoft.com/office/officeart/2005/8/layout/orgChart1"/>
    <dgm:cxn modelId="{5784EFB0-7C38-4363-8AF5-14E70B334045}" type="presOf" srcId="{6FC74B4C-002A-4A3A-BDE3-53F993DD5069}" destId="{08BE3875-FEA3-441E-A210-D759E8BDEED7}" srcOrd="0" destOrd="0" presId="urn:microsoft.com/office/officeart/2005/8/layout/orgChart1"/>
    <dgm:cxn modelId="{FD4F60B1-61F5-483B-B594-1DCDF47B8FFF}" type="presOf" srcId="{7C86E7C0-52FA-4105-B90B-B74D4E479186}" destId="{0F42063A-BEF5-45D8-A94A-62018F98299A}" srcOrd="0" destOrd="0" presId="urn:microsoft.com/office/officeart/2005/8/layout/orgChart1"/>
    <dgm:cxn modelId="{47FC8AB1-B457-471E-9490-92629CA33941}" type="presOf" srcId="{7FD3668C-F688-4AD9-B427-37BC95ED4DAB}" destId="{EF02F379-6705-4358-BAEA-38F31EDF02C5}" srcOrd="0" destOrd="0" presId="urn:microsoft.com/office/officeart/2005/8/layout/orgChart1"/>
    <dgm:cxn modelId="{3C8CFDB1-EF6E-4CCB-8122-72AE92A8B3FA}" srcId="{9825DAB7-EDFA-4548-946A-B352FF8CF6EE}" destId="{AB9173F2-29AB-4174-BC7F-8F6D631BF1E9}" srcOrd="4" destOrd="0" parTransId="{B0A31B98-D1BA-4C79-9BD2-5B0881DCC849}" sibTransId="{C48ACD44-54B0-4556-B6DA-80675960233F}"/>
    <dgm:cxn modelId="{59614AB3-389F-471E-AD8C-DFE9C0156879}" type="presOf" srcId="{A472EBA8-DE97-4195-AE97-70624554AB82}" destId="{EED91022-553F-4726-863F-FFCA21806A4F}" srcOrd="1" destOrd="0" presId="urn:microsoft.com/office/officeart/2005/8/layout/orgChart1"/>
    <dgm:cxn modelId="{7B0ACEB3-4E1A-4006-8E88-7196B1D7E628}" type="presOf" srcId="{44E14E13-62C9-4BD6-B29B-AFF523D0C673}" destId="{C6B08EA8-F565-4FBA-9AE2-A079E5856402}" srcOrd="0" destOrd="0" presId="urn:microsoft.com/office/officeart/2005/8/layout/orgChart1"/>
    <dgm:cxn modelId="{2A68FDB3-F453-4AEB-B8B8-E36D0113CC61}" type="presOf" srcId="{4FD94426-E2D0-448C-92FA-EAA6560D0C9A}" destId="{82658557-D38F-4F12-8C3A-97D59729E408}" srcOrd="0" destOrd="0" presId="urn:microsoft.com/office/officeart/2005/8/layout/orgChart1"/>
    <dgm:cxn modelId="{A3A42DB4-05A4-4A9D-96F4-68C1A93CC043}" type="presOf" srcId="{7FD3668C-F688-4AD9-B427-37BC95ED4DAB}" destId="{30E92D82-93E1-4C71-8848-7FBC250CD8B4}" srcOrd="1" destOrd="0" presId="urn:microsoft.com/office/officeart/2005/8/layout/orgChart1"/>
    <dgm:cxn modelId="{28A345B4-0767-4EF0-BC18-EA255C11108B}" srcId="{DBA2CDB5-4E12-45A9-9222-E984B29D8CFC}" destId="{9A589A85-9A19-4D5B-970F-E323C3CAC88F}" srcOrd="0" destOrd="0" parTransId="{B8B63E5E-B75A-4BF4-BA49-83608999CFFE}" sibTransId="{E6E2CA57-169A-4D02-B7D8-6F54B655CE02}"/>
    <dgm:cxn modelId="{FEF6BBB4-B6A0-4012-AFB4-264D3FCA55CC}" type="presOf" srcId="{7F32F1E8-6B16-41FA-89EB-7549CD4075BD}" destId="{D4869BB8-33C4-45E7-ACC9-E957C4CBF277}" srcOrd="1" destOrd="0" presId="urn:microsoft.com/office/officeart/2005/8/layout/orgChart1"/>
    <dgm:cxn modelId="{7856FBB4-B1C6-4C79-B444-FC095B02E2AA}" type="presOf" srcId="{75C02CA7-25F6-4877-8574-5CC584D3E7A6}" destId="{ACA5DE27-F8D5-488C-AA01-063BAA769DD6}" srcOrd="0" destOrd="0" presId="urn:microsoft.com/office/officeart/2005/8/layout/orgChart1"/>
    <dgm:cxn modelId="{98015EB5-77B7-4EF9-8157-CDD18C254336}" type="presOf" srcId="{D36D15DD-AF39-41FC-AF73-0A2E602E4F02}" destId="{9D8FBD4B-D3BF-4216-A7A4-DBFAD9C4FC5C}" srcOrd="0" destOrd="0" presId="urn:microsoft.com/office/officeart/2005/8/layout/orgChart1"/>
    <dgm:cxn modelId="{4780AEB5-93F4-465A-894F-970FEF8A7A2A}" type="presOf" srcId="{AB9173F2-29AB-4174-BC7F-8F6D631BF1E9}" destId="{0259C31A-8186-480B-8A09-55CDEC7DA63A}" srcOrd="0" destOrd="0" presId="urn:microsoft.com/office/officeart/2005/8/layout/orgChart1"/>
    <dgm:cxn modelId="{C9AAD6B5-9544-477C-91C1-ADE1158D194E}" type="presOf" srcId="{0ED5C13F-1DE1-49F6-B456-4A5002895272}" destId="{4311BA6E-2CF0-4646-98E6-1CD2B6ED86B7}" srcOrd="1" destOrd="0" presId="urn:microsoft.com/office/officeart/2005/8/layout/orgChart1"/>
    <dgm:cxn modelId="{630A58B6-2AFB-42D6-89AD-23FDE26F6B21}" srcId="{DBA2CDB5-4E12-45A9-9222-E984B29D8CFC}" destId="{F62D1CC5-A046-45C6-802A-E18BAA5E5B26}" srcOrd="1" destOrd="0" parTransId="{3554D000-F587-4F79-B788-3B90F5908638}" sibTransId="{4888BF0C-BE88-4E1D-9DBC-5814627BA9A3}"/>
    <dgm:cxn modelId="{1B5A59B6-DDDF-47FB-A921-9DE964748F17}" type="presOf" srcId="{8D3E3696-AD3F-4024-ABDB-ABD404FA0986}" destId="{A85646F6-E1F5-4227-874D-122E8FE9F3AF}" srcOrd="0" destOrd="0" presId="urn:microsoft.com/office/officeart/2005/8/layout/orgChart1"/>
    <dgm:cxn modelId="{F07592B6-222D-47F5-BA8F-760B6AD9A3F9}" srcId="{201FC444-B1A2-4AA6-830D-6E060318B78F}" destId="{0E931518-3234-4BB2-BAEF-30FFC5721C07}" srcOrd="2" destOrd="0" parTransId="{814A2B4D-AC86-4BAA-A345-BC1297D3F395}" sibTransId="{72386EE5-33A4-40D9-85C4-B3E89B7E3ABE}"/>
    <dgm:cxn modelId="{1CB439B7-F4E6-4A5A-8C9D-7FAE3215CDBB}" type="presOf" srcId="{ABF22A80-BD80-4E90-ADC7-EAEDE1524FC3}" destId="{AD6891F7-C29A-45DA-B0BE-89E4B13C0D0D}" srcOrd="0" destOrd="0" presId="urn:microsoft.com/office/officeart/2005/8/layout/orgChart1"/>
    <dgm:cxn modelId="{92FB46B7-59A2-4677-9025-1212A97D80D0}" type="presOf" srcId="{1779F78D-CD5D-457D-B6C1-3DA8910E0B02}" destId="{909160E5-F87A-4D00-87C7-6B8E06830254}" srcOrd="1" destOrd="0" presId="urn:microsoft.com/office/officeart/2005/8/layout/orgChart1"/>
    <dgm:cxn modelId="{B79BBAB7-14D9-47C9-98B3-8123EFA2D665}" srcId="{E54036C3-6746-4A22-8F0B-28C453A8A206}" destId="{0E44B39A-0FBC-4484-831A-F96F9BCD4197}" srcOrd="5" destOrd="0" parTransId="{46EFE18F-7C25-4A1C-9A43-2C128B83AA05}" sibTransId="{CE9655FC-7149-454A-A08D-1DA2905A65AC}"/>
    <dgm:cxn modelId="{99A80FB8-4052-4FA9-B487-F05C3616A9C6}" type="presOf" srcId="{0B98FF25-5DE8-4429-A124-1FD9436AA7D3}" destId="{CC6DF3EC-1C01-4EA6-B161-103E6A0D8919}" srcOrd="1" destOrd="0" presId="urn:microsoft.com/office/officeart/2005/8/layout/orgChart1"/>
    <dgm:cxn modelId="{FF7744B8-D6CA-4E8E-8376-87E96E8C7463}" srcId="{6B2D8762-78E7-486E-9CBB-28890933D194}" destId="{4237B43B-BDA5-469D-9FB3-ED069517C9FF}" srcOrd="0" destOrd="0" parTransId="{3B352D94-37FB-4F66-9065-6F42540BD40C}" sibTransId="{49098EB6-BA95-4C24-B735-69CD201972CA}"/>
    <dgm:cxn modelId="{4476B8B8-C966-4021-A024-9E61C219C1A0}" type="presOf" srcId="{FE8FBC9B-15F5-4F59-B93B-3CC28849CC5D}" destId="{60190659-35D6-4C8A-B0E4-2389C90F82E8}" srcOrd="0" destOrd="0" presId="urn:microsoft.com/office/officeart/2005/8/layout/orgChart1"/>
    <dgm:cxn modelId="{464802B9-0943-4B53-A64F-0ADEAEDE3B4C}" srcId="{0B98FF25-5DE8-4429-A124-1FD9436AA7D3}" destId="{E754F540-F36F-482E-A5D0-1077900075B2}" srcOrd="3" destOrd="0" parTransId="{EA4ECA14-23BD-4F1F-A580-A3203F8DEEA4}" sibTransId="{D61417B6-F05B-4FAA-9803-6AD3C9E38D1A}"/>
    <dgm:cxn modelId="{E54D6AB9-D4E9-4665-AA03-CDEE4EBB9A50}" type="presOf" srcId="{4031127F-DAE9-491A-817B-4A3A321D6EAB}" destId="{BC11B85A-61E5-4882-ACBC-1B5FA0F6CD24}" srcOrd="0" destOrd="0" presId="urn:microsoft.com/office/officeart/2005/8/layout/orgChart1"/>
    <dgm:cxn modelId="{1B6C6FB9-9CAC-42AB-8093-86F054F4DB23}" type="presOf" srcId="{9D19086D-5DAB-4D3F-8A04-909BE97E28F7}" destId="{C9EC0D8A-3BD5-4A57-AA50-2223C8B96E7B}" srcOrd="1" destOrd="0" presId="urn:microsoft.com/office/officeart/2005/8/layout/orgChart1"/>
    <dgm:cxn modelId="{3EF8F4B9-6FC5-4948-92CF-92BBEE6CA460}" type="presOf" srcId="{EECDDE57-5A85-400F-8C8D-5AC9E61DA385}" destId="{30B547B4-DC33-48AF-902A-27F4245C1EC5}" srcOrd="0" destOrd="0" presId="urn:microsoft.com/office/officeart/2005/8/layout/orgChart1"/>
    <dgm:cxn modelId="{8C3DFEB9-15DB-46EF-BA22-C3ED50E6C80C}" srcId="{9A589A85-9A19-4D5B-970F-E323C3CAC88F}" destId="{C1420AC3-3F48-407E-B844-D85209141315}" srcOrd="0" destOrd="0" parTransId="{851BB038-CF7C-4AB5-B159-AF41FB2B2638}" sibTransId="{C6A978D3-2765-41F0-AAA4-03484BE23EF2}"/>
    <dgm:cxn modelId="{2D8D22BA-4F67-4CB7-8B13-624BF2E50EFA}" type="presOf" srcId="{7B948F4E-2602-4FFF-8BBE-0FF588B1E575}" destId="{8B20CBA4-5B6C-4352-9B6A-F3E549A84713}" srcOrd="0" destOrd="0" presId="urn:microsoft.com/office/officeart/2005/8/layout/orgChart1"/>
    <dgm:cxn modelId="{A8EEAFBA-0AC6-4618-A847-867C81A0407F}" srcId="{0E931518-3234-4BB2-BAEF-30FFC5721C07}" destId="{1779F78D-CD5D-457D-B6C1-3DA8910E0B02}" srcOrd="2" destOrd="0" parTransId="{E832B144-913B-41F5-8A6A-675E38AF782E}" sibTransId="{67CB2D4D-9217-4A65-B414-5A5407A210BF}"/>
    <dgm:cxn modelId="{69EC70BB-389D-4929-BB7C-A17FB6C4B408}" srcId="{DBA2CDB5-4E12-45A9-9222-E984B29D8CFC}" destId="{C197409B-43C9-4782-8DFA-D12BA3951A8F}" srcOrd="3" destOrd="0" parTransId="{2DD5F2C6-F25D-4CAA-94A3-03FCE7126841}" sibTransId="{B4DF7241-4932-48E8-AFB4-9C8DF7434CD1}"/>
    <dgm:cxn modelId="{D4C57BBB-4E25-408D-9EF6-D24E8E196EDE}" type="presOf" srcId="{85CC7A88-0605-4ADD-8335-493FA1EDEE7E}" destId="{37716CC6-99F4-440B-A100-AD33DA62B2EE}" srcOrd="0" destOrd="0" presId="urn:microsoft.com/office/officeart/2005/8/layout/orgChart1"/>
    <dgm:cxn modelId="{199DB6BB-2591-4505-A2C7-4738344AB643}" srcId="{FCDC869E-C208-4BF0-99F9-5E254CA23CAA}" destId="{68B745C4-2643-411D-92EC-51F62BE6E650}" srcOrd="1" destOrd="0" parTransId="{127A3853-3ADA-40B5-9802-A301182A78DE}" sibTransId="{938FA0DC-582B-4229-A680-3F6FC7AA253A}"/>
    <dgm:cxn modelId="{2CCFDFBB-5B7E-487B-AA61-7D80BEE80B38}" type="presOf" srcId="{EDAD82DD-52EA-4B75-B948-32C1C402F5B6}" destId="{E35B4C34-8C6A-4614-A545-AB7A02567676}" srcOrd="1" destOrd="0" presId="urn:microsoft.com/office/officeart/2005/8/layout/orgChart1"/>
    <dgm:cxn modelId="{612B03BC-34FC-4C0F-A928-77F3DAA871FF}" type="presOf" srcId="{D1407F65-0DCD-41ED-8768-0A445F5A1E1C}" destId="{D4325C78-374B-4BCC-96E9-846444032CD6}" srcOrd="0" destOrd="0" presId="urn:microsoft.com/office/officeart/2005/8/layout/orgChart1"/>
    <dgm:cxn modelId="{3B2011BC-EC2E-4987-AE69-19C248B84CBD}" type="presOf" srcId="{0ED5C13F-1DE1-49F6-B456-4A5002895272}" destId="{CAC3B591-A616-4638-BBE3-2B7FA40F8B5A}" srcOrd="0" destOrd="0" presId="urn:microsoft.com/office/officeart/2005/8/layout/orgChart1"/>
    <dgm:cxn modelId="{F7C21BBC-C5BB-4FF9-BE4E-761F3C1F18E3}" srcId="{D36D15DD-AF39-41FC-AF73-0A2E602E4F02}" destId="{3024D0C7-B312-42C5-A9D1-714F0FE6544C}" srcOrd="0" destOrd="0" parTransId="{DC046D41-F9A3-48A9-81E1-C87D35C9CB73}" sibTransId="{38507E91-7710-431C-8CA6-6934BB65B895}"/>
    <dgm:cxn modelId="{0D8D2ABC-43AB-4391-9A57-51E45BEB39EC}" srcId="{421A38C5-5A88-4006-A369-89A0A3A37BA6}" destId="{EBC9A9F2-054D-4DE7-A3A5-3DD9BF9ED80C}" srcOrd="1" destOrd="0" parTransId="{32ECFD61-F20B-45ED-AC53-478191C2B3DA}" sibTransId="{8B585AAA-19AC-47D1-8840-FB98D264595E}"/>
    <dgm:cxn modelId="{E133ADBC-C6D7-43D0-8C93-083AD23D80A0}" type="presOf" srcId="{62C7173A-92E8-42E2-8697-660AAF61A353}" destId="{2AC4AD08-A3C3-4CEF-93F0-9D1653ABE179}" srcOrd="0" destOrd="0" presId="urn:microsoft.com/office/officeart/2005/8/layout/orgChart1"/>
    <dgm:cxn modelId="{7D74AEBC-F0B8-472F-87D4-F3408418D550}" type="presOf" srcId="{0B23147A-C278-48A1-867A-0B614F278DCA}" destId="{2CE7C095-AADB-486D-8063-DFF4E84761F3}" srcOrd="0" destOrd="0" presId="urn:microsoft.com/office/officeart/2005/8/layout/orgChart1"/>
    <dgm:cxn modelId="{96BDA4BD-3388-4F87-83C0-9062BA322AA2}" type="presOf" srcId="{FCDC869E-C208-4BF0-99F9-5E254CA23CAA}" destId="{19CB1FD8-9285-4ADD-B1F1-181A7349059E}" srcOrd="0" destOrd="0" presId="urn:microsoft.com/office/officeart/2005/8/layout/orgChart1"/>
    <dgm:cxn modelId="{D85F9FBE-9FF5-474E-B8BC-20E06DCFF31C}" type="presOf" srcId="{02F3D114-2295-47BC-B402-5A3B5D632A67}" destId="{5896678A-33D8-4ECE-9854-B938536F3434}" srcOrd="1" destOrd="0" presId="urn:microsoft.com/office/officeart/2005/8/layout/orgChart1"/>
    <dgm:cxn modelId="{CCFFEBBE-9990-4548-8F5E-006760A6DD5F}" type="presOf" srcId="{F6C608CC-B662-420B-9400-4F76D522B419}" destId="{2747EDAE-1392-44B5-A5CC-DEC4626DB26F}" srcOrd="0" destOrd="0" presId="urn:microsoft.com/office/officeart/2005/8/layout/orgChart1"/>
    <dgm:cxn modelId="{991A0DC0-2088-48BF-B31A-016B5A90060F}" type="presOf" srcId="{BEFE5193-1E73-4910-9DE1-A0594FA41E1E}" destId="{378B9D76-97A7-4B74-B92F-24DC9E2DC69E}" srcOrd="0" destOrd="0" presId="urn:microsoft.com/office/officeart/2005/8/layout/orgChart1"/>
    <dgm:cxn modelId="{21C53FC0-0508-4C0C-81A9-1722624B3139}" type="presOf" srcId="{74D12453-3FC5-47E4-80A0-AAE821BDE0E1}" destId="{710C7F16-91DE-4FC5-8B73-DACD83AC6427}" srcOrd="0" destOrd="0" presId="urn:microsoft.com/office/officeart/2005/8/layout/orgChart1"/>
    <dgm:cxn modelId="{7D818EC0-48E4-4C1D-BBAE-6DE1EBFB5B34}" type="presOf" srcId="{EBC9A9F2-054D-4DE7-A3A5-3DD9BF9ED80C}" destId="{373F3990-09A1-482E-BA26-B43275C87063}" srcOrd="1" destOrd="0" presId="urn:microsoft.com/office/officeart/2005/8/layout/orgChart1"/>
    <dgm:cxn modelId="{8EAF1AC1-E405-4867-8972-F64B1AC6CE17}" type="presOf" srcId="{14DF952B-9147-4B14-A028-28D39704FB3E}" destId="{6713C568-CE09-4EF7-B4D3-174E982022FC}" srcOrd="0" destOrd="0" presId="urn:microsoft.com/office/officeart/2005/8/layout/orgChart1"/>
    <dgm:cxn modelId="{53D766C2-1066-42ED-9813-DCDC578C843A}" type="presOf" srcId="{B9DC4626-7B1C-4D07-9034-CD3D9D823568}" destId="{CF33084D-290E-4686-94B0-5B0CF4C58AFB}" srcOrd="0" destOrd="0" presId="urn:microsoft.com/office/officeart/2005/8/layout/orgChart1"/>
    <dgm:cxn modelId="{E59C83C2-FB04-4F9A-B4CD-2EC2156A7C98}" type="presOf" srcId="{CBACDBB0-C064-46FF-98C9-3F63715E4306}" destId="{70DAD9DC-1C4D-45D7-BA9D-3187BD1D2F1E}" srcOrd="0" destOrd="0" presId="urn:microsoft.com/office/officeart/2005/8/layout/orgChart1"/>
    <dgm:cxn modelId="{15B322C3-DCC7-4A73-8649-17A708105335}" type="presOf" srcId="{B7B90201-9CC3-4939-883B-F116E8E88690}" destId="{428BABBA-B0ED-4E23-965C-B13E9815C588}" srcOrd="0" destOrd="0" presId="urn:microsoft.com/office/officeart/2005/8/layout/orgChart1"/>
    <dgm:cxn modelId="{D5FC30C3-7BC3-4E45-9881-3BCE21B2ACB9}" type="presOf" srcId="{7CA06230-365F-4163-90B9-9084D80FB553}" destId="{C0919ACA-79E5-472A-9DCE-33B7C5D0FADB}" srcOrd="1" destOrd="0" presId="urn:microsoft.com/office/officeart/2005/8/layout/orgChart1"/>
    <dgm:cxn modelId="{55165CC3-A425-4467-A84B-D269F80EF414}" type="presOf" srcId="{2F5BA0D3-6108-493A-930D-F9A41B7D7895}" destId="{6F37A9CC-8833-48B6-80F4-6659D0A5CE27}" srcOrd="0" destOrd="0" presId="urn:microsoft.com/office/officeart/2005/8/layout/orgChart1"/>
    <dgm:cxn modelId="{C7D655C3-D83A-4E1F-992E-070D87CB4324}" type="presOf" srcId="{BCB45ECD-7013-44FE-AE5A-CEF1B3603784}" destId="{D3D17E41-8495-4F85-80DC-DA1973951075}" srcOrd="0" destOrd="0" presId="urn:microsoft.com/office/officeart/2005/8/layout/orgChart1"/>
    <dgm:cxn modelId="{038981C4-D49D-4C3A-B9BB-5E5306948401}" type="presOf" srcId="{CA74836D-C1D8-4C0A-8E8E-158E2FB2DB00}" destId="{04C081D8-3087-435D-928D-2E33DE347FD8}" srcOrd="1" destOrd="0" presId="urn:microsoft.com/office/officeart/2005/8/layout/orgChart1"/>
    <dgm:cxn modelId="{ACBCFAC4-80E0-4259-AAA1-9D804693002F}" type="presOf" srcId="{DB6E7471-CC2F-425B-8EB9-504A5EA507DA}" destId="{15B27B67-5B52-4A6D-91D7-857DF1D70D90}" srcOrd="0" destOrd="0" presId="urn:microsoft.com/office/officeart/2005/8/layout/orgChart1"/>
    <dgm:cxn modelId="{99AB81C6-B6B6-427A-909A-CDEE910617FD}" srcId="{0E931518-3234-4BB2-BAEF-30FFC5721C07}" destId="{84D46C18-5DCB-4B66-BFBA-45042C7DF64C}" srcOrd="0" destOrd="0" parTransId="{D509322B-5E1B-4070-8A05-23027B41DC0A}" sibTransId="{23046CBD-1E54-4529-8142-1713C0DD3E89}"/>
    <dgm:cxn modelId="{F970C1C6-1B3A-49F0-AF36-C72C1361EC93}" type="presOf" srcId="{8903452A-8E28-48DF-A5BC-AB59DD78B275}" destId="{7B8FB614-5F77-4940-A0B4-2A7AB28EC934}" srcOrd="0" destOrd="0" presId="urn:microsoft.com/office/officeart/2005/8/layout/orgChart1"/>
    <dgm:cxn modelId="{7F54CEC7-E5C4-4462-A351-CBC139C3A591}" type="presOf" srcId="{F62D1CC5-A046-45C6-802A-E18BAA5E5B26}" destId="{D6B4A60C-F9A8-4C99-8F4F-BCB1C5391E41}" srcOrd="0" destOrd="0" presId="urn:microsoft.com/office/officeart/2005/8/layout/orgChart1"/>
    <dgm:cxn modelId="{4B09ECC7-EB41-4CA2-AA08-A86C4CE656EB}" type="presOf" srcId="{0969998A-F7B8-4B86-ADF0-EA449A1C39AC}" destId="{E2277D8F-BFBF-4494-BA4F-38844C45260B}" srcOrd="1" destOrd="0" presId="urn:microsoft.com/office/officeart/2005/8/layout/orgChart1"/>
    <dgm:cxn modelId="{3E7F01C8-0634-4EF9-A059-4D828A74E8E2}" type="presOf" srcId="{FCDC869E-C208-4BF0-99F9-5E254CA23CAA}" destId="{D35EB01D-966B-4D17-8502-348BFB1861C8}" srcOrd="1" destOrd="0" presId="urn:microsoft.com/office/officeart/2005/8/layout/orgChart1"/>
    <dgm:cxn modelId="{CBB269C8-7A45-433D-9964-8FE9C0F678A5}" type="presOf" srcId="{D36D15DD-AF39-41FC-AF73-0A2E602E4F02}" destId="{1B04038C-8DC9-4DA0-ACBA-4843BEE99469}" srcOrd="1" destOrd="0" presId="urn:microsoft.com/office/officeart/2005/8/layout/orgChart1"/>
    <dgm:cxn modelId="{DEA4E8C8-0F28-49A3-B916-7D7572D68F22}" type="presOf" srcId="{C5F422ED-90D7-4BE2-9591-FD9FD4F9C446}" destId="{65901F08-BF69-48D5-851B-1E87E51F3C32}" srcOrd="0" destOrd="0" presId="urn:microsoft.com/office/officeart/2005/8/layout/orgChart1"/>
    <dgm:cxn modelId="{001F49C9-198C-4393-8CFC-86239CC1A66E}" type="presOf" srcId="{58FF33C0-DE45-4F5B-80A3-097091D58511}" destId="{C2D81BE4-2513-4742-BCF4-945DAF313886}" srcOrd="1" destOrd="0" presId="urn:microsoft.com/office/officeart/2005/8/layout/orgChart1"/>
    <dgm:cxn modelId="{E10652C9-6C9C-4E4A-B045-0C661DD6223A}" type="presOf" srcId="{19AC1FBF-DD4D-4490-A337-D738B9732BF6}" destId="{247CD818-7674-4D57-AB33-31FE508BDF1B}" srcOrd="0" destOrd="0" presId="urn:microsoft.com/office/officeart/2005/8/layout/orgChart1"/>
    <dgm:cxn modelId="{29C4CAC9-EF5B-4C62-9140-4665F305FB76}" type="presOf" srcId="{187EDEA1-FA6C-485B-99B7-5DD4C674C105}" destId="{67D4FAA1-3AE3-46CF-8FEE-BB72C865BEED}" srcOrd="1" destOrd="0" presId="urn:microsoft.com/office/officeart/2005/8/layout/orgChart1"/>
    <dgm:cxn modelId="{6971FFC9-8072-400F-A0EE-3A684E34CEE5}" type="presOf" srcId="{5E11AE78-7779-4807-82F9-48C039833DBC}" destId="{B2138B0E-50EB-41E4-9397-A6AAF1ACD162}" srcOrd="0" destOrd="0" presId="urn:microsoft.com/office/officeart/2005/8/layout/orgChart1"/>
    <dgm:cxn modelId="{E0BA63CA-86CE-49FA-924C-F997E7ACEDE1}" type="presOf" srcId="{E9722276-B343-436A-ADE7-69D13B646A61}" destId="{1AB19FBD-5B3B-4D53-903F-E8D834DAE3EC}" srcOrd="0" destOrd="0" presId="urn:microsoft.com/office/officeart/2005/8/layout/orgChart1"/>
    <dgm:cxn modelId="{40E97ACA-C490-429C-80B1-0584A324E838}" type="presOf" srcId="{3554D000-F587-4F79-B788-3B90F5908638}" destId="{08307AC2-FB5F-44E8-87A9-1DCCB0DA8C2B}" srcOrd="0" destOrd="0" presId="urn:microsoft.com/office/officeart/2005/8/layout/orgChart1"/>
    <dgm:cxn modelId="{B38FA0CA-6BD7-429C-8D3A-DA1953A06EC7}" type="presOf" srcId="{E54036C3-6746-4A22-8F0B-28C453A8A206}" destId="{1F1024CB-4B82-4EA7-A887-74D9DAB0A8B0}" srcOrd="0" destOrd="0" presId="urn:microsoft.com/office/officeart/2005/8/layout/orgChart1"/>
    <dgm:cxn modelId="{576053CB-BD4C-430E-9E06-D1A2A7B109F2}" srcId="{4031127F-DAE9-491A-817B-4A3A321D6EAB}" destId="{D7AD2C1D-3D74-4B09-98EB-B9AD0A426B04}" srcOrd="0" destOrd="0" parTransId="{AAF8C7B9-BF8D-4C76-B111-B65F009EA9EB}" sibTransId="{9EF29C61-9AA4-4563-99B2-0D9AEC40B5C5}"/>
    <dgm:cxn modelId="{02CFA5CB-42AF-42B4-9DAD-2A8258A1C521}" srcId="{9EF050FE-BAF0-4DB6-BA53-BC11018AAAF4}" destId="{9B220651-59B9-48C6-B756-8B8D891416FA}" srcOrd="3" destOrd="0" parTransId="{DB5E6770-74A7-4EBD-8ED0-EC91F7FFF841}" sibTransId="{83781C9A-8030-4E19-AE9E-CD0F1AC2552C}"/>
    <dgm:cxn modelId="{E875B5CB-F148-41AE-B0DD-03159FD734B8}" type="presOf" srcId="{19EDE30F-9C1C-4A52-BBA1-963D025E8159}" destId="{BC6BFE54-83DE-48A9-926D-4BE7124DA1FE}" srcOrd="1" destOrd="0" presId="urn:microsoft.com/office/officeart/2005/8/layout/orgChart1"/>
    <dgm:cxn modelId="{B91CDDCB-583E-41B5-93D9-6AFFB81964E9}" type="presOf" srcId="{8903452A-8E28-48DF-A5BC-AB59DD78B275}" destId="{76931E58-E98A-470D-9FE0-25AFDE469B31}" srcOrd="1" destOrd="0" presId="urn:microsoft.com/office/officeart/2005/8/layout/orgChart1"/>
    <dgm:cxn modelId="{B89B4CCC-D86D-48A8-AF53-B84DAE7EE8F6}" srcId="{9825DAB7-EDFA-4548-946A-B352FF8CF6EE}" destId="{03288A97-D612-4DB6-8F32-82E3A4B35BC3}" srcOrd="2" destOrd="0" parTransId="{4693D849-7F10-4C1C-A85C-73A730A7D11A}" sibTransId="{ACC0CADC-20C8-4157-B919-0D9865B437BE}"/>
    <dgm:cxn modelId="{E1AEB7CC-7B5D-4C40-A47C-0A4EA0FC8696}" type="presOf" srcId="{E58264FD-2B4F-4C13-B02E-A49E81E9B2A0}" destId="{6A2AE90E-FA05-4F16-984E-4A8BA43A2E69}" srcOrd="0" destOrd="0" presId="urn:microsoft.com/office/officeart/2005/8/layout/orgChart1"/>
    <dgm:cxn modelId="{B5F6DDCD-B454-466A-B2C3-BC43141F4B26}" type="presOf" srcId="{7724A5CC-82A1-4483-9FDE-9BC5168D2AEE}" destId="{D8C48B6E-74E8-4AE1-90CE-56A23ED22BAA}" srcOrd="1" destOrd="0" presId="urn:microsoft.com/office/officeart/2005/8/layout/orgChart1"/>
    <dgm:cxn modelId="{2136F1CD-FAE0-4567-A9D0-BD11A7BBDD81}" type="presOf" srcId="{9C73C3C5-8F87-4ED9-AAB8-49C79C356D69}" destId="{48110D79-D1F1-40A7-B3FE-FB16A405A410}" srcOrd="0" destOrd="0" presId="urn:microsoft.com/office/officeart/2005/8/layout/orgChart1"/>
    <dgm:cxn modelId="{132795CE-F4E9-4F95-804E-58815A3C5D26}" type="presOf" srcId="{1F2DDBEF-03E0-4122-B202-2C9D0B858BCA}" destId="{956CF922-4F51-4B78-8979-359CEAA197B9}" srcOrd="1" destOrd="0" presId="urn:microsoft.com/office/officeart/2005/8/layout/orgChart1"/>
    <dgm:cxn modelId="{F39D99CE-30C1-4735-85BB-A42E93076C27}" srcId="{8B2BB921-4290-4C33-8398-BC3C1422FC09}" destId="{421A38C5-5A88-4006-A369-89A0A3A37BA6}" srcOrd="0" destOrd="0" parTransId="{D3C2E6A7-F692-410B-814D-16E79FCCE737}" sibTransId="{1FC285BA-33D0-49A3-A7BC-FE34065E1D58}"/>
    <dgm:cxn modelId="{BC0C94CF-2D0F-40EB-99D4-A0F557E0A4BC}" type="presOf" srcId="{9857A4DD-3DF8-48BA-9117-1C73048BE1B1}" destId="{0E27D6A9-68FF-463A-949A-5D37E5250483}" srcOrd="0" destOrd="0" presId="urn:microsoft.com/office/officeart/2005/8/layout/orgChart1"/>
    <dgm:cxn modelId="{BB96B6CF-D254-495D-BFD7-713076E22C3F}" type="presOf" srcId="{A7962A28-312D-4471-B495-6B55DA7A8230}" destId="{A14ADB7B-9E1D-4FB4-A6F5-8D5B73EF609B}" srcOrd="0" destOrd="0" presId="urn:microsoft.com/office/officeart/2005/8/layout/orgChart1"/>
    <dgm:cxn modelId="{BD26CACF-59BE-4441-99F5-70F39EC93C96}" type="presOf" srcId="{DDF1CFE6-198E-455D-97EE-0C82B6A656F1}" destId="{CE341EDE-2F4E-4280-A40E-EDCDE1BF900D}" srcOrd="0" destOrd="0" presId="urn:microsoft.com/office/officeart/2005/8/layout/orgChart1"/>
    <dgm:cxn modelId="{A5EBD3CF-7AB6-410C-920E-B5D4B07EEBA8}" srcId="{13349D33-DB63-40F4-852B-0EB799133A20}" destId="{03AEE97B-811E-47A2-90F0-6F452FD6F291}" srcOrd="1" destOrd="0" parTransId="{912B4FD6-2847-41CD-9F2D-40077A942821}" sibTransId="{0C34A1C5-A795-4181-8346-A723DDCC8637}"/>
    <dgm:cxn modelId="{F5CF47D0-3A9E-44A0-8DB2-5866497F054E}" type="presOf" srcId="{DC4E5879-222B-49AB-B838-34428BCF6E93}" destId="{23F65F17-5CF9-4BCB-98DA-E50DCE4F89EE}" srcOrd="0" destOrd="0" presId="urn:microsoft.com/office/officeart/2005/8/layout/orgChart1"/>
    <dgm:cxn modelId="{3F635ED1-B23F-4094-9CF6-4820409B5009}" type="presOf" srcId="{EE8C92CA-9E57-493C-9E82-9547AC62EE2B}" destId="{E3FF45AF-AA6F-4AEC-BB95-D42E4C53B7D2}" srcOrd="0" destOrd="0" presId="urn:microsoft.com/office/officeart/2005/8/layout/orgChart1"/>
    <dgm:cxn modelId="{FAD95AD1-3393-460A-AD56-1B45FC9F5DE5}" type="presOf" srcId="{75DA4C9D-4490-4CDB-85AD-4077F39F3A45}" destId="{EE5E02FC-B31D-4CCA-9CB6-3FD549A5B819}" srcOrd="0" destOrd="0" presId="urn:microsoft.com/office/officeart/2005/8/layout/orgChart1"/>
    <dgm:cxn modelId="{357CCCD1-B6B4-431E-8F7D-BE62A5DFE238}" srcId="{90B38AC3-B8C1-49CC-9D03-E92A35A801C1}" destId="{9441E866-1728-4D45-ACB9-BFBA07849021}" srcOrd="0" destOrd="0" parTransId="{7755451C-2BD3-44C4-8DB6-1BFB663EABF0}" sibTransId="{E89814F2-C722-41CA-A442-EAE51D2996BB}"/>
    <dgm:cxn modelId="{873ACFD1-ED69-4965-AE35-4B22C86FC724}" type="presOf" srcId="{5464B3B6-E609-48C7-AEC6-EE5A3B574683}" destId="{32AB8880-3958-42EE-B4C9-A8FE52972FD7}" srcOrd="0" destOrd="0" presId="urn:microsoft.com/office/officeart/2005/8/layout/orgChart1"/>
    <dgm:cxn modelId="{651860D2-CA38-4D03-8712-1C2F319B64B2}" type="presOf" srcId="{2C9F0035-B471-4203-A744-903728586A2D}" destId="{5E0FFD17-4C07-4A93-A0FA-AEC9CE7BB4F9}" srcOrd="0" destOrd="0" presId="urn:microsoft.com/office/officeart/2005/8/layout/orgChart1"/>
    <dgm:cxn modelId="{9AC2B6D2-0EF3-4683-B405-E6CC0E9BBFFD}" type="presOf" srcId="{70238138-88DC-49F1-9558-F883AA1F351E}" destId="{5E0C56DB-8461-4C9D-ABD2-7E111BACFC2F}" srcOrd="1" destOrd="0" presId="urn:microsoft.com/office/officeart/2005/8/layout/orgChart1"/>
    <dgm:cxn modelId="{2D6ADBD2-26DD-4FD2-AEB4-62E959CA13BF}" type="presOf" srcId="{43A5C799-0F40-4239-8BA5-5F7A79B805C5}" destId="{B5E6012B-DE88-4C65-B637-BC12DE00920C}" srcOrd="1" destOrd="0" presId="urn:microsoft.com/office/officeart/2005/8/layout/orgChart1"/>
    <dgm:cxn modelId="{B88A4BD3-C72C-447B-B1F4-16A8F84EE405}" srcId="{4031127F-DAE9-491A-817B-4A3A321D6EAB}" destId="{AB7A68DB-48EA-49FF-8CD7-924B0951ED0E}" srcOrd="1" destOrd="0" parTransId="{53866418-755E-4171-A25C-564EB37C7CDE}" sibTransId="{8A2F62E6-00FA-4E17-A809-AF62CD0D8256}"/>
    <dgm:cxn modelId="{B41116D4-5B5A-492D-8C56-AEFCF5FC9EDE}" type="presOf" srcId="{2E9CCB85-040E-4584-B1CA-97F39BEF60F7}" destId="{CA8DA2B4-5AD8-4348-8A7F-0895993E63B9}" srcOrd="1" destOrd="0" presId="urn:microsoft.com/office/officeart/2005/8/layout/orgChart1"/>
    <dgm:cxn modelId="{997188D4-DF7E-4290-88D0-33A11F40DD9B}" type="presOf" srcId="{F115913E-C118-4181-96A0-7657B4285C39}" destId="{95FB411C-4A3F-4211-AB1E-A2B6329EE908}" srcOrd="0" destOrd="0" presId="urn:microsoft.com/office/officeart/2005/8/layout/orgChart1"/>
    <dgm:cxn modelId="{C5E3A1D4-390F-4C20-B050-0FF000790CF4}" type="presOf" srcId="{76F9CFCC-845A-4058-894E-E88A73819224}" destId="{E7B9D866-DE2F-4EB9-ACAA-79E910BB2B6B}" srcOrd="1" destOrd="0" presId="urn:microsoft.com/office/officeart/2005/8/layout/orgChart1"/>
    <dgm:cxn modelId="{309EE1D4-A46E-4F10-83A5-F1761FD2BC0C}" type="presOf" srcId="{0E44B39A-0FBC-4484-831A-F96F9BCD4197}" destId="{B890B22F-1A8D-4C77-B89F-409BEF19FD6E}" srcOrd="1" destOrd="0" presId="urn:microsoft.com/office/officeart/2005/8/layout/orgChart1"/>
    <dgm:cxn modelId="{7D3B2DD5-BCBA-48E9-8779-45E644597842}" type="presOf" srcId="{201FC444-B1A2-4AA6-830D-6E060318B78F}" destId="{DF57A70F-4118-425C-B49E-9AE0F399B300}" srcOrd="0" destOrd="0" presId="urn:microsoft.com/office/officeart/2005/8/layout/orgChart1"/>
    <dgm:cxn modelId="{8AB3B2D5-5B60-40DD-AFE5-6C6D8A163E6F}" srcId="{B5EAFD24-138C-4289-9CEC-2FF28D17F13E}" destId="{90B38AC3-B8C1-49CC-9D03-E92A35A801C1}" srcOrd="1" destOrd="0" parTransId="{7DE0C703-D90C-481C-A9DB-2D1475C52B88}" sibTransId="{8933B2BB-2EED-40C3-A6AF-E8DCA045C87B}"/>
    <dgm:cxn modelId="{A8A970D6-7C10-4C9B-96E8-F8B598487F60}" type="presOf" srcId="{57743B4A-0E4A-44D5-A690-84CB8EBF44FC}" destId="{87BC9013-CC80-4B45-8E1D-22A08FD68855}" srcOrd="0" destOrd="0" presId="urn:microsoft.com/office/officeart/2005/8/layout/orgChart1"/>
    <dgm:cxn modelId="{228426D7-5ADC-42CF-8BA3-E51CBB6D5249}" srcId="{DBA2CDB5-4E12-45A9-9222-E984B29D8CFC}" destId="{74A0BC27-591C-41A6-86ED-F8B31B4FAD96}" srcOrd="8" destOrd="0" parTransId="{6B6879E3-298D-4EB3-B5C4-DEB86E3858FB}" sibTransId="{519A14D1-FCD2-4EF7-949D-8067BA71AA35}"/>
    <dgm:cxn modelId="{1FD326D7-8497-4A39-BD4D-90FF28030547}" type="presOf" srcId="{5F09B871-2018-4912-AA61-C10E3A3BFFC6}" destId="{F60E23D5-DBAE-4ED8-BC28-51213878B891}" srcOrd="0" destOrd="0" presId="urn:microsoft.com/office/officeart/2005/8/layout/orgChart1"/>
    <dgm:cxn modelId="{866538D7-8B84-483B-8B09-C8603AF9912F}" type="presOf" srcId="{3ACD65AF-2B37-45BD-B40D-29F8442D2D24}" destId="{7F82636E-A72C-4AF4-830C-4ED122A81A14}" srcOrd="0" destOrd="0" presId="urn:microsoft.com/office/officeart/2005/8/layout/orgChart1"/>
    <dgm:cxn modelId="{D1FB87D7-33C2-4168-9A71-7143E6261A03}" type="presOf" srcId="{EBC9A9F2-054D-4DE7-A3A5-3DD9BF9ED80C}" destId="{0C797C73-A30B-45FE-BC9E-B469E82E35E3}" srcOrd="0" destOrd="0" presId="urn:microsoft.com/office/officeart/2005/8/layout/orgChart1"/>
    <dgm:cxn modelId="{2D62AFD7-1675-4029-9C46-4838C1E73EAE}" type="presOf" srcId="{6826D294-ED97-4621-863D-0B6459F5824A}" destId="{198FA439-1042-484E-A918-5B54EE3ECB26}" srcOrd="0" destOrd="0" presId="urn:microsoft.com/office/officeart/2005/8/layout/orgChart1"/>
    <dgm:cxn modelId="{46DECAD7-90D7-4A7C-97CB-F3BA4140407E}" type="presOf" srcId="{6908DDFF-D269-4FED-8794-B1BE3BED0E60}" destId="{499D76D9-F47A-4B00-A268-CF678C46B655}" srcOrd="0" destOrd="0" presId="urn:microsoft.com/office/officeart/2005/8/layout/orgChart1"/>
    <dgm:cxn modelId="{F20A11D9-4252-4389-8699-A39F7C9CF85B}" type="presOf" srcId="{7B53DEC9-5DC1-4531-8DFE-0DECCE8D0961}" destId="{4CEC53A9-1BB8-4ED1-BBB0-2608EE3B26B9}" srcOrd="1" destOrd="0" presId="urn:microsoft.com/office/officeart/2005/8/layout/orgChart1"/>
    <dgm:cxn modelId="{4F03A1D9-3B0D-4CBE-BC6D-3B292102F8B4}" type="presOf" srcId="{B032A5E1-987F-46CE-8B0F-39B0FDEF9163}" destId="{962128B9-F7CD-4ED7-8F57-F46CB7042E2A}" srcOrd="0" destOrd="0" presId="urn:microsoft.com/office/officeart/2005/8/layout/orgChart1"/>
    <dgm:cxn modelId="{F4C8A6D9-127C-4B49-97CD-6ECF93FE4248}" type="presOf" srcId="{6A1E80F3-2359-4631-A74C-F2FD4D35B1A1}" destId="{AB3811B6-B285-4D70-8A98-765BC7142E3E}" srcOrd="0" destOrd="0" presId="urn:microsoft.com/office/officeart/2005/8/layout/orgChart1"/>
    <dgm:cxn modelId="{FB75D1D9-0C24-4FC8-B0B6-6DE94E748FDB}" type="presOf" srcId="{DDF1CFE6-198E-455D-97EE-0C82B6A656F1}" destId="{F37E4351-3CA1-459E-90B8-9EE074408AFC}" srcOrd="1" destOrd="0" presId="urn:microsoft.com/office/officeart/2005/8/layout/orgChart1"/>
    <dgm:cxn modelId="{EC5FE1D9-C2D7-41E9-918D-8EFAC4684F78}" type="presOf" srcId="{56652831-896A-433F-BBBD-E48C05026502}" destId="{96BE0239-0FDC-4DF7-8BDD-B6E4D245E5FB}" srcOrd="0" destOrd="0" presId="urn:microsoft.com/office/officeart/2005/8/layout/orgChart1"/>
    <dgm:cxn modelId="{F1986CDA-152D-4E91-8BB1-E82B81C5D630}" type="presOf" srcId="{E606B9F1-0536-47A6-B3EC-EC714231E7D5}" destId="{3324FBE3-9BEB-46D9-A58B-93EECA65436A}" srcOrd="0" destOrd="0" presId="urn:microsoft.com/office/officeart/2005/8/layout/orgChart1"/>
    <dgm:cxn modelId="{FC7BD0DA-CD33-4227-A90E-290C7DF5B973}" type="presOf" srcId="{961B50C5-53E8-43FE-B55A-3F97002990B9}" destId="{E4B29F4B-24C8-4A8C-B318-97A8A108B364}" srcOrd="0" destOrd="0" presId="urn:microsoft.com/office/officeart/2005/8/layout/orgChart1"/>
    <dgm:cxn modelId="{AC66E4DA-33C5-4A9E-BFBC-ED71331BF0E5}" type="presOf" srcId="{593E3876-C498-4010-AC8B-8F65EF1AA557}" destId="{A793CC41-41A0-4BC4-8EEB-81EAD9A826EA}" srcOrd="1" destOrd="0" presId="urn:microsoft.com/office/officeart/2005/8/layout/orgChart1"/>
    <dgm:cxn modelId="{79430FDB-84DF-4D31-9E6C-C263BF11C0CE}" type="presOf" srcId="{7BAC6D09-F361-493D-8A10-EA16AD4B8F83}" destId="{EC569ECB-FBBA-4B8D-AA35-0DBC6226BAC2}" srcOrd="0" destOrd="0" presId="urn:microsoft.com/office/officeart/2005/8/layout/orgChart1"/>
    <dgm:cxn modelId="{7A1BA3DB-B32B-44E1-B104-2CB00B2BCA41}" type="presOf" srcId="{95F91A62-F2DE-4FD2-8D46-FB5B47FAA9F1}" destId="{61A0131F-7611-4EED-AD04-A8C8A9697118}" srcOrd="0" destOrd="0" presId="urn:microsoft.com/office/officeart/2005/8/layout/orgChart1"/>
    <dgm:cxn modelId="{2B4CBADB-683A-4C33-9985-B23B21212803}" type="presOf" srcId="{4031127F-DAE9-491A-817B-4A3A321D6EAB}" destId="{6CBF47D9-641D-4F8F-9077-90AD9AFDD181}" srcOrd="1" destOrd="0" presId="urn:microsoft.com/office/officeart/2005/8/layout/orgChart1"/>
    <dgm:cxn modelId="{C346C7DB-1843-4A0C-A5FE-9E6E99F2177B}" type="presOf" srcId="{AB9173F2-29AB-4174-BC7F-8F6D631BF1E9}" destId="{E747E3D1-9721-44A7-9CE9-F9841BF0C363}" srcOrd="1" destOrd="0" presId="urn:microsoft.com/office/officeart/2005/8/layout/orgChart1"/>
    <dgm:cxn modelId="{A3CF26DC-AA9D-4FCA-A9E8-48860711EB9F}" type="presOf" srcId="{44AB1A96-E378-468C-8616-BE50F3702054}" destId="{8073F695-81FA-40B6-9A12-21759DDC26AE}" srcOrd="1" destOrd="0" presId="urn:microsoft.com/office/officeart/2005/8/layout/orgChart1"/>
    <dgm:cxn modelId="{AB525BDC-1EDC-442A-8AA1-1023EBCE854C}" type="presOf" srcId="{C3DAC0B9-0DE7-4AEA-8D84-59319736F0AF}" destId="{78E82CF1-BF2A-4581-8838-DCC2B55FEFA4}" srcOrd="0" destOrd="0" presId="urn:microsoft.com/office/officeart/2005/8/layout/orgChart1"/>
    <dgm:cxn modelId="{C41775DC-AA81-44B5-8CAB-BF2E342C244E}" type="presOf" srcId="{4BE4E321-13DB-46F6-B836-C0536D46723C}" destId="{46BBA359-4740-4B57-99CA-0A52FB102C13}" srcOrd="1" destOrd="0" presId="urn:microsoft.com/office/officeart/2005/8/layout/orgChart1"/>
    <dgm:cxn modelId="{037502DD-5C3D-40D9-BE29-114CEBF985AC}" srcId="{9825DAB7-EDFA-4548-946A-B352FF8CF6EE}" destId="{0204BDD3-7E11-4A7B-B9A3-FAA744D275B4}" srcOrd="3" destOrd="0" parTransId="{CD48D2D7-5F56-4E77-A57E-AEB9BB43FB5D}" sibTransId="{6B133BEA-F7DF-40A9-B2DC-9242CF67DCAD}"/>
    <dgm:cxn modelId="{2A486BDD-DC00-43ED-841B-1065CB27F853}" type="presOf" srcId="{D2BB2FCF-5D6A-4749-BBF4-E2608D4EF072}" destId="{509C7ABE-0F29-4759-8285-D6C505BCDEA3}" srcOrd="1" destOrd="0" presId="urn:microsoft.com/office/officeart/2005/8/layout/orgChart1"/>
    <dgm:cxn modelId="{49D3FFDE-30F4-46FE-AD92-8E4E19ADC460}" type="presOf" srcId="{3C060F7F-E0D3-4C9F-97A9-B1454AF5C580}" destId="{6BE2F6F4-39D2-4DDD-B403-5C49967CF777}" srcOrd="0" destOrd="0" presId="urn:microsoft.com/office/officeart/2005/8/layout/orgChart1"/>
    <dgm:cxn modelId="{E47E4EDF-BDFB-4061-82B9-F98F6F51C3E5}" type="presOf" srcId="{C1420AC3-3F48-407E-B844-D85209141315}" destId="{6D731922-3B28-4F97-A8B2-9B6CFCB985CF}" srcOrd="0" destOrd="0" presId="urn:microsoft.com/office/officeart/2005/8/layout/orgChart1"/>
    <dgm:cxn modelId="{1897B0DF-0D05-4919-AC09-50D9D9022D59}" type="presOf" srcId="{8AB3F025-C295-4811-9A06-32003CE3D75A}" destId="{EE4497B8-F70A-4DBA-9C2B-EB18649F20DC}" srcOrd="0" destOrd="0" presId="urn:microsoft.com/office/officeart/2005/8/layout/orgChart1"/>
    <dgm:cxn modelId="{DF6CC5DF-93E3-4193-B468-AE089BC19E19}" type="presOf" srcId="{84D46C18-5DCB-4B66-BFBA-45042C7DF64C}" destId="{42F86B3E-B55E-40C8-A3C0-E5D4C0678630}" srcOrd="0" destOrd="0" presId="urn:microsoft.com/office/officeart/2005/8/layout/orgChart1"/>
    <dgm:cxn modelId="{D6C4D9DF-E9F7-49BE-BEE4-9111B5D28717}" srcId="{4EA07B48-C2AE-4983-A250-2FFD76F62A88}" destId="{0ED5C13F-1DE1-49F6-B456-4A5002895272}" srcOrd="1" destOrd="0" parTransId="{F2E01401-10FA-4619-BACA-B0BC7EF6FDB3}" sibTransId="{088A9E0F-A752-46BD-9AAE-CA7B69B40674}"/>
    <dgm:cxn modelId="{C5E7D9DF-D220-4712-9D95-2F911345FD7F}" type="presOf" srcId="{EF4D49B8-27C6-4203-B4C0-448D5FCBB9BF}" destId="{7B93F175-80F0-4CF5-9924-D12A2869EBC1}" srcOrd="0" destOrd="0" presId="urn:microsoft.com/office/officeart/2005/8/layout/orgChart1"/>
    <dgm:cxn modelId="{5086B6E0-7BC0-439D-9A30-3B16854FD68C}" type="presOf" srcId="{4237B43B-BDA5-469D-9FB3-ED069517C9FF}" destId="{5E9A3793-8227-47B1-A8FB-C7A2DB565813}" srcOrd="0" destOrd="0" presId="urn:microsoft.com/office/officeart/2005/8/layout/orgChart1"/>
    <dgm:cxn modelId="{CC87BCE0-8279-4641-B469-CE7C38004405}" type="presOf" srcId="{9A589A85-9A19-4D5B-970F-E323C3CAC88F}" destId="{EC420CD8-E6D8-4033-9153-DBF689D94885}" srcOrd="1" destOrd="0" presId="urn:microsoft.com/office/officeart/2005/8/layout/orgChart1"/>
    <dgm:cxn modelId="{937BE6E0-5AEB-4D58-8A87-F3EF945E0B5F}" type="presOf" srcId="{624AEC45-6F45-4608-BE09-0B1CAEAEA88A}" destId="{979C947C-F1BC-46A0-9085-4AC00030625B}" srcOrd="0" destOrd="0" presId="urn:microsoft.com/office/officeart/2005/8/layout/orgChart1"/>
    <dgm:cxn modelId="{AF2DFEE0-684B-49BE-9D0A-5A7AFB43B497}" type="presOf" srcId="{E68945A2-65EC-4A20-9617-C120D8540D94}" destId="{4178C42E-715D-4170-8FD0-098DF27116D0}" srcOrd="0" destOrd="0" presId="urn:microsoft.com/office/officeart/2005/8/layout/orgChart1"/>
    <dgm:cxn modelId="{FBE114E1-4D5A-4FEC-A916-D7910CD8AF98}" type="presOf" srcId="{8B2BB921-4290-4C33-8398-BC3C1422FC09}" destId="{00D29CEF-0F77-4DA8-ACD5-B019CE47EC06}" srcOrd="0" destOrd="0" presId="urn:microsoft.com/office/officeart/2005/8/layout/orgChart1"/>
    <dgm:cxn modelId="{0170F3E1-3175-43C1-A9A1-7B5A99CD4B68}" srcId="{4718AB96-EAB9-4BE3-9A85-EB96876066FE}" destId="{0B2BB143-0F07-448B-83FC-279D804EE85C}" srcOrd="1" destOrd="0" parTransId="{81A940C8-67F4-44DD-9438-153EE46E6069}" sibTransId="{48AD2BE9-F3EE-4601-A8F4-B43E81BE0F75}"/>
    <dgm:cxn modelId="{1245AFE2-58B2-46D5-9860-A0A3EB6F9E90}" type="presOf" srcId="{D0D1F1DC-C210-4794-AF8B-B9E7CECE4E17}" destId="{8C869630-64A7-4755-8B60-5D762CF2E17E}" srcOrd="0" destOrd="0" presId="urn:microsoft.com/office/officeart/2005/8/layout/orgChart1"/>
    <dgm:cxn modelId="{609F33E3-039D-4D73-8ACD-2B1A7992895D}" srcId="{03AEE97B-811E-47A2-90F0-6F452FD6F291}" destId="{7C86E7C0-52FA-4105-B90B-B74D4E479186}" srcOrd="0" destOrd="0" parTransId="{EDF62E29-61F4-44F6-AACB-55B802F508CB}" sibTransId="{8631DAAA-74BA-4460-8338-D78E1F3A7BB9}"/>
    <dgm:cxn modelId="{A34A76E3-FCC3-4F4A-9699-029C09CCB0B0}" type="presOf" srcId="{3EB13195-CF9C-4117-8326-CA6F97D16340}" destId="{9ECA3C23-35D0-4D51-9117-2611AFB8F678}" srcOrd="0" destOrd="0" presId="urn:microsoft.com/office/officeart/2005/8/layout/orgChart1"/>
    <dgm:cxn modelId="{3522FBE3-F2B2-4820-BE94-ED8F6320B06F}" srcId="{D2BB2FCF-5D6A-4749-BBF4-E2608D4EF072}" destId="{A7962A28-312D-4471-B495-6B55DA7A8230}" srcOrd="1" destOrd="0" parTransId="{F4C2290F-5B1C-436C-A2A8-1891DCC4F165}" sibTransId="{D712E4F0-BA0E-48F6-91B5-649CAFC97682}"/>
    <dgm:cxn modelId="{974A55E5-53BB-44D4-BFC2-E34333DAE746}" type="presOf" srcId="{055162A4-98AE-4805-A8EC-BB7833DD7EDF}" destId="{23E8C3D6-E590-45A1-A21D-2A6C35D2610A}" srcOrd="0" destOrd="0" presId="urn:microsoft.com/office/officeart/2005/8/layout/orgChart1"/>
    <dgm:cxn modelId="{7963BEE5-799D-48A4-8828-0AC72B2E67E2}" type="presOf" srcId="{649A2A2E-5F19-4A7A-A39D-DB861AFDFAA9}" destId="{02E8D8D2-1682-4C71-AFD6-600DF48110A5}" srcOrd="0" destOrd="0" presId="urn:microsoft.com/office/officeart/2005/8/layout/orgChart1"/>
    <dgm:cxn modelId="{588975E6-7E18-4E65-A3EF-BF93129B44F1}" srcId="{0E931518-3234-4BB2-BAEF-30FFC5721C07}" destId="{0EAF9E6D-CB95-4F03-9C13-17BF8EA2178B}" srcOrd="3" destOrd="0" parTransId="{17000CD3-0089-4CE3-88B6-B470B2EB1CA7}" sibTransId="{810730BC-8256-4CE9-8BDA-70D71D6FD57D}"/>
    <dgm:cxn modelId="{9BBA45E7-8FD8-44EF-8FF0-3065749182E8}" type="presOf" srcId="{66272C57-01D4-488E-B6B5-8000701FC177}" destId="{4A98F412-6FB3-4F70-A393-D70F0A6E36FC}" srcOrd="0" destOrd="0" presId="urn:microsoft.com/office/officeart/2005/8/layout/orgChart1"/>
    <dgm:cxn modelId="{68CFA2E7-993D-44E6-9662-5A4E0981CAC3}" type="presOf" srcId="{9D19086D-5DAB-4D3F-8A04-909BE97E28F7}" destId="{5677334C-4D74-4050-9439-8B0E4073D3EE}" srcOrd="0" destOrd="0" presId="urn:microsoft.com/office/officeart/2005/8/layout/orgChart1"/>
    <dgm:cxn modelId="{EA62FEE7-73B3-43A4-A01D-357D49810B84}" type="presOf" srcId="{FCF56C29-E9A2-4F3E-867C-63AEEE15B07A}" destId="{FD9198A6-BEAD-4C83-B467-5D22E5F2D718}" srcOrd="0" destOrd="0" presId="urn:microsoft.com/office/officeart/2005/8/layout/orgChart1"/>
    <dgm:cxn modelId="{A85E34E8-F781-4B91-8D41-B42EF0F0705B}" srcId="{742EA92D-5390-4ACA-BE91-BDDD2527E371}" destId="{B7B90201-9CC3-4939-883B-F116E8E88690}" srcOrd="0" destOrd="0" parTransId="{731337FB-8E53-4E46-B81C-196055DB3BAA}" sibTransId="{144DE05E-B544-40CB-960D-7A05CB2433BE}"/>
    <dgm:cxn modelId="{2DEB39E8-E9F9-48AE-9CA6-F2A03C0668CD}" type="presOf" srcId="{E163B82B-3DB4-4D06-A264-51C2A1F76629}" destId="{4D1349ED-A71C-45B7-AB90-90E84729D08A}" srcOrd="0" destOrd="0" presId="urn:microsoft.com/office/officeart/2005/8/layout/orgChart1"/>
    <dgm:cxn modelId="{BAFF5DE8-D2FA-4783-8E89-F3D48FABB817}" type="presOf" srcId="{187EDEA1-FA6C-485B-99B7-5DD4C674C105}" destId="{A3304501-BC49-400A-92F8-ABBA2FC193F7}" srcOrd="0" destOrd="0" presId="urn:microsoft.com/office/officeart/2005/8/layout/orgChart1"/>
    <dgm:cxn modelId="{20134BE8-F38D-4C6D-B618-63D5896CB737}" type="presOf" srcId="{E361FDF5-296B-48F6-8793-7168CDC31568}" destId="{44492B6A-E8E0-422E-AEE7-ADF7A54ABE26}" srcOrd="1" destOrd="0" presId="urn:microsoft.com/office/officeart/2005/8/layout/orgChart1"/>
    <dgm:cxn modelId="{9BC91CE9-A074-4B27-8F23-9E6A0BB99CC4}" type="presOf" srcId="{8AB3F025-C295-4811-9A06-32003CE3D75A}" destId="{9F957AAA-A4C6-44C6-8434-913CB67E98F4}" srcOrd="1" destOrd="0" presId="urn:microsoft.com/office/officeart/2005/8/layout/orgChart1"/>
    <dgm:cxn modelId="{C86225E9-991A-43F3-A5ED-542B65BC1649}" type="presOf" srcId="{6B2D8762-78E7-486E-9CBB-28890933D194}" destId="{EE3E6A87-1CDE-4AED-99FD-720DF80D40EF}" srcOrd="0" destOrd="0" presId="urn:microsoft.com/office/officeart/2005/8/layout/orgChart1"/>
    <dgm:cxn modelId="{F4D9A8E9-5B0F-4704-A97F-D0BD86A03984}" type="presOf" srcId="{F57AC332-EF69-4CB2-A974-30135AA60E1E}" destId="{ACB67F11-2A42-4436-9FFB-B0462775530C}" srcOrd="1" destOrd="0" presId="urn:microsoft.com/office/officeart/2005/8/layout/orgChart1"/>
    <dgm:cxn modelId="{DB02B0E9-8093-4F3C-AEB0-3EB582FC6F44}" type="presOf" srcId="{B732B34D-DDA2-4E79-9137-474F22E52A57}" destId="{445233C0-D533-4A51-B3C7-F3090B443DBB}" srcOrd="1" destOrd="0" presId="urn:microsoft.com/office/officeart/2005/8/layout/orgChart1"/>
    <dgm:cxn modelId="{312FB1E9-2197-43A1-B33E-ED67363DB182}" type="presOf" srcId="{12E1743D-C98A-482D-A960-BE09BA866259}" destId="{AFAC94F1-8541-41D4-A295-3A264E413962}" srcOrd="0" destOrd="0" presId="urn:microsoft.com/office/officeart/2005/8/layout/orgChart1"/>
    <dgm:cxn modelId="{0AA3A1EA-6388-4B71-9E1A-F1186E4664A9}" type="presOf" srcId="{60AA9AA0-9BF1-4B16-B992-B74E8A868D7C}" destId="{A3D2AA69-9926-4B20-90B3-821BCEFCD761}" srcOrd="1" destOrd="0" presId="urn:microsoft.com/office/officeart/2005/8/layout/orgChart1"/>
    <dgm:cxn modelId="{6C63DAEA-76C2-4513-AD1E-C7AFD8B8B7DE}" type="presOf" srcId="{A05CB293-8EDD-476F-AD78-DB76F087E150}" destId="{10916767-AD32-45C6-AA4B-E3FE68246C04}" srcOrd="0" destOrd="0" presId="urn:microsoft.com/office/officeart/2005/8/layout/orgChart1"/>
    <dgm:cxn modelId="{DD2165EB-1DD1-43B5-8EBC-75864B478C7A}" type="presOf" srcId="{AA4403AE-32EE-49D4-9E28-A5F40D5B4B83}" destId="{408A8309-1E5C-49CA-ADF3-BE3589E1AE3A}" srcOrd="0" destOrd="0" presId="urn:microsoft.com/office/officeart/2005/8/layout/orgChart1"/>
    <dgm:cxn modelId="{B96671EB-54CA-4E28-9C63-6D94901A8F4A}" type="presOf" srcId="{68FC9444-A2AA-49A0-85D7-1C64B01932FC}" destId="{4B258E43-CD69-4F6B-B8D8-4E7D99416063}" srcOrd="0" destOrd="0" presId="urn:microsoft.com/office/officeart/2005/8/layout/orgChart1"/>
    <dgm:cxn modelId="{9E9637EC-FA7C-4FB1-87D1-914AFACB3BF2}" srcId="{0E931518-3234-4BB2-BAEF-30FFC5721C07}" destId="{8AB3F025-C295-4811-9A06-32003CE3D75A}" srcOrd="5" destOrd="0" parTransId="{FEF57D97-E4D4-47D3-BD93-0626FF98326A}" sibTransId="{3E8C0379-13E3-4D12-8B97-4D0F92C89712}"/>
    <dgm:cxn modelId="{8C423CEC-738E-43BE-A823-F07FA6AB1234}" srcId="{0B98FF25-5DE8-4429-A124-1FD9436AA7D3}" destId="{5AEB9D31-B3EA-4C21-86FE-5EDD9939C0D7}" srcOrd="0" destOrd="0" parTransId="{E37758FC-DD29-42CD-AE56-03EA2E4B97C8}" sibTransId="{0508FB2C-F5BA-43FE-B1F1-70E1F27F851F}"/>
    <dgm:cxn modelId="{135D42EC-8E32-44B6-ABCF-CD35DE0C66DC}" type="presOf" srcId="{7F32F1E8-6B16-41FA-89EB-7549CD4075BD}" destId="{B6F55DE5-8C10-415C-8162-1472B17A8EDA}" srcOrd="0" destOrd="0" presId="urn:microsoft.com/office/officeart/2005/8/layout/orgChart1"/>
    <dgm:cxn modelId="{C7C5AFEC-7DDF-46BC-BEB6-C9D5D2DE342A}" type="presOf" srcId="{6908DDFF-D269-4FED-8794-B1BE3BED0E60}" destId="{6E285332-FF7E-4B80-855C-A7C22828CE5E}" srcOrd="1" destOrd="0" presId="urn:microsoft.com/office/officeart/2005/8/layout/orgChart1"/>
    <dgm:cxn modelId="{AD21FCEC-2E39-46D3-BE0A-56C57D17BFA1}" type="presOf" srcId="{9C73C3C5-8F87-4ED9-AAB8-49C79C356D69}" destId="{83E952D3-07CA-494B-8B86-3F71329F9D86}" srcOrd="1" destOrd="0" presId="urn:microsoft.com/office/officeart/2005/8/layout/orgChart1"/>
    <dgm:cxn modelId="{991F23ED-6062-4F50-8C31-2717D7515505}" type="presOf" srcId="{4174631E-AD53-4DE6-983A-A27B0EAAA403}" destId="{7FD91526-4C60-467A-A8B8-847405560265}" srcOrd="0" destOrd="0" presId="urn:microsoft.com/office/officeart/2005/8/layout/orgChart1"/>
    <dgm:cxn modelId="{6002CCED-E6FE-4DBF-9E34-62A0C490661E}" srcId="{C197409B-43C9-4782-8DFA-D12BA3951A8F}" destId="{742EA92D-5390-4ACA-BE91-BDDD2527E371}" srcOrd="0" destOrd="0" parTransId="{05650E7E-5B1A-45D4-8FAE-957315A01A96}" sibTransId="{A3548E4B-9DBA-418C-887D-29380E45A1A0}"/>
    <dgm:cxn modelId="{5A0D5BEE-D1A0-413E-9650-5218228B06FC}" type="presOf" srcId="{02F3D114-2295-47BC-B402-5A3B5D632A67}" destId="{D55A83C3-1273-46F4-ADFD-2F93FC62822E}" srcOrd="0" destOrd="0" presId="urn:microsoft.com/office/officeart/2005/8/layout/orgChart1"/>
    <dgm:cxn modelId="{930ABBEE-5031-4458-9383-D9F1DCB5EC41}" type="presOf" srcId="{4237B43B-BDA5-469D-9FB3-ED069517C9FF}" destId="{B03CBD79-6BBB-4911-9726-B0586A533675}" srcOrd="1" destOrd="0" presId="urn:microsoft.com/office/officeart/2005/8/layout/orgChart1"/>
    <dgm:cxn modelId="{522701EF-221A-478B-A942-FFF44C0384AD}" srcId="{6F1A4FA9-FADF-4AB0-8746-1A8DDE24530D}" destId="{5A5672D4-F629-43DD-86BC-A742303A59B5}" srcOrd="1" destOrd="0" parTransId="{1FEAA2E7-9647-48F8-9819-E1E4ECD9C1F6}" sibTransId="{ECD1AABC-538A-47E9-94FA-C8B957D41D68}"/>
    <dgm:cxn modelId="{A63C05EF-C54A-4310-9875-145D664BD957}" type="presOf" srcId="{F2977A2C-3D79-4496-BB2C-6A637F3509A8}" destId="{F692B295-3DC9-48E8-9A76-F57BB70EB69F}" srcOrd="1" destOrd="0" presId="urn:microsoft.com/office/officeart/2005/8/layout/orgChart1"/>
    <dgm:cxn modelId="{2F2939EF-6E98-4A14-8BC9-AFFC805CCF17}" type="presOf" srcId="{5AEB9D31-B3EA-4C21-86FE-5EDD9939C0D7}" destId="{ADAFD5FF-FBF1-4C2E-9B07-71894DCA20EB}" srcOrd="0" destOrd="0" presId="urn:microsoft.com/office/officeart/2005/8/layout/orgChart1"/>
    <dgm:cxn modelId="{042F82EF-1B78-4BF3-BEEA-343CB0ABC768}" type="presOf" srcId="{D61CCEE3-2F8C-4BC6-90C8-E0531C6D1CCA}" destId="{C279B51E-4CBB-42C1-90D0-41D2DCF62C34}" srcOrd="0" destOrd="0" presId="urn:microsoft.com/office/officeart/2005/8/layout/orgChart1"/>
    <dgm:cxn modelId="{D92DF2EF-26FE-4780-8F17-EE09D577B1E7}" type="presOf" srcId="{6EB399A4-370F-480A-8284-897FA727D3F5}" destId="{8CCF7645-23E3-4373-B7B5-CA1107F226C4}" srcOrd="1" destOrd="0" presId="urn:microsoft.com/office/officeart/2005/8/layout/orgChart1"/>
    <dgm:cxn modelId="{604DFEEF-8C53-4C47-AC82-AEDFEDBD5CEB}" type="presOf" srcId="{E52B014A-3B20-42E0-8377-D0E14C966A21}" destId="{A55AD540-A7A4-42DF-ADB1-F322A8F9B074}" srcOrd="0" destOrd="0" presId="urn:microsoft.com/office/officeart/2005/8/layout/orgChart1"/>
    <dgm:cxn modelId="{B8B407F0-50FF-48B1-949A-4C734D33F4A5}" type="presOf" srcId="{1779F78D-CD5D-457D-B6C1-3DA8910E0B02}" destId="{F72F4ED8-66CB-4B1A-97F7-52AB0D3CBF1A}" srcOrd="0" destOrd="0" presId="urn:microsoft.com/office/officeart/2005/8/layout/orgChart1"/>
    <dgm:cxn modelId="{B96448F0-EEE7-4837-B1EA-A4981D3FE4A5}" type="presOf" srcId="{75C02CA7-25F6-4877-8574-5CC584D3E7A6}" destId="{D592F576-6E5D-4EE9-BC9F-8A162B7E28B3}" srcOrd="1" destOrd="0" presId="urn:microsoft.com/office/officeart/2005/8/layout/orgChart1"/>
    <dgm:cxn modelId="{BF9DAEF0-91DA-429F-96E6-235B9160D724}" type="presOf" srcId="{B8B63E5E-B75A-4BF4-BA49-83608999CFFE}" destId="{256C0618-41C5-40A8-ABCB-67A992E0A35C}" srcOrd="0" destOrd="0" presId="urn:microsoft.com/office/officeart/2005/8/layout/orgChart1"/>
    <dgm:cxn modelId="{8BB94AF1-2421-404E-8AD1-5E1E62F2AEA6}" type="presOf" srcId="{3C060F7F-E0D3-4C9F-97A9-B1454AF5C580}" destId="{F0C244B5-620E-4888-B945-308527BF9459}" srcOrd="1" destOrd="0" presId="urn:microsoft.com/office/officeart/2005/8/layout/orgChart1"/>
    <dgm:cxn modelId="{5DDAA9F1-D04F-4C50-989A-10F56B80DD0C}" srcId="{DBA2CDB5-4E12-45A9-9222-E984B29D8CFC}" destId="{8B2BB921-4290-4C33-8398-BC3C1422FC09}" srcOrd="9" destOrd="0" parTransId="{C3DAC0B9-0DE7-4AEA-8D84-59319736F0AF}" sibTransId="{DDFAC73D-0A41-4B50-B7A6-8D8ACD61EE57}"/>
    <dgm:cxn modelId="{410DD4F1-5B33-47C7-8B5A-7A490D999E2B}" type="presOf" srcId="{7F9ACF5B-D10A-45E1-AC5E-85E71956B59B}" destId="{568ADF8E-12DA-4FA4-850D-310423099387}" srcOrd="1" destOrd="0" presId="urn:microsoft.com/office/officeart/2005/8/layout/orgChart1"/>
    <dgm:cxn modelId="{0C32DBF1-D997-4ED4-B97D-CE508B1D7D30}" srcId="{41A86E90-4C49-409E-B804-CD67942CA75D}" destId="{EF4D49B8-27C6-4203-B4C0-448D5FCBB9BF}" srcOrd="1" destOrd="0" parTransId="{AA4403AE-32EE-49D4-9E28-A5F40D5B4B83}" sibTransId="{B43DAABE-593E-40F6-B5D6-536C09CC7669}"/>
    <dgm:cxn modelId="{8E7326F2-40FD-44A9-87F9-D7B1A9AB9148}" srcId="{E54036C3-6746-4A22-8F0B-28C453A8A206}" destId="{623351D1-AFE0-42A2-AF9D-452B49805701}" srcOrd="1" destOrd="0" parTransId="{B354883F-2EEE-4D1A-B4FE-5E4A89D565F2}" sibTransId="{B1D668EB-5C4A-4982-83A2-72A9355590E2}"/>
    <dgm:cxn modelId="{DC449AF2-4108-4A5E-B315-6C620C2054A6}" type="presOf" srcId="{B2C39A58-F5A4-4D1B-B61F-F8FCBB009003}" destId="{5C7D6648-6E08-4669-9B57-255C9DBE1DAD}" srcOrd="0" destOrd="0" presId="urn:microsoft.com/office/officeart/2005/8/layout/orgChart1"/>
    <dgm:cxn modelId="{E12C5BF4-DD94-404D-B0DD-ACBD5AA00B31}" type="presOf" srcId="{90B38AC3-B8C1-49CC-9D03-E92A35A801C1}" destId="{48A5C700-C21B-44E0-B506-D56EA2BF2F63}" srcOrd="1" destOrd="0" presId="urn:microsoft.com/office/officeart/2005/8/layout/orgChart1"/>
    <dgm:cxn modelId="{D3EB90F4-436D-4FFB-A247-4CEE128D2C2A}" srcId="{D2BB2FCF-5D6A-4749-BBF4-E2608D4EF072}" destId="{0B98FF25-5DE8-4429-A124-1FD9436AA7D3}" srcOrd="2" destOrd="0" parTransId="{FACD946C-4901-41F2-95F9-29CF027DB6F9}" sibTransId="{C5A92F17-0807-422F-AB1A-A7226E398D42}"/>
    <dgm:cxn modelId="{72FB3DF5-FCD3-4067-993E-AFE87615CB6C}" type="presOf" srcId="{58FF33C0-DE45-4F5B-80A3-097091D58511}" destId="{04846A6D-CA24-4A77-91F2-A4805BE7C39D}" srcOrd="0" destOrd="0" presId="urn:microsoft.com/office/officeart/2005/8/layout/orgChart1"/>
    <dgm:cxn modelId="{299F65F5-2741-4226-94ED-87999785E06B}" type="presOf" srcId="{201FC444-B1A2-4AA6-830D-6E060318B78F}" destId="{306EC41F-EF42-446B-BBFE-BF3ECF409250}" srcOrd="1" destOrd="0" presId="urn:microsoft.com/office/officeart/2005/8/layout/orgChart1"/>
    <dgm:cxn modelId="{25ACE9F5-DE6D-4DC2-906D-E96EE517AD22}" type="presOf" srcId="{202AD5D4-65AD-42A8-AC0C-84D6B2CC4A9A}" destId="{D511532F-6821-4119-8F3C-8727BFF2D243}" srcOrd="0" destOrd="0" presId="urn:microsoft.com/office/officeart/2005/8/layout/orgChart1"/>
    <dgm:cxn modelId="{D841F1F5-F9C2-45E9-97B2-EC1B521CAC83}" type="presOf" srcId="{EDAD82DD-52EA-4B75-B948-32C1C402F5B6}" destId="{7A939B6A-6967-4277-AC5E-CD62031F83FE}" srcOrd="0" destOrd="0" presId="urn:microsoft.com/office/officeart/2005/8/layout/orgChart1"/>
    <dgm:cxn modelId="{EA3D39F6-5688-4475-95A3-EBB35290A8BD}" type="presOf" srcId="{ADC78744-08C3-4086-AC14-CBDA7848BAF9}" destId="{5B04854A-1F56-4BF7-BFB9-BDB112EB5C24}" srcOrd="0" destOrd="0" presId="urn:microsoft.com/office/officeart/2005/8/layout/orgChart1"/>
    <dgm:cxn modelId="{801881F6-A3C8-4EF6-A447-5FC99CFACCC9}" type="presOf" srcId="{70238138-88DC-49F1-9558-F883AA1F351E}" destId="{470B9A7C-1D26-4239-A09A-1D3E2F7EF484}" srcOrd="0" destOrd="0" presId="urn:microsoft.com/office/officeart/2005/8/layout/orgChart1"/>
    <dgm:cxn modelId="{BD0ED7F6-CF33-4610-9BA4-7135AD3BB38D}" type="presOf" srcId="{6C500906-9150-4DE9-8947-5D3D02E49B39}" destId="{58EA3C5A-80F4-42CA-A597-C679B9F1A888}" srcOrd="0" destOrd="0" presId="urn:microsoft.com/office/officeart/2005/8/layout/orgChart1"/>
    <dgm:cxn modelId="{BA1CA5F7-9463-433F-A674-D0E7429E7F97}" type="presOf" srcId="{C7BE4D7B-0ED2-4647-9E9B-0AEE0050C74F}" destId="{701939AA-A91F-4661-961A-6C4D81B219B6}" srcOrd="0" destOrd="0" presId="urn:microsoft.com/office/officeart/2005/8/layout/orgChart1"/>
    <dgm:cxn modelId="{7DBFACF7-5770-49DB-BED2-3D658622849D}" type="presOf" srcId="{85FABC28-B385-4B6B-B4AE-2A103F2795CA}" destId="{90B1728F-0A03-4B3E-9EAA-6EDA04897CFF}" srcOrd="1" destOrd="0" presId="urn:microsoft.com/office/officeart/2005/8/layout/orgChart1"/>
    <dgm:cxn modelId="{D253CAF7-8E45-46C2-9BB0-4EFEC473C4DB}" type="presOf" srcId="{34C43C20-F594-4DF2-8028-603F3E04E034}" destId="{D6A754E8-CB9E-4447-8DA3-F06EB6BC9F57}" srcOrd="0" destOrd="0" presId="urn:microsoft.com/office/officeart/2005/8/layout/orgChart1"/>
    <dgm:cxn modelId="{2AD8D8F7-99C8-4EEC-97FD-F8D41DF69771}" type="presOf" srcId="{64522B8D-1994-46D2-A7A6-7AC105A8CF9A}" destId="{0C46C4BE-3FC9-4B61-B226-E45A4C1DE6A4}" srcOrd="0" destOrd="0" presId="urn:microsoft.com/office/officeart/2005/8/layout/orgChart1"/>
    <dgm:cxn modelId="{78F08AF8-6E4E-45B6-B3DB-54720E606FDF}" type="presOf" srcId="{FEF57D97-E4D4-47D3-BD93-0626FF98326A}" destId="{C36AFC6F-75A1-44A3-8DAF-2A75A318C22F}" srcOrd="0" destOrd="0" presId="urn:microsoft.com/office/officeart/2005/8/layout/orgChart1"/>
    <dgm:cxn modelId="{7FF1B1F9-0E20-4CCF-BFB2-2D10AF7BB13B}" type="presOf" srcId="{CAE852E1-3EFF-4C66-92DB-441C45DC4422}" destId="{22D410BB-E7E8-4B65-904C-8351D45E67CA}" srcOrd="0" destOrd="0" presId="urn:microsoft.com/office/officeart/2005/8/layout/orgChart1"/>
    <dgm:cxn modelId="{DF24C1F9-1AF7-495B-BDE0-FFF49F2D4D2F}" srcId="{DA14AD23-FFB5-44A7-A338-6365E1708E55}" destId="{D6EE0E96-19C5-4540-9C49-B9F6643D6730}" srcOrd="1" destOrd="0" parTransId="{CAE852E1-3EFF-4C66-92DB-441C45DC4422}" sibTransId="{2B799F9A-9076-40B6-A0CC-0F81CF7158C7}"/>
    <dgm:cxn modelId="{3F5C18FA-E818-47B8-A752-75B3B969DDAB}" srcId="{C7BE4D7B-0ED2-4647-9E9B-0AEE0050C74F}" destId="{E361FDF5-296B-48F6-8793-7168CDC31568}" srcOrd="0" destOrd="0" parTransId="{27EF958B-1C27-407F-8C47-FC0F751E4BBC}" sibTransId="{D7D56EC0-0199-4ED9-87C4-3802B6EC04B1}"/>
    <dgm:cxn modelId="{75D8F2FA-9A3A-4543-8B1E-1B492C96EE07}" type="presOf" srcId="{163D6853-186B-4D3E-870D-F0AB9A5D27BA}" destId="{8B3F48F2-9043-4AFD-AB8E-8B3B33BE2BB8}" srcOrd="0" destOrd="0" presId="urn:microsoft.com/office/officeart/2005/8/layout/orgChart1"/>
    <dgm:cxn modelId="{5F2B75FB-38FF-46D0-8625-7B783520A152}" type="presOf" srcId="{D0D1F1DC-C210-4794-AF8B-B9E7CECE4E17}" destId="{67DF33E3-CA6D-47E2-ADEA-707C89834AEE}" srcOrd="1" destOrd="0" presId="urn:microsoft.com/office/officeart/2005/8/layout/orgChart1"/>
    <dgm:cxn modelId="{90CB5EFC-D252-41D2-A2E1-9E2B014B80E6}" type="presOf" srcId="{9B220651-59B9-48C6-B756-8B8D891416FA}" destId="{49FED9A7-580C-4876-85A5-9E515B3ED872}" srcOrd="1" destOrd="0" presId="urn:microsoft.com/office/officeart/2005/8/layout/orgChart1"/>
    <dgm:cxn modelId="{7BFE53FC-DEFA-4B3B-A5EA-2325F72D5ABD}" type="presOf" srcId="{7C86E7C0-52FA-4105-B90B-B74D4E479186}" destId="{50EF61DC-CCB2-4DFC-961D-3C073EF3A5A9}" srcOrd="1" destOrd="0" presId="urn:microsoft.com/office/officeart/2005/8/layout/orgChart1"/>
    <dgm:cxn modelId="{CD59F4FC-EDBE-451E-95FC-1DC3A586BA03}" srcId="{D9281838-EF80-4D9D-9068-FCBBC4352630}" destId="{70238138-88DC-49F1-9558-F883AA1F351E}" srcOrd="2" destOrd="0" parTransId="{E7F8E750-94F6-4726-97AA-6E7C5D8B03B4}" sibTransId="{6B5782A2-B2CB-45C8-B28B-ADEA87BF44EF}"/>
    <dgm:cxn modelId="{92B411FD-202F-4867-BCFE-E57647C8091A}" type="presOf" srcId="{2C9F0035-B471-4203-A744-903728586A2D}" destId="{11E56972-7522-48A1-B877-AD22D2006F61}" srcOrd="1" destOrd="0" presId="urn:microsoft.com/office/officeart/2005/8/layout/orgChart1"/>
    <dgm:cxn modelId="{848D64FD-4886-4029-80D8-1BFEDA808D9F}" type="presOf" srcId="{F7F1AF26-DEFD-4A7C-8352-46BF41579B94}" destId="{E0EA4F46-67FC-4DC9-B506-9A66B0CA8E4D}" srcOrd="0" destOrd="0" presId="urn:microsoft.com/office/officeart/2005/8/layout/orgChart1"/>
    <dgm:cxn modelId="{BB71C0FD-067F-45ED-BDC7-FDC88F6D6CB6}" type="presOf" srcId="{EBD8699D-5781-4C55-84BC-E50B5ECAF6B5}" destId="{E4ABC711-2016-49C7-B5E6-A9CC9296B0F0}" srcOrd="1" destOrd="0" presId="urn:microsoft.com/office/officeart/2005/8/layout/orgChart1"/>
    <dgm:cxn modelId="{5D9103FE-ABCC-4CC2-92F2-3A478D41E53D}" type="presOf" srcId="{7724A5CC-82A1-4483-9FDE-9BC5168D2AEE}" destId="{82A31243-1168-4EF9-9CA2-9A088FC01CF9}" srcOrd="0" destOrd="0" presId="urn:microsoft.com/office/officeart/2005/8/layout/orgChart1"/>
    <dgm:cxn modelId="{395E17FF-B13C-4B04-8E6F-66C110C0F487}" type="presOf" srcId="{D58E1CBC-E695-416E-9FD7-761A01BA3EAD}" destId="{F809D988-9173-4804-8B80-B543823BE9D5}" srcOrd="0" destOrd="0" presId="urn:microsoft.com/office/officeart/2005/8/layout/orgChart1"/>
    <dgm:cxn modelId="{765630FF-B36F-48AC-A5D0-277B083E76B1}" srcId="{FC802C5A-FC20-444D-934E-125FECA8F73C}" destId="{19EDE30F-9C1C-4A52-BBA1-963D025E8159}" srcOrd="2" destOrd="0" parTransId="{3CDCB8A4-D4B9-4E55-AE07-44B6589EFED8}" sibTransId="{3997F880-5444-4279-A534-1D63C39789D0}"/>
    <dgm:cxn modelId="{F234EFFF-9D4E-4DF3-B352-D97BD18653D1}" srcId="{8B2BB921-4290-4C33-8398-BC3C1422FC09}" destId="{41A86E90-4C49-409E-B804-CD67942CA75D}" srcOrd="1" destOrd="0" parTransId="{FD6E70A5-DDF0-4E98-8D9D-9512F8E2301F}" sibTransId="{12C9FDB2-C912-41A4-B9B9-388F7F5BCBB2}"/>
    <dgm:cxn modelId="{53A63A70-39CE-4EBF-A40A-2392507BF6C1}" type="presParOf" srcId="{0438BC93-A6C8-4D55-B58C-9B03AB672D98}" destId="{73A82102-349B-4472-AB3A-0AA0DF0178CC}" srcOrd="0" destOrd="0" presId="urn:microsoft.com/office/officeart/2005/8/layout/orgChart1"/>
    <dgm:cxn modelId="{6036603A-5E63-417C-97AE-A9FF90BBB239}" type="presParOf" srcId="{73A82102-349B-4472-AB3A-0AA0DF0178CC}" destId="{1DA9D214-17D7-495C-9C2D-357F6802FE8B}" srcOrd="0" destOrd="0" presId="urn:microsoft.com/office/officeart/2005/8/layout/orgChart1"/>
    <dgm:cxn modelId="{FDBF8A67-5689-4FEC-ADCB-132B12858E00}" type="presParOf" srcId="{1DA9D214-17D7-495C-9C2D-357F6802FE8B}" destId="{854B43F5-0696-4CA6-8658-E27AFF6276EB}" srcOrd="0" destOrd="0" presId="urn:microsoft.com/office/officeart/2005/8/layout/orgChart1"/>
    <dgm:cxn modelId="{7325815F-2881-42F5-81D0-C1B70CD92280}" type="presParOf" srcId="{1DA9D214-17D7-495C-9C2D-357F6802FE8B}" destId="{C75A0531-1D33-4342-8E59-E8FEBA7C75C7}" srcOrd="1" destOrd="0" presId="urn:microsoft.com/office/officeart/2005/8/layout/orgChart1"/>
    <dgm:cxn modelId="{48F166F8-3FA4-4F15-973A-C01E3CDD5B35}" type="presParOf" srcId="{73A82102-349B-4472-AB3A-0AA0DF0178CC}" destId="{1CB62327-0FD1-4229-A831-3E2B2CB1C5CE}" srcOrd="1" destOrd="0" presId="urn:microsoft.com/office/officeart/2005/8/layout/orgChart1"/>
    <dgm:cxn modelId="{BD5F0CFE-7C79-4B7D-9949-2574FDF7C642}" type="presParOf" srcId="{1CB62327-0FD1-4229-A831-3E2B2CB1C5CE}" destId="{256C0618-41C5-40A8-ABCB-67A992E0A35C}" srcOrd="0" destOrd="0" presId="urn:microsoft.com/office/officeart/2005/8/layout/orgChart1"/>
    <dgm:cxn modelId="{542AD28D-E2DA-43F9-940A-86A303B28A92}" type="presParOf" srcId="{1CB62327-0FD1-4229-A831-3E2B2CB1C5CE}" destId="{EA6E04E1-2920-423A-B9BF-16B42DEEA078}" srcOrd="1" destOrd="0" presId="urn:microsoft.com/office/officeart/2005/8/layout/orgChart1"/>
    <dgm:cxn modelId="{5FE61226-8230-4EDF-8828-329506FB406C}" type="presParOf" srcId="{EA6E04E1-2920-423A-B9BF-16B42DEEA078}" destId="{1EAAD89A-BDD6-449B-A5A5-36E04698EBAE}" srcOrd="0" destOrd="0" presId="urn:microsoft.com/office/officeart/2005/8/layout/orgChart1"/>
    <dgm:cxn modelId="{C1C9578A-E225-4D91-B710-A7D954CB2AE0}" type="presParOf" srcId="{1EAAD89A-BDD6-449B-A5A5-36E04698EBAE}" destId="{D2CC6CB8-F086-4E9A-AA62-576FE7D80F69}" srcOrd="0" destOrd="0" presId="urn:microsoft.com/office/officeart/2005/8/layout/orgChart1"/>
    <dgm:cxn modelId="{27A1691D-E9B9-4C90-818A-1311F5ED35DE}" type="presParOf" srcId="{1EAAD89A-BDD6-449B-A5A5-36E04698EBAE}" destId="{EC420CD8-E6D8-4033-9153-DBF689D94885}" srcOrd="1" destOrd="0" presId="urn:microsoft.com/office/officeart/2005/8/layout/orgChart1"/>
    <dgm:cxn modelId="{0924BE5A-0F86-43BE-A0D2-B85E20EE7A04}" type="presParOf" srcId="{EA6E04E1-2920-423A-B9BF-16B42DEEA078}" destId="{42747D04-4194-4ADC-B014-39996072C2EC}" srcOrd="1" destOrd="0" presId="urn:microsoft.com/office/officeart/2005/8/layout/orgChart1"/>
    <dgm:cxn modelId="{E032E508-6345-460D-97DE-3822AB0BB575}" type="presParOf" srcId="{42747D04-4194-4ADC-B014-39996072C2EC}" destId="{23EE901D-3446-43D2-A609-C26F69F28526}" srcOrd="0" destOrd="0" presId="urn:microsoft.com/office/officeart/2005/8/layout/orgChart1"/>
    <dgm:cxn modelId="{33ED379D-5DF5-4863-8890-5112B5080A58}" type="presParOf" srcId="{42747D04-4194-4ADC-B014-39996072C2EC}" destId="{310BC1DF-9341-491D-8D7F-6393A4FD1B2A}" srcOrd="1" destOrd="0" presId="urn:microsoft.com/office/officeart/2005/8/layout/orgChart1"/>
    <dgm:cxn modelId="{92867706-B81F-4C76-950E-BF35207EC6B5}" type="presParOf" srcId="{310BC1DF-9341-491D-8D7F-6393A4FD1B2A}" destId="{3FD4631F-F281-4EFC-A5EB-FD0BFB4FCF69}" srcOrd="0" destOrd="0" presId="urn:microsoft.com/office/officeart/2005/8/layout/orgChart1"/>
    <dgm:cxn modelId="{E5F0D8FC-043D-4555-B436-3647ABF5BBB9}" type="presParOf" srcId="{3FD4631F-F281-4EFC-A5EB-FD0BFB4FCF69}" destId="{6D731922-3B28-4F97-A8B2-9B6CFCB985CF}" srcOrd="0" destOrd="0" presId="urn:microsoft.com/office/officeart/2005/8/layout/orgChart1"/>
    <dgm:cxn modelId="{ED5E38E1-0356-446A-AA5D-E9370C054A7D}" type="presParOf" srcId="{3FD4631F-F281-4EFC-A5EB-FD0BFB4FCF69}" destId="{CABD8DDD-26F2-431F-8362-2B292C6E9D54}" srcOrd="1" destOrd="0" presId="urn:microsoft.com/office/officeart/2005/8/layout/orgChart1"/>
    <dgm:cxn modelId="{EF84AB2C-F645-4CF3-A783-8D02290BA7A7}" type="presParOf" srcId="{310BC1DF-9341-491D-8D7F-6393A4FD1B2A}" destId="{17A28AE8-1966-4ECB-A84E-8931D3C48301}" srcOrd="1" destOrd="0" presId="urn:microsoft.com/office/officeart/2005/8/layout/orgChart1"/>
    <dgm:cxn modelId="{B5DD822F-A7B1-4746-B4CD-B7AEDAE4AB1E}" type="presParOf" srcId="{17A28AE8-1966-4ECB-A84E-8931D3C48301}" destId="{6584A279-E1A4-4419-BC97-299458F7AABA}" srcOrd="0" destOrd="0" presId="urn:microsoft.com/office/officeart/2005/8/layout/orgChart1"/>
    <dgm:cxn modelId="{757DC072-124A-432C-90C9-1C84B9CE1B62}" type="presParOf" srcId="{17A28AE8-1966-4ECB-A84E-8931D3C48301}" destId="{45F360FB-AE89-4C73-A085-EE9FBE046D14}" srcOrd="1" destOrd="0" presId="urn:microsoft.com/office/officeart/2005/8/layout/orgChart1"/>
    <dgm:cxn modelId="{A175FF97-CBCF-4031-B720-ECB44810213C}" type="presParOf" srcId="{45F360FB-AE89-4C73-A085-EE9FBE046D14}" destId="{58EFA7C5-6AED-4992-B286-9F2CDFDC6CFC}" srcOrd="0" destOrd="0" presId="urn:microsoft.com/office/officeart/2005/8/layout/orgChart1"/>
    <dgm:cxn modelId="{142B853E-8C94-451A-BAE5-E77BB8FBDB9C}" type="presParOf" srcId="{58EFA7C5-6AED-4992-B286-9F2CDFDC6CFC}" destId="{C382D5D7-98C0-4990-B4FF-0FFDAD4B9EF2}" srcOrd="0" destOrd="0" presId="urn:microsoft.com/office/officeart/2005/8/layout/orgChart1"/>
    <dgm:cxn modelId="{6F02BEC4-0EC2-4F79-AC5F-5207557E077C}" type="presParOf" srcId="{58EFA7C5-6AED-4992-B286-9F2CDFDC6CFC}" destId="{A14A41EC-EF03-4F88-9DF3-9D3566CEAF7D}" srcOrd="1" destOrd="0" presId="urn:microsoft.com/office/officeart/2005/8/layout/orgChart1"/>
    <dgm:cxn modelId="{5152FA8B-6992-41CE-B18B-6D4FB4B2F191}" type="presParOf" srcId="{45F360FB-AE89-4C73-A085-EE9FBE046D14}" destId="{8687D229-1FB9-4B4C-A7D0-12E4056D7AC3}" srcOrd="1" destOrd="0" presId="urn:microsoft.com/office/officeart/2005/8/layout/orgChart1"/>
    <dgm:cxn modelId="{9C9C4818-D20D-414F-9B9E-CFDA321F7C13}" type="presParOf" srcId="{45F360FB-AE89-4C73-A085-EE9FBE046D14}" destId="{BCE98792-5C23-4D44-8E3F-E3150482B307}" srcOrd="2" destOrd="0" presId="urn:microsoft.com/office/officeart/2005/8/layout/orgChart1"/>
    <dgm:cxn modelId="{FCF6B946-4CC8-4565-B9D6-5BCAF43301E5}" type="presParOf" srcId="{17A28AE8-1966-4ECB-A84E-8931D3C48301}" destId="{8DC55BFB-71A7-4826-9B27-798B6A1DE447}" srcOrd="2" destOrd="0" presId="urn:microsoft.com/office/officeart/2005/8/layout/orgChart1"/>
    <dgm:cxn modelId="{EFA3AA54-0E04-4D8D-9D02-9419037EB292}" type="presParOf" srcId="{17A28AE8-1966-4ECB-A84E-8931D3C48301}" destId="{8F0CE189-4496-4C72-AD68-19F0DC651E67}" srcOrd="3" destOrd="0" presId="urn:microsoft.com/office/officeart/2005/8/layout/orgChart1"/>
    <dgm:cxn modelId="{FBB4A428-08F0-449A-A643-DAE780E7DA46}" type="presParOf" srcId="{8F0CE189-4496-4C72-AD68-19F0DC651E67}" destId="{FCDD6F7A-CA0B-4975-B996-112F73BDF157}" srcOrd="0" destOrd="0" presId="urn:microsoft.com/office/officeart/2005/8/layout/orgChart1"/>
    <dgm:cxn modelId="{E3CE499E-55A3-4996-B80F-FECC7B2EB053}" type="presParOf" srcId="{FCDD6F7A-CA0B-4975-B996-112F73BDF157}" destId="{3D2B72FE-DCFC-40F8-BC4B-9AFB6B383581}" srcOrd="0" destOrd="0" presId="urn:microsoft.com/office/officeart/2005/8/layout/orgChart1"/>
    <dgm:cxn modelId="{9462198F-6D07-4C4F-824A-67DFC7409C80}" type="presParOf" srcId="{FCDD6F7A-CA0B-4975-B996-112F73BDF157}" destId="{5819F437-2075-4218-81BC-3F56EE2ED044}" srcOrd="1" destOrd="0" presId="urn:microsoft.com/office/officeart/2005/8/layout/orgChart1"/>
    <dgm:cxn modelId="{6CA30AF9-AEC5-49EA-9066-FD018A8352EF}" type="presParOf" srcId="{8F0CE189-4496-4C72-AD68-19F0DC651E67}" destId="{A2F2832F-3CF4-482B-AEF9-DB43CAB4FABE}" srcOrd="1" destOrd="0" presId="urn:microsoft.com/office/officeart/2005/8/layout/orgChart1"/>
    <dgm:cxn modelId="{C9D5C3C1-1C3B-4892-AD04-A214600DFDB5}" type="presParOf" srcId="{8F0CE189-4496-4C72-AD68-19F0DC651E67}" destId="{3466B460-F0A1-4313-B91A-9E3C64ED1821}" srcOrd="2" destOrd="0" presId="urn:microsoft.com/office/officeart/2005/8/layout/orgChart1"/>
    <dgm:cxn modelId="{5CFD1B0D-72CA-46A8-A9A4-81B4ABC3BC55}" type="presParOf" srcId="{310BC1DF-9341-491D-8D7F-6393A4FD1B2A}" destId="{98087536-EF2C-4343-BE2C-9B2E06B0A5D9}" srcOrd="2" destOrd="0" presId="urn:microsoft.com/office/officeart/2005/8/layout/orgChart1"/>
    <dgm:cxn modelId="{9BF4553E-BCEC-49B8-BF5E-63FEA205AA2C}" type="presParOf" srcId="{42747D04-4194-4ADC-B014-39996072C2EC}" destId="{E8AED562-7BF2-4FE4-A29F-65497804963A}" srcOrd="2" destOrd="0" presId="urn:microsoft.com/office/officeart/2005/8/layout/orgChart1"/>
    <dgm:cxn modelId="{C814A2CF-94C4-454A-8FD7-CE029D28C483}" type="presParOf" srcId="{42747D04-4194-4ADC-B014-39996072C2EC}" destId="{68C7C312-FB05-4AED-A4F1-5B599810E66F}" srcOrd="3" destOrd="0" presId="urn:microsoft.com/office/officeart/2005/8/layout/orgChart1"/>
    <dgm:cxn modelId="{91150181-DB13-48E3-A9B8-517A62803372}" type="presParOf" srcId="{68C7C312-FB05-4AED-A4F1-5B599810E66F}" destId="{E67AB007-635F-45EC-88F7-F426CBF24EB7}" srcOrd="0" destOrd="0" presId="urn:microsoft.com/office/officeart/2005/8/layout/orgChart1"/>
    <dgm:cxn modelId="{34D692F4-70EE-4DDC-87B8-EEE8684A894A}" type="presParOf" srcId="{E67AB007-635F-45EC-88F7-F426CBF24EB7}" destId="{94EBE5C0-E723-433B-8238-133AB4BF9238}" srcOrd="0" destOrd="0" presId="urn:microsoft.com/office/officeart/2005/8/layout/orgChart1"/>
    <dgm:cxn modelId="{97FF9A56-14DF-414F-8372-2AD4818D7535}" type="presParOf" srcId="{E67AB007-635F-45EC-88F7-F426CBF24EB7}" destId="{FCD54F80-B01C-4F11-A9C5-6CC2A5ABFACC}" srcOrd="1" destOrd="0" presId="urn:microsoft.com/office/officeart/2005/8/layout/orgChart1"/>
    <dgm:cxn modelId="{8CE9ADF3-95E4-4A0E-8E54-CBE29DFBE51F}" type="presParOf" srcId="{68C7C312-FB05-4AED-A4F1-5B599810E66F}" destId="{E507B492-6ADF-4DE2-BEF1-9480AE13456F}" srcOrd="1" destOrd="0" presId="urn:microsoft.com/office/officeart/2005/8/layout/orgChart1"/>
    <dgm:cxn modelId="{714656A9-C962-4FE6-BC25-A34EE8DC9E97}" type="presParOf" srcId="{E507B492-6ADF-4DE2-BEF1-9480AE13456F}" destId="{E4B29F4B-24C8-4A8C-B318-97A8A108B364}" srcOrd="0" destOrd="0" presId="urn:microsoft.com/office/officeart/2005/8/layout/orgChart1"/>
    <dgm:cxn modelId="{3E0BD5CE-53A4-4A2C-A0D3-CCB4B4BDDAF5}" type="presParOf" srcId="{E507B492-6ADF-4DE2-BEF1-9480AE13456F}" destId="{D7FE93D1-E629-45F7-8C9D-0A1108DDAE57}" srcOrd="1" destOrd="0" presId="urn:microsoft.com/office/officeart/2005/8/layout/orgChart1"/>
    <dgm:cxn modelId="{19254B68-F815-4ABE-A9F1-65BB417FB682}" type="presParOf" srcId="{D7FE93D1-E629-45F7-8C9D-0A1108DDAE57}" destId="{564CDC68-1F92-4905-8A6F-FFEA47C3DC70}" srcOrd="0" destOrd="0" presId="urn:microsoft.com/office/officeart/2005/8/layout/orgChart1"/>
    <dgm:cxn modelId="{2CF5E152-F28B-4BD7-8D2F-063875A66642}" type="presParOf" srcId="{564CDC68-1F92-4905-8A6F-FFEA47C3DC70}" destId="{566C872B-88D4-4851-9487-F3479870FB47}" srcOrd="0" destOrd="0" presId="urn:microsoft.com/office/officeart/2005/8/layout/orgChart1"/>
    <dgm:cxn modelId="{172BABCA-C6EC-4D10-A3C2-4C0575BE11D8}" type="presParOf" srcId="{564CDC68-1F92-4905-8A6F-FFEA47C3DC70}" destId="{21877002-CFD3-4E39-A3A2-57606261ACD0}" srcOrd="1" destOrd="0" presId="urn:microsoft.com/office/officeart/2005/8/layout/orgChart1"/>
    <dgm:cxn modelId="{2F255797-0FCF-4FC3-BD16-895A00A65709}" type="presParOf" srcId="{D7FE93D1-E629-45F7-8C9D-0A1108DDAE57}" destId="{4333F61F-AB40-4926-B597-D606AF22BA4A}" srcOrd="1" destOrd="0" presId="urn:microsoft.com/office/officeart/2005/8/layout/orgChart1"/>
    <dgm:cxn modelId="{C7FB09FA-A2E8-4D16-8F40-5A66E7F5A572}" type="presParOf" srcId="{D7FE93D1-E629-45F7-8C9D-0A1108DDAE57}" destId="{071C258B-BE73-4C14-92A0-BABE22AD29B7}" srcOrd="2" destOrd="0" presId="urn:microsoft.com/office/officeart/2005/8/layout/orgChart1"/>
    <dgm:cxn modelId="{92DEC81D-BBA9-4CE8-80AE-061F4D215D03}" type="presParOf" srcId="{E507B492-6ADF-4DE2-BEF1-9480AE13456F}" destId="{AB17D33A-B6E7-4B74-B1F2-AA22235050A2}" srcOrd="2" destOrd="0" presId="urn:microsoft.com/office/officeart/2005/8/layout/orgChart1"/>
    <dgm:cxn modelId="{76AB5803-65DA-4467-A1E9-7D077933AC6B}" type="presParOf" srcId="{E507B492-6ADF-4DE2-BEF1-9480AE13456F}" destId="{E4F786F1-C376-4872-896C-05C120121BC8}" srcOrd="3" destOrd="0" presId="urn:microsoft.com/office/officeart/2005/8/layout/orgChart1"/>
    <dgm:cxn modelId="{77046FD1-9AA9-4F5E-BF83-727740E961BE}" type="presParOf" srcId="{E4F786F1-C376-4872-896C-05C120121BC8}" destId="{A2A30EC6-9EDF-4DE9-B3C4-07A2F1DAEB55}" srcOrd="0" destOrd="0" presId="urn:microsoft.com/office/officeart/2005/8/layout/orgChart1"/>
    <dgm:cxn modelId="{F7FB8E78-C18C-4130-9319-CE41BB578FFB}" type="presParOf" srcId="{A2A30EC6-9EDF-4DE9-B3C4-07A2F1DAEB55}" destId="{6F37A9CC-8833-48B6-80F4-6659D0A5CE27}" srcOrd="0" destOrd="0" presId="urn:microsoft.com/office/officeart/2005/8/layout/orgChart1"/>
    <dgm:cxn modelId="{90B142CA-D726-4A84-8DCF-2F5591228180}" type="presParOf" srcId="{A2A30EC6-9EDF-4DE9-B3C4-07A2F1DAEB55}" destId="{653E3183-5AFF-4577-A7EB-4F3553D4A212}" srcOrd="1" destOrd="0" presId="urn:microsoft.com/office/officeart/2005/8/layout/orgChart1"/>
    <dgm:cxn modelId="{B1DB3F92-05A6-4AFF-94C4-024FEC4CC4F7}" type="presParOf" srcId="{E4F786F1-C376-4872-896C-05C120121BC8}" destId="{62948C9B-FFF4-45AD-A9CC-6D13C5206CF0}" srcOrd="1" destOrd="0" presId="urn:microsoft.com/office/officeart/2005/8/layout/orgChart1"/>
    <dgm:cxn modelId="{9B28DD93-2659-4FE0-9124-18932609673D}" type="presParOf" srcId="{E4F786F1-C376-4872-896C-05C120121BC8}" destId="{C59410AA-E645-4BF9-9889-03AD8F2D0BB7}" srcOrd="2" destOrd="0" presId="urn:microsoft.com/office/officeart/2005/8/layout/orgChart1"/>
    <dgm:cxn modelId="{1F6E6091-0DF2-4F40-8540-5D7E94E74002}" type="presParOf" srcId="{68C7C312-FB05-4AED-A4F1-5B599810E66F}" destId="{B682B417-B97C-4902-B041-61174FAD81A8}" srcOrd="2" destOrd="0" presId="urn:microsoft.com/office/officeart/2005/8/layout/orgChart1"/>
    <dgm:cxn modelId="{FDA9F232-4990-4226-AE8D-D54CE8277447}" type="presParOf" srcId="{42747D04-4194-4ADC-B014-39996072C2EC}" destId="{CFD6EE49-87E4-4FE6-A271-BFC3CF1EE8D9}" srcOrd="4" destOrd="0" presId="urn:microsoft.com/office/officeart/2005/8/layout/orgChart1"/>
    <dgm:cxn modelId="{5E8629AE-BF31-4562-8463-9445D3AED8AF}" type="presParOf" srcId="{42747D04-4194-4ADC-B014-39996072C2EC}" destId="{0F173838-6E9C-4E16-8C22-952403C053FA}" srcOrd="5" destOrd="0" presId="urn:microsoft.com/office/officeart/2005/8/layout/orgChart1"/>
    <dgm:cxn modelId="{24202599-5066-4C1A-9490-DBDD7F157ED7}" type="presParOf" srcId="{0F173838-6E9C-4E16-8C22-952403C053FA}" destId="{6D6522CD-65D7-4202-862E-6AE78D51F71D}" srcOrd="0" destOrd="0" presId="urn:microsoft.com/office/officeart/2005/8/layout/orgChart1"/>
    <dgm:cxn modelId="{CF7BE918-300D-40FE-BBE3-CB76DB2D0FF6}" type="presParOf" srcId="{6D6522CD-65D7-4202-862E-6AE78D51F71D}" destId="{8B3F48F2-9043-4AFD-AB8E-8B3B33BE2BB8}" srcOrd="0" destOrd="0" presId="urn:microsoft.com/office/officeart/2005/8/layout/orgChart1"/>
    <dgm:cxn modelId="{B2044475-5161-4EBC-A656-9088111F1175}" type="presParOf" srcId="{6D6522CD-65D7-4202-862E-6AE78D51F71D}" destId="{17ED1A7A-2D94-46CE-B175-B13D9F9D293F}" srcOrd="1" destOrd="0" presId="urn:microsoft.com/office/officeart/2005/8/layout/orgChart1"/>
    <dgm:cxn modelId="{41D5CFA0-2C41-4BA7-9F14-0B78A4B72519}" type="presParOf" srcId="{0F173838-6E9C-4E16-8C22-952403C053FA}" destId="{250B5604-8BAB-4A13-A6AC-0A4FC0A94D2C}" srcOrd="1" destOrd="0" presId="urn:microsoft.com/office/officeart/2005/8/layout/orgChart1"/>
    <dgm:cxn modelId="{AFF2795F-C44C-481F-B563-798FE8666550}" type="presParOf" srcId="{250B5604-8BAB-4A13-A6AC-0A4FC0A94D2C}" destId="{8B20CBA4-5B6C-4352-9B6A-F3E549A84713}" srcOrd="0" destOrd="0" presId="urn:microsoft.com/office/officeart/2005/8/layout/orgChart1"/>
    <dgm:cxn modelId="{48EEE6D9-9BF2-4D8B-9918-694B10BB754D}" type="presParOf" srcId="{250B5604-8BAB-4A13-A6AC-0A4FC0A94D2C}" destId="{ACE7951F-C5C9-4DEB-B612-334FCD7539B3}" srcOrd="1" destOrd="0" presId="urn:microsoft.com/office/officeart/2005/8/layout/orgChart1"/>
    <dgm:cxn modelId="{1697DF35-729E-4257-866E-170365D2F5E2}" type="presParOf" srcId="{ACE7951F-C5C9-4DEB-B612-334FCD7539B3}" destId="{5D3BE96B-EB71-4E9A-9A85-D70E2F6A07B8}" srcOrd="0" destOrd="0" presId="urn:microsoft.com/office/officeart/2005/8/layout/orgChart1"/>
    <dgm:cxn modelId="{2BFD1110-FF51-4D72-A3A6-3E29B25CD377}" type="presParOf" srcId="{5D3BE96B-EB71-4E9A-9A85-D70E2F6A07B8}" destId="{3EBE9867-D5A9-4BD3-AF24-B2D74C01D7BE}" srcOrd="0" destOrd="0" presId="urn:microsoft.com/office/officeart/2005/8/layout/orgChart1"/>
    <dgm:cxn modelId="{6F5AF8E4-33DC-41F0-AD22-096290F0C06A}" type="presParOf" srcId="{5D3BE96B-EB71-4E9A-9A85-D70E2F6A07B8}" destId="{35CF5C8D-8611-434A-BD2B-5C40D952AD04}" srcOrd="1" destOrd="0" presId="urn:microsoft.com/office/officeart/2005/8/layout/orgChart1"/>
    <dgm:cxn modelId="{1A4201E8-77D9-403E-A413-54CC746603FF}" type="presParOf" srcId="{ACE7951F-C5C9-4DEB-B612-334FCD7539B3}" destId="{04FCF805-0CA8-4A3F-A7DF-44D8755A358E}" srcOrd="1" destOrd="0" presId="urn:microsoft.com/office/officeart/2005/8/layout/orgChart1"/>
    <dgm:cxn modelId="{4706C7A9-F2AF-4449-B5CB-F3A35EB8FCEB}" type="presParOf" srcId="{ACE7951F-C5C9-4DEB-B612-334FCD7539B3}" destId="{66D7EE1E-78F1-49E1-9937-B14F2E30B9F0}" srcOrd="2" destOrd="0" presId="urn:microsoft.com/office/officeart/2005/8/layout/orgChart1"/>
    <dgm:cxn modelId="{4C0F05A4-6314-4F68-A9FE-DE129DA1FA71}" type="presParOf" srcId="{250B5604-8BAB-4A13-A6AC-0A4FC0A94D2C}" destId="{7DB12D0C-7496-40A0-98BE-9AA1DB0247DD}" srcOrd="2" destOrd="0" presId="urn:microsoft.com/office/officeart/2005/8/layout/orgChart1"/>
    <dgm:cxn modelId="{5E0727B4-D534-4877-9FC9-BD397B32B8A3}" type="presParOf" srcId="{250B5604-8BAB-4A13-A6AC-0A4FC0A94D2C}" destId="{BFEC93F2-3F96-426A-AD80-F651F159F133}" srcOrd="3" destOrd="0" presId="urn:microsoft.com/office/officeart/2005/8/layout/orgChart1"/>
    <dgm:cxn modelId="{CAB2F36F-991F-49F3-8689-95311C5EFF52}" type="presParOf" srcId="{BFEC93F2-3F96-426A-AD80-F651F159F133}" destId="{22172930-FBE6-46FC-AA2F-B5437FDB9E66}" srcOrd="0" destOrd="0" presId="urn:microsoft.com/office/officeart/2005/8/layout/orgChart1"/>
    <dgm:cxn modelId="{011F08E2-F340-495A-9621-4D06FAED0457}" type="presParOf" srcId="{22172930-FBE6-46FC-AA2F-B5437FDB9E66}" destId="{8C869630-64A7-4755-8B60-5D762CF2E17E}" srcOrd="0" destOrd="0" presId="urn:microsoft.com/office/officeart/2005/8/layout/orgChart1"/>
    <dgm:cxn modelId="{66B7B482-ABE5-4AE8-9A19-227F6E5DDF6E}" type="presParOf" srcId="{22172930-FBE6-46FC-AA2F-B5437FDB9E66}" destId="{67DF33E3-CA6D-47E2-ADEA-707C89834AEE}" srcOrd="1" destOrd="0" presId="urn:microsoft.com/office/officeart/2005/8/layout/orgChart1"/>
    <dgm:cxn modelId="{DCFAC4B0-BBC9-4137-9B83-F9B9F8CBF528}" type="presParOf" srcId="{BFEC93F2-3F96-426A-AD80-F651F159F133}" destId="{EDA44DC8-C5FD-4AFF-B4C5-CCD388AD653C}" srcOrd="1" destOrd="0" presId="urn:microsoft.com/office/officeart/2005/8/layout/orgChart1"/>
    <dgm:cxn modelId="{78D37051-8162-4A21-A4A1-AC1DC19A750D}" type="presParOf" srcId="{BFEC93F2-3F96-426A-AD80-F651F159F133}" destId="{4E21BF80-AED4-4B8A-B6D9-C9357050E2EB}" srcOrd="2" destOrd="0" presId="urn:microsoft.com/office/officeart/2005/8/layout/orgChart1"/>
    <dgm:cxn modelId="{D18E9989-AAB3-49DB-ABC5-DB8C54E30934}" type="presParOf" srcId="{0F173838-6E9C-4E16-8C22-952403C053FA}" destId="{DB086A50-28FC-4BE8-8307-96E99548A69D}" srcOrd="2" destOrd="0" presId="urn:microsoft.com/office/officeart/2005/8/layout/orgChart1"/>
    <dgm:cxn modelId="{EEBA200A-909F-42CB-9814-F0D6D0F7DC95}" type="presParOf" srcId="{EA6E04E1-2920-423A-B9BF-16B42DEEA078}" destId="{96756137-B154-4974-8003-56E3541451D7}" srcOrd="2" destOrd="0" presId="urn:microsoft.com/office/officeart/2005/8/layout/orgChart1"/>
    <dgm:cxn modelId="{11F6E684-F424-4B89-B975-36DE3C4A3938}" type="presParOf" srcId="{1CB62327-0FD1-4229-A831-3E2B2CB1C5CE}" destId="{08307AC2-FB5F-44E8-87A9-1DCCB0DA8C2B}" srcOrd="2" destOrd="0" presId="urn:microsoft.com/office/officeart/2005/8/layout/orgChart1"/>
    <dgm:cxn modelId="{92DF1589-5798-4C3B-B357-8CB93F955880}" type="presParOf" srcId="{1CB62327-0FD1-4229-A831-3E2B2CB1C5CE}" destId="{9FFCF491-56F2-4D00-85AF-A1B9CF56311E}" srcOrd="3" destOrd="0" presId="urn:microsoft.com/office/officeart/2005/8/layout/orgChart1"/>
    <dgm:cxn modelId="{FD841C78-3863-442C-BB98-9938B87E76ED}" type="presParOf" srcId="{9FFCF491-56F2-4D00-85AF-A1B9CF56311E}" destId="{825BC3D3-2043-4FD9-A027-531D50F72380}" srcOrd="0" destOrd="0" presId="urn:microsoft.com/office/officeart/2005/8/layout/orgChart1"/>
    <dgm:cxn modelId="{302B3A15-0A35-4973-A4D4-6660C6285670}" type="presParOf" srcId="{825BC3D3-2043-4FD9-A027-531D50F72380}" destId="{D6B4A60C-F9A8-4C99-8F4F-BCB1C5391E41}" srcOrd="0" destOrd="0" presId="urn:microsoft.com/office/officeart/2005/8/layout/orgChart1"/>
    <dgm:cxn modelId="{2A454594-D449-42B1-8465-B73C4F290F6C}" type="presParOf" srcId="{825BC3D3-2043-4FD9-A027-531D50F72380}" destId="{C8DCE274-5574-4248-A25C-D9523FA574EF}" srcOrd="1" destOrd="0" presId="urn:microsoft.com/office/officeart/2005/8/layout/orgChart1"/>
    <dgm:cxn modelId="{5ED1CFE9-810B-4CEA-A969-274BDB11F669}" type="presParOf" srcId="{9FFCF491-56F2-4D00-85AF-A1B9CF56311E}" destId="{CF1DEB7A-779C-4DCE-8C1D-74E058A0BA19}" srcOrd="1" destOrd="0" presId="urn:microsoft.com/office/officeart/2005/8/layout/orgChart1"/>
    <dgm:cxn modelId="{8AEF77EE-6BEC-48FB-9A81-1E4A758A7E37}" type="presParOf" srcId="{CF1DEB7A-779C-4DCE-8C1D-74E058A0BA19}" destId="{CF302987-8088-4371-8132-2A7E5A194F38}" srcOrd="0" destOrd="0" presId="urn:microsoft.com/office/officeart/2005/8/layout/orgChart1"/>
    <dgm:cxn modelId="{786B7B09-68AF-46AD-8A13-453E36EF56C1}" type="presParOf" srcId="{CF1DEB7A-779C-4DCE-8C1D-74E058A0BA19}" destId="{D79B37D5-AE82-4A22-8DDF-0ABAE6ADF603}" srcOrd="1" destOrd="0" presId="urn:microsoft.com/office/officeart/2005/8/layout/orgChart1"/>
    <dgm:cxn modelId="{AB7839F2-7A03-4787-8F0D-C9A89B9AA7D3}" type="presParOf" srcId="{D79B37D5-AE82-4A22-8DDF-0ABAE6ADF603}" destId="{956DFC9F-F2F6-4FD5-BEA8-6052451AC4B4}" srcOrd="0" destOrd="0" presId="urn:microsoft.com/office/officeart/2005/8/layout/orgChart1"/>
    <dgm:cxn modelId="{B78FCA5A-1461-4FDB-8FFF-4E77A1706F16}" type="presParOf" srcId="{956DFC9F-F2F6-4FD5-BEA8-6052451AC4B4}" destId="{3B5B8DB3-4877-4918-B6E2-A68931EB83CA}" srcOrd="0" destOrd="0" presId="urn:microsoft.com/office/officeart/2005/8/layout/orgChart1"/>
    <dgm:cxn modelId="{90035252-2DBB-4F80-9B81-1EDC8F097F41}" type="presParOf" srcId="{956DFC9F-F2F6-4FD5-BEA8-6052451AC4B4}" destId="{6E32EC5F-BF3F-4072-B9DF-5E277B91D85B}" srcOrd="1" destOrd="0" presId="urn:microsoft.com/office/officeart/2005/8/layout/orgChart1"/>
    <dgm:cxn modelId="{9DBC97BD-4963-469A-85B9-9222D90BF5DD}" type="presParOf" srcId="{D79B37D5-AE82-4A22-8DDF-0ABAE6ADF603}" destId="{E5782752-3CCD-4A10-9B74-0F010E650A8C}" srcOrd="1" destOrd="0" presId="urn:microsoft.com/office/officeart/2005/8/layout/orgChart1"/>
    <dgm:cxn modelId="{92FBEB70-B306-4CE0-9FA3-0E0908D24A2F}" type="presParOf" srcId="{E5782752-3CCD-4A10-9B74-0F010E650A8C}" destId="{D07446DE-6A3D-4B26-9373-B0834C891E8E}" srcOrd="0" destOrd="0" presId="urn:microsoft.com/office/officeart/2005/8/layout/orgChart1"/>
    <dgm:cxn modelId="{644FED09-1892-4B6C-BD1F-5AD0DF993FD3}" type="presParOf" srcId="{E5782752-3CCD-4A10-9B74-0F010E650A8C}" destId="{E6D63B24-2988-442B-8DD9-AB3059F4CB9C}" srcOrd="1" destOrd="0" presId="urn:microsoft.com/office/officeart/2005/8/layout/orgChart1"/>
    <dgm:cxn modelId="{CFC2BABF-E989-4DB8-B4A3-C97CF9BE19A2}" type="presParOf" srcId="{E6D63B24-2988-442B-8DD9-AB3059F4CB9C}" destId="{871ADC41-0A43-4466-9E37-DF988E38A9EA}" srcOrd="0" destOrd="0" presId="urn:microsoft.com/office/officeart/2005/8/layout/orgChart1"/>
    <dgm:cxn modelId="{F13C723F-84A1-4B57-AE42-94EB738EABF0}" type="presParOf" srcId="{871ADC41-0A43-4466-9E37-DF988E38A9EA}" destId="{ACA5DE27-F8D5-488C-AA01-063BAA769DD6}" srcOrd="0" destOrd="0" presId="urn:microsoft.com/office/officeart/2005/8/layout/orgChart1"/>
    <dgm:cxn modelId="{2E48BB80-FB1B-4259-9D21-6F5B7C6F5732}" type="presParOf" srcId="{871ADC41-0A43-4466-9E37-DF988E38A9EA}" destId="{D592F576-6E5D-4EE9-BC9F-8A162B7E28B3}" srcOrd="1" destOrd="0" presId="urn:microsoft.com/office/officeart/2005/8/layout/orgChart1"/>
    <dgm:cxn modelId="{13499DC2-D25A-4DB3-93AF-148415CDB931}" type="presParOf" srcId="{E6D63B24-2988-442B-8DD9-AB3059F4CB9C}" destId="{501068E7-228B-4C3F-AB98-70E211CE5FDC}" srcOrd="1" destOrd="0" presId="urn:microsoft.com/office/officeart/2005/8/layout/orgChart1"/>
    <dgm:cxn modelId="{93783514-C555-4440-83B7-474A87E66C09}" type="presParOf" srcId="{E6D63B24-2988-442B-8DD9-AB3059F4CB9C}" destId="{72FADB84-BDFE-4EDB-80B4-460AE08E94FE}" srcOrd="2" destOrd="0" presId="urn:microsoft.com/office/officeart/2005/8/layout/orgChart1"/>
    <dgm:cxn modelId="{5F5FF42F-2529-4228-9251-557AF10B30ED}" type="presParOf" srcId="{E5782752-3CCD-4A10-9B74-0F010E650A8C}" destId="{FEF4F69F-4FD4-4D49-B24C-F2A9B05218E4}" srcOrd="2" destOrd="0" presId="urn:microsoft.com/office/officeart/2005/8/layout/orgChart1"/>
    <dgm:cxn modelId="{60BC244C-F58D-4E49-8735-35278B23D48C}" type="presParOf" srcId="{E5782752-3CCD-4A10-9B74-0F010E650A8C}" destId="{F972101A-829B-4424-8855-DEC78E3EFDD0}" srcOrd="3" destOrd="0" presId="urn:microsoft.com/office/officeart/2005/8/layout/orgChart1"/>
    <dgm:cxn modelId="{92169253-B24B-478E-99E9-5B8A53709F22}" type="presParOf" srcId="{F972101A-829B-4424-8855-DEC78E3EFDD0}" destId="{2B769D02-092C-4911-822B-CDF9A225704D}" srcOrd="0" destOrd="0" presId="urn:microsoft.com/office/officeart/2005/8/layout/orgChart1"/>
    <dgm:cxn modelId="{75E4EEAD-3060-4D9F-AA36-2DE59DF105F1}" type="presParOf" srcId="{2B769D02-092C-4911-822B-CDF9A225704D}" destId="{D511532F-6821-4119-8F3C-8727BFF2D243}" srcOrd="0" destOrd="0" presId="urn:microsoft.com/office/officeart/2005/8/layout/orgChart1"/>
    <dgm:cxn modelId="{8BBEFA9C-761C-4E60-AB61-C2AC4066BBD5}" type="presParOf" srcId="{2B769D02-092C-4911-822B-CDF9A225704D}" destId="{6042FA69-19F4-428A-8506-6A105DF52010}" srcOrd="1" destOrd="0" presId="urn:microsoft.com/office/officeart/2005/8/layout/orgChart1"/>
    <dgm:cxn modelId="{235CE344-1B42-4B35-8C38-37A82D4A6C24}" type="presParOf" srcId="{F972101A-829B-4424-8855-DEC78E3EFDD0}" destId="{59CE5B49-6E40-48A6-B26B-BE786A1F914B}" srcOrd="1" destOrd="0" presId="urn:microsoft.com/office/officeart/2005/8/layout/orgChart1"/>
    <dgm:cxn modelId="{B66859AF-4E3D-4071-A4F9-7CF98827CCA7}" type="presParOf" srcId="{F972101A-829B-4424-8855-DEC78E3EFDD0}" destId="{9E02093B-17AE-4DAA-B327-8082BEE97C6B}" srcOrd="2" destOrd="0" presId="urn:microsoft.com/office/officeart/2005/8/layout/orgChart1"/>
    <dgm:cxn modelId="{074D960C-FFEB-4F97-8377-CF356171E736}" type="presParOf" srcId="{D79B37D5-AE82-4A22-8DDF-0ABAE6ADF603}" destId="{E431420A-48FA-4669-9CF6-077852954A9E}" srcOrd="2" destOrd="0" presId="urn:microsoft.com/office/officeart/2005/8/layout/orgChart1"/>
    <dgm:cxn modelId="{00A20631-E0F0-444A-B4F2-8B4A0BDD7E1A}" type="presParOf" srcId="{CF1DEB7A-779C-4DCE-8C1D-74E058A0BA19}" destId="{A3AE2813-6247-43A9-AF47-CE7BB1259CC9}" srcOrd="2" destOrd="0" presId="urn:microsoft.com/office/officeart/2005/8/layout/orgChart1"/>
    <dgm:cxn modelId="{998F204A-0F46-4499-8A79-D0E9C69E3EE2}" type="presParOf" srcId="{CF1DEB7A-779C-4DCE-8C1D-74E058A0BA19}" destId="{41F8D05E-2475-4899-A7E9-51753716AA16}" srcOrd="3" destOrd="0" presId="urn:microsoft.com/office/officeart/2005/8/layout/orgChart1"/>
    <dgm:cxn modelId="{D7BF3151-9077-48C1-83B8-8A0478739E18}" type="presParOf" srcId="{41F8D05E-2475-4899-A7E9-51753716AA16}" destId="{377706C8-8A95-4EC3-A598-CCAFAFCD48B0}" srcOrd="0" destOrd="0" presId="urn:microsoft.com/office/officeart/2005/8/layout/orgChart1"/>
    <dgm:cxn modelId="{EA36CCD2-0B1A-41C5-A41B-12F860E59BBF}" type="presParOf" srcId="{377706C8-8A95-4EC3-A598-CCAFAFCD48B0}" destId="{5F04CFE4-E9C7-4777-BB4F-D501F13A93D2}" srcOrd="0" destOrd="0" presId="urn:microsoft.com/office/officeart/2005/8/layout/orgChart1"/>
    <dgm:cxn modelId="{DBD714D8-9532-40F7-B7C5-F589F61BF1B6}" type="presParOf" srcId="{377706C8-8A95-4EC3-A598-CCAFAFCD48B0}" destId="{E7EA87DF-81CF-4061-93B3-5952C89E3C43}" srcOrd="1" destOrd="0" presId="urn:microsoft.com/office/officeart/2005/8/layout/orgChart1"/>
    <dgm:cxn modelId="{B8AB9E57-E4A6-4790-ACA1-C16789DE73D1}" type="presParOf" srcId="{41F8D05E-2475-4899-A7E9-51753716AA16}" destId="{A23B83F0-73F5-4083-B7C3-43707E0BA957}" srcOrd="1" destOrd="0" presId="urn:microsoft.com/office/officeart/2005/8/layout/orgChart1"/>
    <dgm:cxn modelId="{22A89E64-0293-4DC2-BA07-3C6B298EBED2}" type="presParOf" srcId="{A23B83F0-73F5-4083-B7C3-43707E0BA957}" destId="{6668F98B-C094-47B1-B010-AC5B7B082CC2}" srcOrd="0" destOrd="0" presId="urn:microsoft.com/office/officeart/2005/8/layout/orgChart1"/>
    <dgm:cxn modelId="{34210A11-6185-4B2A-9621-64341B609F96}" type="presParOf" srcId="{A23B83F0-73F5-4083-B7C3-43707E0BA957}" destId="{41702170-142A-4C21-8570-1257A0DFDAD0}" srcOrd="1" destOrd="0" presId="urn:microsoft.com/office/officeart/2005/8/layout/orgChart1"/>
    <dgm:cxn modelId="{912E7B09-E019-4E69-BF8D-849A13EE79C9}" type="presParOf" srcId="{41702170-142A-4C21-8570-1257A0DFDAD0}" destId="{D4CFCF6D-30E6-4069-BBB9-C8E80EA62838}" srcOrd="0" destOrd="0" presId="urn:microsoft.com/office/officeart/2005/8/layout/orgChart1"/>
    <dgm:cxn modelId="{A0B7C7AA-9746-4970-9EB2-FB8A523493B6}" type="presParOf" srcId="{D4CFCF6D-30E6-4069-BBB9-C8E80EA62838}" destId="{50B568CD-674B-42A2-83BE-3E285D9183AC}" srcOrd="0" destOrd="0" presId="urn:microsoft.com/office/officeart/2005/8/layout/orgChart1"/>
    <dgm:cxn modelId="{8443F1AF-6FD3-40F7-8C7B-5CCAD3224A59}" type="presParOf" srcId="{D4CFCF6D-30E6-4069-BBB9-C8E80EA62838}" destId="{C4DBC244-1D78-44DE-9368-78310B3982BA}" srcOrd="1" destOrd="0" presId="urn:microsoft.com/office/officeart/2005/8/layout/orgChart1"/>
    <dgm:cxn modelId="{841A0AD8-4993-4FF3-8095-AB51FD6A91F0}" type="presParOf" srcId="{41702170-142A-4C21-8570-1257A0DFDAD0}" destId="{3110E131-AB0E-41E8-8261-C7628AE86FB3}" srcOrd="1" destOrd="0" presId="urn:microsoft.com/office/officeart/2005/8/layout/orgChart1"/>
    <dgm:cxn modelId="{4F885C51-2D16-4CF6-9CD4-94FE04300EF1}" type="presParOf" srcId="{41702170-142A-4C21-8570-1257A0DFDAD0}" destId="{D667B1EB-CFEE-4401-815F-9D48C9F25397}" srcOrd="2" destOrd="0" presId="urn:microsoft.com/office/officeart/2005/8/layout/orgChart1"/>
    <dgm:cxn modelId="{FFAE9A49-62E8-4AA4-9E14-1722E380BB13}" type="presParOf" srcId="{A23B83F0-73F5-4083-B7C3-43707E0BA957}" destId="{AB3811B6-B285-4D70-8A98-765BC7142E3E}" srcOrd="2" destOrd="0" presId="urn:microsoft.com/office/officeart/2005/8/layout/orgChart1"/>
    <dgm:cxn modelId="{D9851702-E8D9-455B-A521-8C4B2C1FEBEB}" type="presParOf" srcId="{A23B83F0-73F5-4083-B7C3-43707E0BA957}" destId="{A0D0495E-C9D9-4BE5-B71F-6D42279F7380}" srcOrd="3" destOrd="0" presId="urn:microsoft.com/office/officeart/2005/8/layout/orgChart1"/>
    <dgm:cxn modelId="{3A0F59A0-E67F-4992-9924-A9D2B894F5C3}" type="presParOf" srcId="{A0D0495E-C9D9-4BE5-B71F-6D42279F7380}" destId="{7E2B6086-69F7-4AEB-85BC-54AD76C83A21}" srcOrd="0" destOrd="0" presId="urn:microsoft.com/office/officeart/2005/8/layout/orgChart1"/>
    <dgm:cxn modelId="{ED6C3918-52AF-4C81-A829-8E9113787D55}" type="presParOf" srcId="{7E2B6086-69F7-4AEB-85BC-54AD76C83A21}" destId="{65901F08-BF69-48D5-851B-1E87E51F3C32}" srcOrd="0" destOrd="0" presId="urn:microsoft.com/office/officeart/2005/8/layout/orgChart1"/>
    <dgm:cxn modelId="{B93E8E1C-86A7-4237-95DF-3F81AF910F3D}" type="presParOf" srcId="{7E2B6086-69F7-4AEB-85BC-54AD76C83A21}" destId="{075287FD-68A7-4B20-B12D-045451A064EE}" srcOrd="1" destOrd="0" presId="urn:microsoft.com/office/officeart/2005/8/layout/orgChart1"/>
    <dgm:cxn modelId="{3D23357E-2F29-4466-81DC-A398ED7ED377}" type="presParOf" srcId="{A0D0495E-C9D9-4BE5-B71F-6D42279F7380}" destId="{F3ED4B1C-4615-4ED1-84E4-B5F0A41E2D26}" srcOrd="1" destOrd="0" presId="urn:microsoft.com/office/officeart/2005/8/layout/orgChart1"/>
    <dgm:cxn modelId="{A039944C-7E34-41D4-A15C-D2255A3B99E2}" type="presParOf" srcId="{A0D0495E-C9D9-4BE5-B71F-6D42279F7380}" destId="{6AA4DD21-BDAE-4999-9600-951B6F6F5988}" srcOrd="2" destOrd="0" presId="urn:microsoft.com/office/officeart/2005/8/layout/orgChart1"/>
    <dgm:cxn modelId="{A767E5FF-AA5E-49F7-9D6C-23A9D0FB70C8}" type="presParOf" srcId="{A23B83F0-73F5-4083-B7C3-43707E0BA957}" destId="{E3FF45AF-AA6F-4AEC-BB95-D42E4C53B7D2}" srcOrd="4" destOrd="0" presId="urn:microsoft.com/office/officeart/2005/8/layout/orgChart1"/>
    <dgm:cxn modelId="{CBC4EF46-E181-4D42-80BE-B03CA8BAB66C}" type="presParOf" srcId="{A23B83F0-73F5-4083-B7C3-43707E0BA957}" destId="{969F7036-576C-4F19-B9D7-E9B405EBD697}" srcOrd="5" destOrd="0" presId="urn:microsoft.com/office/officeart/2005/8/layout/orgChart1"/>
    <dgm:cxn modelId="{10102096-C06A-4570-B14E-BD98D50A23B3}" type="presParOf" srcId="{969F7036-576C-4F19-B9D7-E9B405EBD697}" destId="{5E125E12-757D-4018-81FF-492B440C256B}" srcOrd="0" destOrd="0" presId="urn:microsoft.com/office/officeart/2005/8/layout/orgChart1"/>
    <dgm:cxn modelId="{7BF52E59-A1EC-4EFD-80D9-700E9318ECE7}" type="presParOf" srcId="{5E125E12-757D-4018-81FF-492B440C256B}" destId="{7D6625DA-11D7-4C9D-A77B-A361EBBF5337}" srcOrd="0" destOrd="0" presId="urn:microsoft.com/office/officeart/2005/8/layout/orgChart1"/>
    <dgm:cxn modelId="{42B1996F-DE1E-42A1-842E-5B38643E066C}" type="presParOf" srcId="{5E125E12-757D-4018-81FF-492B440C256B}" destId="{3D89BCB6-4254-484B-A1F0-EE2102E5BA70}" srcOrd="1" destOrd="0" presId="urn:microsoft.com/office/officeart/2005/8/layout/orgChart1"/>
    <dgm:cxn modelId="{16883C44-8F95-47A8-9DC5-F9120BCEE998}" type="presParOf" srcId="{969F7036-576C-4F19-B9D7-E9B405EBD697}" destId="{AEE39EA5-85C1-42B9-AD55-60CD6ED03E23}" srcOrd="1" destOrd="0" presId="urn:microsoft.com/office/officeart/2005/8/layout/orgChart1"/>
    <dgm:cxn modelId="{4225B533-CFC8-40B6-8266-8D47E1CC73D6}" type="presParOf" srcId="{969F7036-576C-4F19-B9D7-E9B405EBD697}" destId="{9FA7D5A8-91C2-4108-A344-94816702BB72}" srcOrd="2" destOrd="0" presId="urn:microsoft.com/office/officeart/2005/8/layout/orgChart1"/>
    <dgm:cxn modelId="{F21C3CAF-559D-4B40-9A60-325B128656B6}" type="presParOf" srcId="{A23B83F0-73F5-4083-B7C3-43707E0BA957}" destId="{DAA63D53-86D7-43AA-BAB5-F4E265FC4C9E}" srcOrd="6" destOrd="0" presId="urn:microsoft.com/office/officeart/2005/8/layout/orgChart1"/>
    <dgm:cxn modelId="{5FF71209-ECF5-4353-A915-AF92C501A3AC}" type="presParOf" srcId="{A23B83F0-73F5-4083-B7C3-43707E0BA957}" destId="{B496D324-A3EC-40BD-B78E-97F4582BFB09}" srcOrd="7" destOrd="0" presId="urn:microsoft.com/office/officeart/2005/8/layout/orgChart1"/>
    <dgm:cxn modelId="{AA77A097-0C9A-4EB1-AB8A-0A29681EEBD0}" type="presParOf" srcId="{B496D324-A3EC-40BD-B78E-97F4582BFB09}" destId="{4B2339A5-9B20-45A4-8C54-1A9836142191}" srcOrd="0" destOrd="0" presId="urn:microsoft.com/office/officeart/2005/8/layout/orgChart1"/>
    <dgm:cxn modelId="{B564C6A2-83A0-48A9-A94B-EDC7EA316E7D}" type="presParOf" srcId="{4B2339A5-9B20-45A4-8C54-1A9836142191}" destId="{004B49FD-CB3D-47DA-896D-7144D15E2564}" srcOrd="0" destOrd="0" presId="urn:microsoft.com/office/officeart/2005/8/layout/orgChart1"/>
    <dgm:cxn modelId="{EBE5D0B8-1A50-4E16-A227-FC56678EA866}" type="presParOf" srcId="{4B2339A5-9B20-45A4-8C54-1A9836142191}" destId="{49FED9A7-580C-4876-85A5-9E515B3ED872}" srcOrd="1" destOrd="0" presId="urn:microsoft.com/office/officeart/2005/8/layout/orgChart1"/>
    <dgm:cxn modelId="{C5AEBB11-56C2-4319-BBD6-F35A855D1B75}" type="presParOf" srcId="{B496D324-A3EC-40BD-B78E-97F4582BFB09}" destId="{823BEE22-595F-49CE-9FED-597C3AB35186}" srcOrd="1" destOrd="0" presId="urn:microsoft.com/office/officeart/2005/8/layout/orgChart1"/>
    <dgm:cxn modelId="{1FE14532-513D-4E3C-BD13-611D7961CC46}" type="presParOf" srcId="{B496D324-A3EC-40BD-B78E-97F4582BFB09}" destId="{65C783DF-654F-4C7B-A8F6-12B16B02F24A}" srcOrd="2" destOrd="0" presId="urn:microsoft.com/office/officeart/2005/8/layout/orgChart1"/>
    <dgm:cxn modelId="{8AE3B5F4-4675-44B2-B10F-BFC1B00DFA1E}" type="presParOf" srcId="{41F8D05E-2475-4899-A7E9-51753716AA16}" destId="{91782426-87D1-40D9-A20E-78E84AD864E9}" srcOrd="2" destOrd="0" presId="urn:microsoft.com/office/officeart/2005/8/layout/orgChart1"/>
    <dgm:cxn modelId="{C8119C00-9F3D-499A-9EE1-DD899D2EC8D5}" type="presParOf" srcId="{CF1DEB7A-779C-4DCE-8C1D-74E058A0BA19}" destId="{962128B9-F7CD-4ED7-8F57-F46CB7042E2A}" srcOrd="4" destOrd="0" presId="urn:microsoft.com/office/officeart/2005/8/layout/orgChart1"/>
    <dgm:cxn modelId="{73A65A44-CA62-4D31-8BEA-B995D6D67433}" type="presParOf" srcId="{CF1DEB7A-779C-4DCE-8C1D-74E058A0BA19}" destId="{FDAAAFFD-37AB-4747-9523-7D76D6520F78}" srcOrd="5" destOrd="0" presId="urn:microsoft.com/office/officeart/2005/8/layout/orgChart1"/>
    <dgm:cxn modelId="{992D98B6-6599-410B-8887-05197BE06865}" type="presParOf" srcId="{FDAAAFFD-37AB-4747-9523-7D76D6520F78}" destId="{E799EC78-E5FB-4E2A-A434-F01F9ABCDAB8}" srcOrd="0" destOrd="0" presId="urn:microsoft.com/office/officeart/2005/8/layout/orgChart1"/>
    <dgm:cxn modelId="{AB60D393-3185-4C5D-BD1E-AF66B1DF7AE9}" type="presParOf" srcId="{E799EC78-E5FB-4E2A-A434-F01F9ABCDAB8}" destId="{F9D400AE-7570-42A4-A5E5-5CE5C70BC454}" srcOrd="0" destOrd="0" presId="urn:microsoft.com/office/officeart/2005/8/layout/orgChart1"/>
    <dgm:cxn modelId="{60A50D80-6726-4095-BC9A-9F1AEAEF8CEC}" type="presParOf" srcId="{E799EC78-E5FB-4E2A-A434-F01F9ABCDAB8}" destId="{F8016BEC-1730-4223-BE16-E49F0E3298CA}" srcOrd="1" destOrd="0" presId="urn:microsoft.com/office/officeart/2005/8/layout/orgChart1"/>
    <dgm:cxn modelId="{75927919-13FE-434F-9FD7-4176B35371D2}" type="presParOf" srcId="{FDAAAFFD-37AB-4747-9523-7D76D6520F78}" destId="{9987E07D-044B-4EEF-9992-2FCC45BA3803}" srcOrd="1" destOrd="0" presId="urn:microsoft.com/office/officeart/2005/8/layout/orgChart1"/>
    <dgm:cxn modelId="{677CCA3A-DE9F-47E6-B8E9-B710F830AACE}" type="presParOf" srcId="{9987E07D-044B-4EEF-9992-2FCC45BA3803}" destId="{468894E4-63B2-4338-8A13-4AD06B305397}" srcOrd="0" destOrd="0" presId="urn:microsoft.com/office/officeart/2005/8/layout/orgChart1"/>
    <dgm:cxn modelId="{CF091381-8AF0-4812-BB1D-E734D403BACF}" type="presParOf" srcId="{9987E07D-044B-4EEF-9992-2FCC45BA3803}" destId="{26823948-EBD4-4A28-860E-A23269903447}" srcOrd="1" destOrd="0" presId="urn:microsoft.com/office/officeart/2005/8/layout/orgChart1"/>
    <dgm:cxn modelId="{A1E4C0A5-48FD-4961-81F8-A8158B8BF9D7}" type="presParOf" srcId="{26823948-EBD4-4A28-860E-A23269903447}" destId="{04F80952-26AC-4CDA-9B91-BE057EDBBC8D}" srcOrd="0" destOrd="0" presId="urn:microsoft.com/office/officeart/2005/8/layout/orgChart1"/>
    <dgm:cxn modelId="{AC73E4DC-6E38-40C8-A1E3-CAD206CDF1FA}" type="presParOf" srcId="{04F80952-26AC-4CDA-9B91-BE057EDBBC8D}" destId="{B534A1A4-B002-4466-AE45-C70B3599BCF6}" srcOrd="0" destOrd="0" presId="urn:microsoft.com/office/officeart/2005/8/layout/orgChart1"/>
    <dgm:cxn modelId="{733F50EB-73B2-40B0-977E-22E0FDAC933B}" type="presParOf" srcId="{04F80952-26AC-4CDA-9B91-BE057EDBBC8D}" destId="{6DAE1197-6E3A-4E3C-AB92-88EE0A3B6360}" srcOrd="1" destOrd="0" presId="urn:microsoft.com/office/officeart/2005/8/layout/orgChart1"/>
    <dgm:cxn modelId="{B578CE9C-62B6-4BC7-9A86-47BEA6836504}" type="presParOf" srcId="{26823948-EBD4-4A28-860E-A23269903447}" destId="{4797C412-A145-4627-8C2D-DC34EE8FA136}" srcOrd="1" destOrd="0" presId="urn:microsoft.com/office/officeart/2005/8/layout/orgChart1"/>
    <dgm:cxn modelId="{2C155C59-CC42-44B8-AA44-D33C99ED7711}" type="presParOf" srcId="{26823948-EBD4-4A28-860E-A23269903447}" destId="{39ACAD01-FFB9-4F70-9F8E-990A4BF1B0F9}" srcOrd="2" destOrd="0" presId="urn:microsoft.com/office/officeart/2005/8/layout/orgChart1"/>
    <dgm:cxn modelId="{DBAE8B3F-B756-460B-AD82-33083032A5BE}" type="presParOf" srcId="{9987E07D-044B-4EEF-9992-2FCC45BA3803}" destId="{476F050B-3B82-44E8-8F93-311F0FE86B3A}" srcOrd="2" destOrd="0" presId="urn:microsoft.com/office/officeart/2005/8/layout/orgChart1"/>
    <dgm:cxn modelId="{872C14A7-FFE4-4C37-9E67-4BDCEB423289}" type="presParOf" srcId="{9987E07D-044B-4EEF-9992-2FCC45BA3803}" destId="{B44B17B6-288C-407A-B5E8-568C94D1DDE6}" srcOrd="3" destOrd="0" presId="urn:microsoft.com/office/officeart/2005/8/layout/orgChart1"/>
    <dgm:cxn modelId="{FBB95FC3-2B26-43CB-AB1E-B1329030AD75}" type="presParOf" srcId="{B44B17B6-288C-407A-B5E8-568C94D1DDE6}" destId="{205D4E63-5080-436B-B82D-09864FB8D50A}" srcOrd="0" destOrd="0" presId="urn:microsoft.com/office/officeart/2005/8/layout/orgChart1"/>
    <dgm:cxn modelId="{828C3325-4070-4749-B0A0-8A253D84CB23}" type="presParOf" srcId="{205D4E63-5080-436B-B82D-09864FB8D50A}" destId="{A3304501-BC49-400A-92F8-ABBA2FC193F7}" srcOrd="0" destOrd="0" presId="urn:microsoft.com/office/officeart/2005/8/layout/orgChart1"/>
    <dgm:cxn modelId="{96F9710D-B235-49C0-BA0D-B8B944E7F011}" type="presParOf" srcId="{205D4E63-5080-436B-B82D-09864FB8D50A}" destId="{67D4FAA1-3AE3-46CF-8FEE-BB72C865BEED}" srcOrd="1" destOrd="0" presId="urn:microsoft.com/office/officeart/2005/8/layout/orgChart1"/>
    <dgm:cxn modelId="{16294A7F-64E6-48F6-B2AA-B59CA982D10D}" type="presParOf" srcId="{B44B17B6-288C-407A-B5E8-568C94D1DDE6}" destId="{22511519-8489-46C0-B6CC-F2D5430873B4}" srcOrd="1" destOrd="0" presId="urn:microsoft.com/office/officeart/2005/8/layout/orgChart1"/>
    <dgm:cxn modelId="{AFBAAF52-A436-44B0-93E5-45C4873EFFD0}" type="presParOf" srcId="{B44B17B6-288C-407A-B5E8-568C94D1DDE6}" destId="{F6FAB505-896D-478D-87AF-A7DB9078AB5E}" srcOrd="2" destOrd="0" presId="urn:microsoft.com/office/officeart/2005/8/layout/orgChart1"/>
    <dgm:cxn modelId="{3812233D-7D83-4B10-B79A-0DC55202601D}" type="presParOf" srcId="{9987E07D-044B-4EEF-9992-2FCC45BA3803}" destId="{6DAE06D7-EA3B-47F7-A2BE-36B27B0D96D1}" srcOrd="4" destOrd="0" presId="urn:microsoft.com/office/officeart/2005/8/layout/orgChart1"/>
    <dgm:cxn modelId="{B113253C-4F5C-402A-B865-7653D2B5988D}" type="presParOf" srcId="{9987E07D-044B-4EEF-9992-2FCC45BA3803}" destId="{9CAD2010-CBD2-4081-87AD-A1802BDF12AE}" srcOrd="5" destOrd="0" presId="urn:microsoft.com/office/officeart/2005/8/layout/orgChart1"/>
    <dgm:cxn modelId="{84439640-78BD-4787-B53E-37352A083473}" type="presParOf" srcId="{9CAD2010-CBD2-4081-87AD-A1802BDF12AE}" destId="{6352F88B-5393-4043-AF86-F3CD04ADE43E}" srcOrd="0" destOrd="0" presId="urn:microsoft.com/office/officeart/2005/8/layout/orgChart1"/>
    <dgm:cxn modelId="{7D248D64-2176-4BF5-80F1-2BEB96F11694}" type="presParOf" srcId="{6352F88B-5393-4043-AF86-F3CD04ADE43E}" destId="{499D76D9-F47A-4B00-A268-CF678C46B655}" srcOrd="0" destOrd="0" presId="urn:microsoft.com/office/officeart/2005/8/layout/orgChart1"/>
    <dgm:cxn modelId="{CA8351F8-5997-4DD2-8AE8-D7825A43FB29}" type="presParOf" srcId="{6352F88B-5393-4043-AF86-F3CD04ADE43E}" destId="{6E285332-FF7E-4B80-855C-A7C22828CE5E}" srcOrd="1" destOrd="0" presId="urn:microsoft.com/office/officeart/2005/8/layout/orgChart1"/>
    <dgm:cxn modelId="{0914FD80-6FD9-493F-A375-C79E87136EEA}" type="presParOf" srcId="{9CAD2010-CBD2-4081-87AD-A1802BDF12AE}" destId="{760E0A08-19D9-4A52-8A14-7FB824A0011D}" srcOrd="1" destOrd="0" presId="urn:microsoft.com/office/officeart/2005/8/layout/orgChart1"/>
    <dgm:cxn modelId="{5B9CB86C-77AA-4156-9269-0D611D7F238D}" type="presParOf" srcId="{9CAD2010-CBD2-4081-87AD-A1802BDF12AE}" destId="{4505FECA-B784-432D-870F-B0F10D8F5710}" srcOrd="2" destOrd="0" presId="urn:microsoft.com/office/officeart/2005/8/layout/orgChart1"/>
    <dgm:cxn modelId="{BED3EB3A-8D9B-4D64-BA86-4CB0EC194977}" type="presParOf" srcId="{FDAAAFFD-37AB-4747-9523-7D76D6520F78}" destId="{44887211-7D8F-4796-ABBE-9FDF62643495}" srcOrd="2" destOrd="0" presId="urn:microsoft.com/office/officeart/2005/8/layout/orgChart1"/>
    <dgm:cxn modelId="{FCBFAD11-3804-4959-A989-3068E3C07BAE}" type="presParOf" srcId="{9FFCF491-56F2-4D00-85AF-A1B9CF56311E}" destId="{F2E504AE-F7FA-4BEA-892A-AB879E854482}" srcOrd="2" destOrd="0" presId="urn:microsoft.com/office/officeart/2005/8/layout/orgChart1"/>
    <dgm:cxn modelId="{0CE254CD-7054-4D75-A5E5-6E34ABC0C46D}" type="presParOf" srcId="{1CB62327-0FD1-4229-A831-3E2B2CB1C5CE}" destId="{C4D23A9D-353A-431E-9ECE-F74286F84C7A}" srcOrd="4" destOrd="0" presId="urn:microsoft.com/office/officeart/2005/8/layout/orgChart1"/>
    <dgm:cxn modelId="{4C18CEFD-C5AF-423F-9719-D2D791C7609A}" type="presParOf" srcId="{1CB62327-0FD1-4229-A831-3E2B2CB1C5CE}" destId="{157FEEB3-A2C3-4A75-84A0-1876BA88A774}" srcOrd="5" destOrd="0" presId="urn:microsoft.com/office/officeart/2005/8/layout/orgChart1"/>
    <dgm:cxn modelId="{7FF1693F-724A-4F54-A06F-4FE7FC13265E}" type="presParOf" srcId="{157FEEB3-A2C3-4A75-84A0-1876BA88A774}" destId="{E3C808FD-E2E2-4435-8A85-D6E582EEA627}" srcOrd="0" destOrd="0" presId="urn:microsoft.com/office/officeart/2005/8/layout/orgChart1"/>
    <dgm:cxn modelId="{57D44F9B-048B-421D-9E8B-AEA8471F15D9}" type="presParOf" srcId="{E3C808FD-E2E2-4435-8A85-D6E582EEA627}" destId="{4B00F391-062E-4FDC-BFC4-81765CC3431A}" srcOrd="0" destOrd="0" presId="urn:microsoft.com/office/officeart/2005/8/layout/orgChart1"/>
    <dgm:cxn modelId="{402A130C-911E-45B7-8248-7B895B6C57DC}" type="presParOf" srcId="{E3C808FD-E2E2-4435-8A85-D6E582EEA627}" destId="{509C7ABE-0F29-4759-8285-D6C505BCDEA3}" srcOrd="1" destOrd="0" presId="urn:microsoft.com/office/officeart/2005/8/layout/orgChart1"/>
    <dgm:cxn modelId="{A7475B34-E858-4F57-83EA-1E94A83572CA}" type="presParOf" srcId="{157FEEB3-A2C3-4A75-84A0-1876BA88A774}" destId="{F4170281-07B0-4C95-9C26-46B502B62EB6}" srcOrd="1" destOrd="0" presId="urn:microsoft.com/office/officeart/2005/8/layout/orgChart1"/>
    <dgm:cxn modelId="{B1842232-F65F-412C-99AC-0868EC9899E1}" type="presParOf" srcId="{F4170281-07B0-4C95-9C26-46B502B62EB6}" destId="{6A2AE90E-FA05-4F16-984E-4A8BA43A2E69}" srcOrd="0" destOrd="0" presId="urn:microsoft.com/office/officeart/2005/8/layout/orgChart1"/>
    <dgm:cxn modelId="{57406590-A1AB-405D-A3F9-8A251F0B4932}" type="presParOf" srcId="{F4170281-07B0-4C95-9C26-46B502B62EB6}" destId="{D32856F1-1444-43BC-9B7C-A1F7BB3A072F}" srcOrd="1" destOrd="0" presId="urn:microsoft.com/office/officeart/2005/8/layout/orgChart1"/>
    <dgm:cxn modelId="{ED8F5442-BC00-4354-80F2-ABDDE51CD223}" type="presParOf" srcId="{D32856F1-1444-43BC-9B7C-A1F7BB3A072F}" destId="{D6D35FCD-4A21-46AA-BD4B-0E98CD8E3CFC}" srcOrd="0" destOrd="0" presId="urn:microsoft.com/office/officeart/2005/8/layout/orgChart1"/>
    <dgm:cxn modelId="{D834EE5F-01E5-4B50-B9EB-E7C868177924}" type="presParOf" srcId="{D6D35FCD-4A21-46AA-BD4B-0E98CD8E3CFC}" destId="{701939AA-A91F-4661-961A-6C4D81B219B6}" srcOrd="0" destOrd="0" presId="urn:microsoft.com/office/officeart/2005/8/layout/orgChart1"/>
    <dgm:cxn modelId="{AF62788E-F82E-4E38-9DE7-3A98BF1BEEF1}" type="presParOf" srcId="{D6D35FCD-4A21-46AA-BD4B-0E98CD8E3CFC}" destId="{3BAB8C9F-42B7-4123-901A-8BCE5F1C3617}" srcOrd="1" destOrd="0" presId="urn:microsoft.com/office/officeart/2005/8/layout/orgChart1"/>
    <dgm:cxn modelId="{7277DEF9-52A5-49E9-81AB-3234748ABEA7}" type="presParOf" srcId="{D32856F1-1444-43BC-9B7C-A1F7BB3A072F}" destId="{409E0673-B16B-4764-9D4B-D6855CB19E7D}" srcOrd="1" destOrd="0" presId="urn:microsoft.com/office/officeart/2005/8/layout/orgChart1"/>
    <dgm:cxn modelId="{57822B66-DCFE-46FE-A191-2583083A3C36}" type="presParOf" srcId="{409E0673-B16B-4764-9D4B-D6855CB19E7D}" destId="{096E9944-01A6-4A5C-8F66-BD9ADFF0A131}" srcOrd="0" destOrd="0" presId="urn:microsoft.com/office/officeart/2005/8/layout/orgChart1"/>
    <dgm:cxn modelId="{7E169880-0919-4907-921E-872B22F0415C}" type="presParOf" srcId="{409E0673-B16B-4764-9D4B-D6855CB19E7D}" destId="{02A0BD74-B0B3-4FAF-AC6F-F1F58ADE3A15}" srcOrd="1" destOrd="0" presId="urn:microsoft.com/office/officeart/2005/8/layout/orgChart1"/>
    <dgm:cxn modelId="{0739E60D-3B32-47B2-9884-893F3C5ACF1C}" type="presParOf" srcId="{02A0BD74-B0B3-4FAF-AC6F-F1F58ADE3A15}" destId="{2DA30E7D-18C5-44CD-A152-4C4D95F7F2D0}" srcOrd="0" destOrd="0" presId="urn:microsoft.com/office/officeart/2005/8/layout/orgChart1"/>
    <dgm:cxn modelId="{5C52687A-84A9-4C1B-9F44-45FB7160B428}" type="presParOf" srcId="{2DA30E7D-18C5-44CD-A152-4C4D95F7F2D0}" destId="{773D4E9B-C176-4D6D-8A78-2DE11AAA3FE1}" srcOrd="0" destOrd="0" presId="urn:microsoft.com/office/officeart/2005/8/layout/orgChart1"/>
    <dgm:cxn modelId="{B8950F60-EB70-415C-AC8C-47E4309CACDB}" type="presParOf" srcId="{2DA30E7D-18C5-44CD-A152-4C4D95F7F2D0}" destId="{44492B6A-E8E0-422E-AEE7-ADF7A54ABE26}" srcOrd="1" destOrd="0" presId="urn:microsoft.com/office/officeart/2005/8/layout/orgChart1"/>
    <dgm:cxn modelId="{6B0B1D04-4E9C-40AC-B89C-D8FA4FB1C832}" type="presParOf" srcId="{02A0BD74-B0B3-4FAF-AC6F-F1F58ADE3A15}" destId="{AC20923D-A42D-435F-8B3F-CA7C711479CF}" srcOrd="1" destOrd="0" presId="urn:microsoft.com/office/officeart/2005/8/layout/orgChart1"/>
    <dgm:cxn modelId="{26F16C16-74EB-4D3E-ACC8-735EADDDFA72}" type="presParOf" srcId="{02A0BD74-B0B3-4FAF-AC6F-F1F58ADE3A15}" destId="{1AE7F7FD-5C1D-4992-971E-384552C10A05}" srcOrd="2" destOrd="0" presId="urn:microsoft.com/office/officeart/2005/8/layout/orgChart1"/>
    <dgm:cxn modelId="{77B6E0FC-AEC9-46F8-AF3E-312C58B7F3A4}" type="presParOf" srcId="{409E0673-B16B-4764-9D4B-D6855CB19E7D}" destId="{D5958391-D91F-4FAF-84D1-6790A0B25B48}" srcOrd="2" destOrd="0" presId="urn:microsoft.com/office/officeart/2005/8/layout/orgChart1"/>
    <dgm:cxn modelId="{8945BA8A-556B-475D-AC28-C7451F5660CB}" type="presParOf" srcId="{409E0673-B16B-4764-9D4B-D6855CB19E7D}" destId="{73A68A10-B0C0-4554-A1D0-17E02EDDC93F}" srcOrd="3" destOrd="0" presId="urn:microsoft.com/office/officeart/2005/8/layout/orgChart1"/>
    <dgm:cxn modelId="{38B64C2D-9D8C-4473-90A0-99727737CBB5}" type="presParOf" srcId="{73A68A10-B0C0-4554-A1D0-17E02EDDC93F}" destId="{8BC59107-5C28-412C-8D93-DC23EFA24456}" srcOrd="0" destOrd="0" presId="urn:microsoft.com/office/officeart/2005/8/layout/orgChart1"/>
    <dgm:cxn modelId="{C627A975-B5C4-4546-A932-73F4BAA72B5B}" type="presParOf" srcId="{8BC59107-5C28-412C-8D93-DC23EFA24456}" destId="{2D2E7778-7CF6-4FA9-BC9B-65FC27AFCDEC}" srcOrd="0" destOrd="0" presId="urn:microsoft.com/office/officeart/2005/8/layout/orgChart1"/>
    <dgm:cxn modelId="{03AB6926-B500-4D7B-A7D8-615B52D61AD3}" type="presParOf" srcId="{8BC59107-5C28-412C-8D93-DC23EFA24456}" destId="{8F538A53-E639-4E3D-855C-0973913842EC}" srcOrd="1" destOrd="0" presId="urn:microsoft.com/office/officeart/2005/8/layout/orgChart1"/>
    <dgm:cxn modelId="{173BAD89-1447-4CE7-8674-B20102B0DBF3}" type="presParOf" srcId="{73A68A10-B0C0-4554-A1D0-17E02EDDC93F}" destId="{B66B010E-AF94-41B5-9E94-6D97FD3DB67C}" srcOrd="1" destOrd="0" presId="urn:microsoft.com/office/officeart/2005/8/layout/orgChart1"/>
    <dgm:cxn modelId="{353AE6D8-BEAB-4AF4-B4E3-AD885924C767}" type="presParOf" srcId="{73A68A10-B0C0-4554-A1D0-17E02EDDC93F}" destId="{6C020F8A-5062-40FC-A508-FCDE73C7329B}" srcOrd="2" destOrd="0" presId="urn:microsoft.com/office/officeart/2005/8/layout/orgChart1"/>
    <dgm:cxn modelId="{8C5515CE-A19E-4D38-832D-E6A8152110F1}" type="presParOf" srcId="{D32856F1-1444-43BC-9B7C-A1F7BB3A072F}" destId="{15614736-A4D1-4449-909C-2A650A282764}" srcOrd="2" destOrd="0" presId="urn:microsoft.com/office/officeart/2005/8/layout/orgChart1"/>
    <dgm:cxn modelId="{9197954D-6809-4757-A03C-59B32896EAEB}" type="presParOf" srcId="{F4170281-07B0-4C95-9C26-46B502B62EB6}" destId="{8779F04E-A2B8-4058-B416-25333BC49F14}" srcOrd="2" destOrd="0" presId="urn:microsoft.com/office/officeart/2005/8/layout/orgChart1"/>
    <dgm:cxn modelId="{7BF9CCC7-4934-4C32-8E34-C29EB2B806A3}" type="presParOf" srcId="{F4170281-07B0-4C95-9C26-46B502B62EB6}" destId="{C02F3691-4ADF-41E7-A34B-921001D38CEE}" srcOrd="3" destOrd="0" presId="urn:microsoft.com/office/officeart/2005/8/layout/orgChart1"/>
    <dgm:cxn modelId="{BBB4A660-D160-44F6-9CB0-3F39A7459532}" type="presParOf" srcId="{C02F3691-4ADF-41E7-A34B-921001D38CEE}" destId="{F1E697D5-9BAF-4875-8313-29C5A7C85FF0}" srcOrd="0" destOrd="0" presId="urn:microsoft.com/office/officeart/2005/8/layout/orgChart1"/>
    <dgm:cxn modelId="{0D2924ED-B858-44ED-AB84-10513E6FB50F}" type="presParOf" srcId="{F1E697D5-9BAF-4875-8313-29C5A7C85FF0}" destId="{A14ADB7B-9E1D-4FB4-A6F5-8D5B73EF609B}" srcOrd="0" destOrd="0" presId="urn:microsoft.com/office/officeart/2005/8/layout/orgChart1"/>
    <dgm:cxn modelId="{3B2FFEDB-08C0-4AA0-9CBC-B7F3C39413B7}" type="presParOf" srcId="{F1E697D5-9BAF-4875-8313-29C5A7C85FF0}" destId="{73172484-52C5-42B8-AD62-7B894C148910}" srcOrd="1" destOrd="0" presId="urn:microsoft.com/office/officeart/2005/8/layout/orgChart1"/>
    <dgm:cxn modelId="{8BCF84F3-89B7-47DE-9132-6A4306A369E6}" type="presParOf" srcId="{C02F3691-4ADF-41E7-A34B-921001D38CEE}" destId="{68182CE5-F188-488A-A2E4-64F258AC7C3F}" srcOrd="1" destOrd="0" presId="urn:microsoft.com/office/officeart/2005/8/layout/orgChart1"/>
    <dgm:cxn modelId="{5C638A65-EC42-436B-94C2-D58F4C63DA71}" type="presParOf" srcId="{68182CE5-F188-488A-A2E4-64F258AC7C3F}" destId="{30F0D94C-982B-4CB4-A966-9BD45354CE6F}" srcOrd="0" destOrd="0" presId="urn:microsoft.com/office/officeart/2005/8/layout/orgChart1"/>
    <dgm:cxn modelId="{378F5AE5-733E-4A74-BBE6-F32D39D7A34E}" type="presParOf" srcId="{68182CE5-F188-488A-A2E4-64F258AC7C3F}" destId="{49913DC3-E4A5-4128-B702-BDB8D696154F}" srcOrd="1" destOrd="0" presId="urn:microsoft.com/office/officeart/2005/8/layout/orgChart1"/>
    <dgm:cxn modelId="{4DF4C064-5691-4D4D-8231-2B4C4794B620}" type="presParOf" srcId="{49913DC3-E4A5-4128-B702-BDB8D696154F}" destId="{8042A1A0-716E-421C-80B6-E6E68787D8AE}" srcOrd="0" destOrd="0" presId="urn:microsoft.com/office/officeart/2005/8/layout/orgChart1"/>
    <dgm:cxn modelId="{ED6F0702-8166-432C-BBEC-0976BC2A2B6D}" type="presParOf" srcId="{8042A1A0-716E-421C-80B6-E6E68787D8AE}" destId="{61A0131F-7611-4EED-AD04-A8C8A9697118}" srcOrd="0" destOrd="0" presId="urn:microsoft.com/office/officeart/2005/8/layout/orgChart1"/>
    <dgm:cxn modelId="{022A5A1C-FB49-42EC-9CF9-CE910C731EC7}" type="presParOf" srcId="{8042A1A0-716E-421C-80B6-E6E68787D8AE}" destId="{123D2CE1-ACFD-4DFF-AE00-73E0C14419C7}" srcOrd="1" destOrd="0" presId="urn:microsoft.com/office/officeart/2005/8/layout/orgChart1"/>
    <dgm:cxn modelId="{0D25AFC8-E207-4CEA-9861-C378D7DD9C80}" type="presParOf" srcId="{49913DC3-E4A5-4128-B702-BDB8D696154F}" destId="{B6D3953D-80DF-46E9-83FE-654E4E9FE13E}" srcOrd="1" destOrd="0" presId="urn:microsoft.com/office/officeart/2005/8/layout/orgChart1"/>
    <dgm:cxn modelId="{2D952C65-4F94-4E08-8E7B-8BFD4424BABD}" type="presParOf" srcId="{49913DC3-E4A5-4128-B702-BDB8D696154F}" destId="{8450391F-339D-408C-926A-8F82601D918E}" srcOrd="2" destOrd="0" presId="urn:microsoft.com/office/officeart/2005/8/layout/orgChart1"/>
    <dgm:cxn modelId="{4FB4CE35-91BE-450F-9AA1-04B07CDA8715}" type="presParOf" srcId="{68182CE5-F188-488A-A2E4-64F258AC7C3F}" destId="{10916767-AD32-45C6-AA4B-E3FE68246C04}" srcOrd="2" destOrd="0" presId="urn:microsoft.com/office/officeart/2005/8/layout/orgChart1"/>
    <dgm:cxn modelId="{1CE9BC20-5538-46DF-ADE7-A71F3CC5B402}" type="presParOf" srcId="{68182CE5-F188-488A-A2E4-64F258AC7C3F}" destId="{B1F28A8F-C81E-41F5-B8FC-002674BD610D}" srcOrd="3" destOrd="0" presId="urn:microsoft.com/office/officeart/2005/8/layout/orgChart1"/>
    <dgm:cxn modelId="{7228B672-96F5-489B-ABB4-BCEE4B3B45EC}" type="presParOf" srcId="{B1F28A8F-C81E-41F5-B8FC-002674BD610D}" destId="{DBCC569D-550A-48F8-828F-2885518D6E40}" srcOrd="0" destOrd="0" presId="urn:microsoft.com/office/officeart/2005/8/layout/orgChart1"/>
    <dgm:cxn modelId="{70205DF2-7151-46C8-BCB5-E80B72D08E91}" type="presParOf" srcId="{DBCC569D-550A-48F8-828F-2885518D6E40}" destId="{AE561694-3D4A-4F3E-AF67-2992C856E6B4}" srcOrd="0" destOrd="0" presId="urn:microsoft.com/office/officeart/2005/8/layout/orgChart1"/>
    <dgm:cxn modelId="{A5B3380D-1302-4038-9939-CA72919C2070}" type="presParOf" srcId="{DBCC569D-550A-48F8-828F-2885518D6E40}" destId="{48012628-5C63-4C1E-B7C6-CA14530E81C4}" srcOrd="1" destOrd="0" presId="urn:microsoft.com/office/officeart/2005/8/layout/orgChart1"/>
    <dgm:cxn modelId="{9E2AB75E-D4A3-4D10-8550-26D79C71C970}" type="presParOf" srcId="{B1F28A8F-C81E-41F5-B8FC-002674BD610D}" destId="{2D9956C9-7027-4F05-88B9-3EEDBD654DFB}" srcOrd="1" destOrd="0" presId="urn:microsoft.com/office/officeart/2005/8/layout/orgChart1"/>
    <dgm:cxn modelId="{B9ED4B7E-704C-47D1-8CAC-2DDA30039923}" type="presParOf" srcId="{B1F28A8F-C81E-41F5-B8FC-002674BD610D}" destId="{2CB53A65-4FE2-442E-AF5D-F5E07EA862F1}" srcOrd="2" destOrd="0" presId="urn:microsoft.com/office/officeart/2005/8/layout/orgChart1"/>
    <dgm:cxn modelId="{27A5E409-6816-4D19-B034-7F66127C8689}" type="presParOf" srcId="{68182CE5-F188-488A-A2E4-64F258AC7C3F}" destId="{E082EA0A-8FF0-4D6F-AB1E-BD9E8450DFF9}" srcOrd="4" destOrd="0" presId="urn:microsoft.com/office/officeart/2005/8/layout/orgChart1"/>
    <dgm:cxn modelId="{E2B3CBE0-F77B-4E3C-A97A-6D0CEB8B59D8}" type="presParOf" srcId="{68182CE5-F188-488A-A2E4-64F258AC7C3F}" destId="{8AD0B2E0-7B96-4490-88B0-7C42FD903404}" srcOrd="5" destOrd="0" presId="urn:microsoft.com/office/officeart/2005/8/layout/orgChart1"/>
    <dgm:cxn modelId="{6EB629B8-B6D4-487C-89D8-ABCF1CFFC1E4}" type="presParOf" srcId="{8AD0B2E0-7B96-4490-88B0-7C42FD903404}" destId="{8432D375-6FA8-4F96-BEC4-BD2DC85CC5B0}" srcOrd="0" destOrd="0" presId="urn:microsoft.com/office/officeart/2005/8/layout/orgChart1"/>
    <dgm:cxn modelId="{1F80A3E3-38BC-4F59-8777-64D08C7B4B04}" type="presParOf" srcId="{8432D375-6FA8-4F96-BEC4-BD2DC85CC5B0}" destId="{979C947C-F1BC-46A0-9085-4AC00030625B}" srcOrd="0" destOrd="0" presId="urn:microsoft.com/office/officeart/2005/8/layout/orgChart1"/>
    <dgm:cxn modelId="{1E30E2BA-0EDD-49AB-8008-8E4BA405CB8A}" type="presParOf" srcId="{8432D375-6FA8-4F96-BEC4-BD2DC85CC5B0}" destId="{39D04C87-E953-43FE-AE50-636F72B58BF6}" srcOrd="1" destOrd="0" presId="urn:microsoft.com/office/officeart/2005/8/layout/orgChart1"/>
    <dgm:cxn modelId="{C84BED64-0AAB-4041-B875-BF7A18962345}" type="presParOf" srcId="{8AD0B2E0-7B96-4490-88B0-7C42FD903404}" destId="{5744D70F-B1D2-4A72-BCDF-7D26F2ADBB04}" srcOrd="1" destOrd="0" presId="urn:microsoft.com/office/officeart/2005/8/layout/orgChart1"/>
    <dgm:cxn modelId="{AD9F8800-B60C-44D9-9830-09CE4E2D10C4}" type="presParOf" srcId="{8AD0B2E0-7B96-4490-88B0-7C42FD903404}" destId="{21969095-C506-48B6-B994-0D0E729F5632}" srcOrd="2" destOrd="0" presId="urn:microsoft.com/office/officeart/2005/8/layout/orgChart1"/>
    <dgm:cxn modelId="{6673B74E-170E-4A7B-BC12-543C9ADEB74E}" type="presParOf" srcId="{C02F3691-4ADF-41E7-A34B-921001D38CEE}" destId="{949F28F3-B82F-40F5-9FDE-534D17FFD72E}" srcOrd="2" destOrd="0" presId="urn:microsoft.com/office/officeart/2005/8/layout/orgChart1"/>
    <dgm:cxn modelId="{64E16E4C-EFFD-43E2-83C8-B0E9507779CC}" type="presParOf" srcId="{F4170281-07B0-4C95-9C26-46B502B62EB6}" destId="{51D6D4C3-9ED1-4CE5-80A2-BC9F3DAC5B25}" srcOrd="4" destOrd="0" presId="urn:microsoft.com/office/officeart/2005/8/layout/orgChart1"/>
    <dgm:cxn modelId="{F66C3E5E-3BEB-4112-80D8-0D18EF2377C2}" type="presParOf" srcId="{F4170281-07B0-4C95-9C26-46B502B62EB6}" destId="{C0960037-E804-4734-B7B2-09111F4E2F55}" srcOrd="5" destOrd="0" presId="urn:microsoft.com/office/officeart/2005/8/layout/orgChart1"/>
    <dgm:cxn modelId="{CF3A8FBC-FBC1-4ADD-9320-3CA99A4CC1E8}" type="presParOf" srcId="{C0960037-E804-4734-B7B2-09111F4E2F55}" destId="{55B9A409-2E97-42A9-912F-3F88222B04D7}" srcOrd="0" destOrd="0" presId="urn:microsoft.com/office/officeart/2005/8/layout/orgChart1"/>
    <dgm:cxn modelId="{E5B192EB-DBF0-409B-B4BB-9E5538CAEFA7}" type="presParOf" srcId="{55B9A409-2E97-42A9-912F-3F88222B04D7}" destId="{A2DD7320-D888-4476-AA73-4D94A01D65C3}" srcOrd="0" destOrd="0" presId="urn:microsoft.com/office/officeart/2005/8/layout/orgChart1"/>
    <dgm:cxn modelId="{BDED2AD7-F404-4D60-B100-CC16B216D42D}" type="presParOf" srcId="{55B9A409-2E97-42A9-912F-3F88222B04D7}" destId="{CC6DF3EC-1C01-4EA6-B161-103E6A0D8919}" srcOrd="1" destOrd="0" presId="urn:microsoft.com/office/officeart/2005/8/layout/orgChart1"/>
    <dgm:cxn modelId="{C8A7CDB1-158E-45C1-BC4F-94ABF4DD1013}" type="presParOf" srcId="{C0960037-E804-4734-B7B2-09111F4E2F55}" destId="{D455C7D4-88AC-449A-84DC-26FDCC7B569C}" srcOrd="1" destOrd="0" presId="urn:microsoft.com/office/officeart/2005/8/layout/orgChart1"/>
    <dgm:cxn modelId="{62733F6C-C5E6-4EC7-9044-B072E1F618F4}" type="presParOf" srcId="{D455C7D4-88AC-449A-84DC-26FDCC7B569C}" destId="{30B51B65-4869-4CDD-8BA6-292902BF027B}" srcOrd="0" destOrd="0" presId="urn:microsoft.com/office/officeart/2005/8/layout/orgChart1"/>
    <dgm:cxn modelId="{290D531C-F0CD-4D89-89B6-475D3558C125}" type="presParOf" srcId="{D455C7D4-88AC-449A-84DC-26FDCC7B569C}" destId="{8FA0557C-D681-46E4-ACD1-A423E995E2A3}" srcOrd="1" destOrd="0" presId="urn:microsoft.com/office/officeart/2005/8/layout/orgChart1"/>
    <dgm:cxn modelId="{068162FC-42BF-418B-B3B7-080221867273}" type="presParOf" srcId="{8FA0557C-D681-46E4-ACD1-A423E995E2A3}" destId="{D9685771-82FF-4EF7-91FC-B61E62ED915E}" srcOrd="0" destOrd="0" presId="urn:microsoft.com/office/officeart/2005/8/layout/orgChart1"/>
    <dgm:cxn modelId="{9BB58F97-74D8-49D9-B5EC-5EE1B70E2C87}" type="presParOf" srcId="{D9685771-82FF-4EF7-91FC-B61E62ED915E}" destId="{ADAFD5FF-FBF1-4C2E-9B07-71894DCA20EB}" srcOrd="0" destOrd="0" presId="urn:microsoft.com/office/officeart/2005/8/layout/orgChart1"/>
    <dgm:cxn modelId="{F7BD4E16-AC58-4720-9B36-D6C79D1B2FE1}" type="presParOf" srcId="{D9685771-82FF-4EF7-91FC-B61E62ED915E}" destId="{70A9E055-BA7A-4979-852E-5A514D598E06}" srcOrd="1" destOrd="0" presId="urn:microsoft.com/office/officeart/2005/8/layout/orgChart1"/>
    <dgm:cxn modelId="{399B3624-6E56-4611-96BD-7ADB9AA1E30A}" type="presParOf" srcId="{8FA0557C-D681-46E4-ACD1-A423E995E2A3}" destId="{33C5E422-44C5-42CC-85CE-18EAECEDED1D}" srcOrd="1" destOrd="0" presId="urn:microsoft.com/office/officeart/2005/8/layout/orgChart1"/>
    <dgm:cxn modelId="{DE088EC6-A986-485E-BFA2-6BC0839ED176}" type="presParOf" srcId="{8FA0557C-D681-46E4-ACD1-A423E995E2A3}" destId="{0C1AA33C-B0B8-45F8-B16C-6301E2F5D0FB}" srcOrd="2" destOrd="0" presId="urn:microsoft.com/office/officeart/2005/8/layout/orgChart1"/>
    <dgm:cxn modelId="{CA072E3C-7816-4B92-B41B-38028AEF0CEE}" type="presParOf" srcId="{D455C7D4-88AC-449A-84DC-26FDCC7B569C}" destId="{60190659-35D6-4C8A-B0E4-2389C90F82E8}" srcOrd="2" destOrd="0" presId="urn:microsoft.com/office/officeart/2005/8/layout/orgChart1"/>
    <dgm:cxn modelId="{C3CECDF2-2B11-433E-9B75-5452C3B261E8}" type="presParOf" srcId="{D455C7D4-88AC-449A-84DC-26FDCC7B569C}" destId="{77E288E2-BFF5-455D-9E39-CA0A0280A567}" srcOrd="3" destOrd="0" presId="urn:microsoft.com/office/officeart/2005/8/layout/orgChart1"/>
    <dgm:cxn modelId="{41227A15-DFBB-470E-8E49-600F0E278EB8}" type="presParOf" srcId="{77E288E2-BFF5-455D-9E39-CA0A0280A567}" destId="{36179119-F0EC-452D-8E2C-BD29851F2638}" srcOrd="0" destOrd="0" presId="urn:microsoft.com/office/officeart/2005/8/layout/orgChart1"/>
    <dgm:cxn modelId="{5CEE86E4-AB90-4413-A83A-1E546F303908}" type="presParOf" srcId="{36179119-F0EC-452D-8E2C-BD29851F2638}" destId="{12841455-F342-4E67-9C62-03474A61FEA4}" srcOrd="0" destOrd="0" presId="urn:microsoft.com/office/officeart/2005/8/layout/orgChart1"/>
    <dgm:cxn modelId="{4B4671C0-7BDA-47D9-BF30-43449D74E39D}" type="presParOf" srcId="{36179119-F0EC-452D-8E2C-BD29851F2638}" destId="{8073F695-81FA-40B6-9A12-21759DDC26AE}" srcOrd="1" destOrd="0" presId="urn:microsoft.com/office/officeart/2005/8/layout/orgChart1"/>
    <dgm:cxn modelId="{0DBA5FAC-297A-413D-9695-445377581CE6}" type="presParOf" srcId="{77E288E2-BFF5-455D-9E39-CA0A0280A567}" destId="{F1FF00F3-C3CE-4688-859D-E19BB73CA1AA}" srcOrd="1" destOrd="0" presId="urn:microsoft.com/office/officeart/2005/8/layout/orgChart1"/>
    <dgm:cxn modelId="{7A70906F-E1ED-4540-B4A7-8E62438C452B}" type="presParOf" srcId="{77E288E2-BFF5-455D-9E39-CA0A0280A567}" destId="{1AC51830-2D24-4AB3-9980-D30C4022A9F3}" srcOrd="2" destOrd="0" presId="urn:microsoft.com/office/officeart/2005/8/layout/orgChart1"/>
    <dgm:cxn modelId="{C1ADFBC2-816B-4727-A6FE-B4E81C703E22}" type="presParOf" srcId="{D455C7D4-88AC-449A-84DC-26FDCC7B569C}" destId="{378B9D76-97A7-4B74-B92F-24DC9E2DC69E}" srcOrd="4" destOrd="0" presId="urn:microsoft.com/office/officeart/2005/8/layout/orgChart1"/>
    <dgm:cxn modelId="{38014039-3F05-4232-9F17-D96057D11C50}" type="presParOf" srcId="{D455C7D4-88AC-449A-84DC-26FDCC7B569C}" destId="{1B0E26EE-64EA-4924-B846-CF354CA8DF5B}" srcOrd="5" destOrd="0" presId="urn:microsoft.com/office/officeart/2005/8/layout/orgChart1"/>
    <dgm:cxn modelId="{B7ACC608-B1C8-4684-B08B-1A83659F0487}" type="presParOf" srcId="{1B0E26EE-64EA-4924-B846-CF354CA8DF5B}" destId="{71F34AD1-7302-4940-BD4A-625FD6959E69}" srcOrd="0" destOrd="0" presId="urn:microsoft.com/office/officeart/2005/8/layout/orgChart1"/>
    <dgm:cxn modelId="{D728E206-A692-4593-BFF7-AF8A5D86B375}" type="presParOf" srcId="{71F34AD1-7302-4940-BD4A-625FD6959E69}" destId="{5C9237C4-9282-42C0-9FF9-F2A320D0F082}" srcOrd="0" destOrd="0" presId="urn:microsoft.com/office/officeart/2005/8/layout/orgChart1"/>
    <dgm:cxn modelId="{B1B633C4-8C85-424A-A483-FCFACD169E04}" type="presParOf" srcId="{71F34AD1-7302-4940-BD4A-625FD6959E69}" destId="{956CF922-4F51-4B78-8979-359CEAA197B9}" srcOrd="1" destOrd="0" presId="urn:microsoft.com/office/officeart/2005/8/layout/orgChart1"/>
    <dgm:cxn modelId="{A414A411-1FAE-43A2-8091-95E2A8AB722E}" type="presParOf" srcId="{1B0E26EE-64EA-4924-B846-CF354CA8DF5B}" destId="{42EBAD6A-851A-466F-99AD-E0FC3A2583C8}" srcOrd="1" destOrd="0" presId="urn:microsoft.com/office/officeart/2005/8/layout/orgChart1"/>
    <dgm:cxn modelId="{362DA82B-1BD9-49D2-B390-5E93DADB44B5}" type="presParOf" srcId="{1B0E26EE-64EA-4924-B846-CF354CA8DF5B}" destId="{04D1D31D-7995-45BC-8CA0-038AD6129BE7}" srcOrd="2" destOrd="0" presId="urn:microsoft.com/office/officeart/2005/8/layout/orgChart1"/>
    <dgm:cxn modelId="{7975584C-413A-455D-861C-FBA5E711C368}" type="presParOf" srcId="{D455C7D4-88AC-449A-84DC-26FDCC7B569C}" destId="{010BFB74-D1BC-4497-AE83-1E60787548A9}" srcOrd="6" destOrd="0" presId="urn:microsoft.com/office/officeart/2005/8/layout/orgChart1"/>
    <dgm:cxn modelId="{6480222F-0D6F-4CF7-BA6A-4160F89762E1}" type="presParOf" srcId="{D455C7D4-88AC-449A-84DC-26FDCC7B569C}" destId="{50C36F54-F93E-4692-8ADF-24762A697CF3}" srcOrd="7" destOrd="0" presId="urn:microsoft.com/office/officeart/2005/8/layout/orgChart1"/>
    <dgm:cxn modelId="{C3212DFD-6659-4FA7-84C3-D841A21A5692}" type="presParOf" srcId="{50C36F54-F93E-4692-8ADF-24762A697CF3}" destId="{960A14A4-D132-427C-B24B-0597AD661715}" srcOrd="0" destOrd="0" presId="urn:microsoft.com/office/officeart/2005/8/layout/orgChart1"/>
    <dgm:cxn modelId="{C0978B2F-60A7-4AB6-9299-B0440BC5F764}" type="presParOf" srcId="{960A14A4-D132-427C-B24B-0597AD661715}" destId="{3CF16E96-95FC-48C7-B38F-AE658A57C83B}" srcOrd="0" destOrd="0" presId="urn:microsoft.com/office/officeart/2005/8/layout/orgChart1"/>
    <dgm:cxn modelId="{A06F5F46-BAF5-48BA-A905-1A5F7E3146C8}" type="presParOf" srcId="{960A14A4-D132-427C-B24B-0597AD661715}" destId="{A677671A-4370-4A70-8D92-43F103977C06}" srcOrd="1" destOrd="0" presId="urn:microsoft.com/office/officeart/2005/8/layout/orgChart1"/>
    <dgm:cxn modelId="{E176265F-2A56-4AE3-BEDE-E2D6360F152E}" type="presParOf" srcId="{50C36F54-F93E-4692-8ADF-24762A697CF3}" destId="{6F1CBD9E-B1AF-4344-AD54-0CC70A64111E}" srcOrd="1" destOrd="0" presId="urn:microsoft.com/office/officeart/2005/8/layout/orgChart1"/>
    <dgm:cxn modelId="{C5DE7A63-49D3-480E-9E3F-1FC100540F3F}" type="presParOf" srcId="{50C36F54-F93E-4692-8ADF-24762A697CF3}" destId="{5BA22A97-D8CC-4E95-AF9B-7C5BAAF9D069}" srcOrd="2" destOrd="0" presId="urn:microsoft.com/office/officeart/2005/8/layout/orgChart1"/>
    <dgm:cxn modelId="{4FBC6EF2-EB2C-4EF4-808D-F76695DAF623}" type="presParOf" srcId="{C0960037-E804-4734-B7B2-09111F4E2F55}" destId="{CEF41D3B-DFAA-4B44-96E2-A38A914D32FB}" srcOrd="2" destOrd="0" presId="urn:microsoft.com/office/officeart/2005/8/layout/orgChart1"/>
    <dgm:cxn modelId="{60DC2803-F2F8-4C13-BA7F-CB4D1350FBE8}" type="presParOf" srcId="{F4170281-07B0-4C95-9C26-46B502B62EB6}" destId="{397AA3DD-7DE6-4233-BF39-43EF9008A92C}" srcOrd="6" destOrd="0" presId="urn:microsoft.com/office/officeart/2005/8/layout/orgChart1"/>
    <dgm:cxn modelId="{B17D8CEF-5055-422A-905A-523ED6F4CDE4}" type="presParOf" srcId="{F4170281-07B0-4C95-9C26-46B502B62EB6}" destId="{E5317B53-E12C-4FDB-B6CC-57A0CAB4CA07}" srcOrd="7" destOrd="0" presId="urn:microsoft.com/office/officeart/2005/8/layout/orgChart1"/>
    <dgm:cxn modelId="{BF61C9C7-0FE2-46AA-B16B-F3DAD0935969}" type="presParOf" srcId="{E5317B53-E12C-4FDB-B6CC-57A0CAB4CA07}" destId="{BAED7C67-5B93-43FE-B6F0-805E15125777}" srcOrd="0" destOrd="0" presId="urn:microsoft.com/office/officeart/2005/8/layout/orgChart1"/>
    <dgm:cxn modelId="{53D030C0-29B6-4C81-B84B-2FAA60F2498A}" type="presParOf" srcId="{BAED7C67-5B93-43FE-B6F0-805E15125777}" destId="{ADCD3E79-6B66-4723-B554-5E9CFCB3C5E6}" srcOrd="0" destOrd="0" presId="urn:microsoft.com/office/officeart/2005/8/layout/orgChart1"/>
    <dgm:cxn modelId="{EEA0DECA-6E73-424A-ACEE-5D159F300D02}" type="presParOf" srcId="{BAED7C67-5B93-43FE-B6F0-805E15125777}" destId="{32E58A02-5EAC-4352-937D-EC0221B1D5EE}" srcOrd="1" destOrd="0" presId="urn:microsoft.com/office/officeart/2005/8/layout/orgChart1"/>
    <dgm:cxn modelId="{34E3123E-B2B9-4BC9-966F-80F104432454}" type="presParOf" srcId="{E5317B53-E12C-4FDB-B6CC-57A0CAB4CA07}" destId="{500F220C-F593-4725-95BC-CC081DB9BA6C}" srcOrd="1" destOrd="0" presId="urn:microsoft.com/office/officeart/2005/8/layout/orgChart1"/>
    <dgm:cxn modelId="{364F6DDF-FF58-4164-80D0-0631993A5E3C}" type="presParOf" srcId="{500F220C-F593-4725-95BC-CC081DB9BA6C}" destId="{F60E23D5-DBAE-4ED8-BC28-51213878B891}" srcOrd="0" destOrd="0" presId="urn:microsoft.com/office/officeart/2005/8/layout/orgChart1"/>
    <dgm:cxn modelId="{6B9FDD45-1EC2-4783-B68D-31CF2E1B901E}" type="presParOf" srcId="{500F220C-F593-4725-95BC-CC081DB9BA6C}" destId="{2156FDA9-E29F-47B5-A1AF-7BCE259BFD5D}" srcOrd="1" destOrd="0" presId="urn:microsoft.com/office/officeart/2005/8/layout/orgChart1"/>
    <dgm:cxn modelId="{FB742207-5BAC-4B51-A18D-D741A99AAD14}" type="presParOf" srcId="{2156FDA9-E29F-47B5-A1AF-7BCE259BFD5D}" destId="{1AFC5F6D-9407-4BEE-BD80-8DAC3EC3ABA7}" srcOrd="0" destOrd="0" presId="urn:microsoft.com/office/officeart/2005/8/layout/orgChart1"/>
    <dgm:cxn modelId="{6DC7CE25-CE0F-43E0-8569-538D4677BA93}" type="presParOf" srcId="{1AFC5F6D-9407-4BEE-BD80-8DAC3EC3ABA7}" destId="{5B04854A-1F56-4BF7-BFB9-BDB112EB5C24}" srcOrd="0" destOrd="0" presId="urn:microsoft.com/office/officeart/2005/8/layout/orgChart1"/>
    <dgm:cxn modelId="{4CD40B7B-CD28-41F3-9A7A-273509214D20}" type="presParOf" srcId="{1AFC5F6D-9407-4BEE-BD80-8DAC3EC3ABA7}" destId="{9DC539E1-427A-4D62-A0FA-28D4B23705E5}" srcOrd="1" destOrd="0" presId="urn:microsoft.com/office/officeart/2005/8/layout/orgChart1"/>
    <dgm:cxn modelId="{B47F68FF-5D95-4CF9-AB05-A41FFD4A8698}" type="presParOf" srcId="{2156FDA9-E29F-47B5-A1AF-7BCE259BFD5D}" destId="{E62F4A3D-A70C-4900-8A34-06946BADD154}" srcOrd="1" destOrd="0" presId="urn:microsoft.com/office/officeart/2005/8/layout/orgChart1"/>
    <dgm:cxn modelId="{3F1A3ED8-075B-4A21-8ABC-77D13A259DD7}" type="presParOf" srcId="{2156FDA9-E29F-47B5-A1AF-7BCE259BFD5D}" destId="{F61F3454-7172-4D78-AAFA-B18FAF6201C6}" srcOrd="2" destOrd="0" presId="urn:microsoft.com/office/officeart/2005/8/layout/orgChart1"/>
    <dgm:cxn modelId="{78E76962-24FC-4402-BC1F-3EE6BB0C7ABE}" type="presParOf" srcId="{500F220C-F593-4725-95BC-CC081DB9BA6C}" destId="{22D410BB-E7E8-4B65-904C-8351D45E67CA}" srcOrd="2" destOrd="0" presId="urn:microsoft.com/office/officeart/2005/8/layout/orgChart1"/>
    <dgm:cxn modelId="{82ACC901-6A31-4315-AA82-1EC07A76A146}" type="presParOf" srcId="{500F220C-F593-4725-95BC-CC081DB9BA6C}" destId="{D56641D8-3763-4AEA-93F6-89F2318C615C}" srcOrd="3" destOrd="0" presId="urn:microsoft.com/office/officeart/2005/8/layout/orgChart1"/>
    <dgm:cxn modelId="{E155C9F5-C17C-4034-8A59-AAD3EFD78185}" type="presParOf" srcId="{D56641D8-3763-4AEA-93F6-89F2318C615C}" destId="{3A1E8844-0121-4F80-9D10-95D34EB437BA}" srcOrd="0" destOrd="0" presId="urn:microsoft.com/office/officeart/2005/8/layout/orgChart1"/>
    <dgm:cxn modelId="{1A3E6A72-B679-48DC-93D6-F70497C1EAE8}" type="presParOf" srcId="{3A1E8844-0121-4F80-9D10-95D34EB437BA}" destId="{F8E08B33-E382-4837-96AB-DB87E64FEEF5}" srcOrd="0" destOrd="0" presId="urn:microsoft.com/office/officeart/2005/8/layout/orgChart1"/>
    <dgm:cxn modelId="{153254FE-EAD9-4B0E-B13F-EF90829DA4F8}" type="presParOf" srcId="{3A1E8844-0121-4F80-9D10-95D34EB437BA}" destId="{2D591CE2-F5F2-415F-B009-AB2FF594B329}" srcOrd="1" destOrd="0" presId="urn:microsoft.com/office/officeart/2005/8/layout/orgChart1"/>
    <dgm:cxn modelId="{FBDE1C77-648D-42DA-A0A3-521E3C70489E}" type="presParOf" srcId="{D56641D8-3763-4AEA-93F6-89F2318C615C}" destId="{169FC526-8535-422B-AA2D-E26DD3CC0D2F}" srcOrd="1" destOrd="0" presId="urn:microsoft.com/office/officeart/2005/8/layout/orgChart1"/>
    <dgm:cxn modelId="{96E1FD64-17DB-4393-BD04-748C200CB9A8}" type="presParOf" srcId="{D56641D8-3763-4AEA-93F6-89F2318C615C}" destId="{4964DC73-67AF-4312-BD5A-A246F95A3BD2}" srcOrd="2" destOrd="0" presId="urn:microsoft.com/office/officeart/2005/8/layout/orgChart1"/>
    <dgm:cxn modelId="{2D758C56-95EC-4CAA-8EC0-0F9381B93520}" type="presParOf" srcId="{500F220C-F593-4725-95BC-CC081DB9BA6C}" destId="{06844E3F-E697-43B9-B069-BEE8A854EBE2}" srcOrd="4" destOrd="0" presId="urn:microsoft.com/office/officeart/2005/8/layout/orgChart1"/>
    <dgm:cxn modelId="{489AE45E-E271-4D22-8D9A-463D5036C4C2}" type="presParOf" srcId="{500F220C-F593-4725-95BC-CC081DB9BA6C}" destId="{A4E0E68A-1AE8-44D0-AEB3-20D2D3BAA629}" srcOrd="5" destOrd="0" presId="urn:microsoft.com/office/officeart/2005/8/layout/orgChart1"/>
    <dgm:cxn modelId="{1E92B6C7-6769-465C-9EC6-0BBD4C5F1F92}" type="presParOf" srcId="{A4E0E68A-1AE8-44D0-AEB3-20D2D3BAA629}" destId="{0107B9B8-407B-4052-A59D-3A01C0B985B3}" srcOrd="0" destOrd="0" presId="urn:microsoft.com/office/officeart/2005/8/layout/orgChart1"/>
    <dgm:cxn modelId="{61DD3557-EC40-4448-B044-8073E67B9C34}" type="presParOf" srcId="{0107B9B8-407B-4052-A59D-3A01C0B985B3}" destId="{B6F55DE5-8C10-415C-8162-1472B17A8EDA}" srcOrd="0" destOrd="0" presId="urn:microsoft.com/office/officeart/2005/8/layout/orgChart1"/>
    <dgm:cxn modelId="{7C982606-A84D-48E5-950F-90579E583A8F}" type="presParOf" srcId="{0107B9B8-407B-4052-A59D-3A01C0B985B3}" destId="{D4869BB8-33C4-45E7-ACC9-E957C4CBF277}" srcOrd="1" destOrd="0" presId="urn:microsoft.com/office/officeart/2005/8/layout/orgChart1"/>
    <dgm:cxn modelId="{C2C24F89-1B15-4CD1-9F6B-48931BFCB525}" type="presParOf" srcId="{A4E0E68A-1AE8-44D0-AEB3-20D2D3BAA629}" destId="{5F065286-3345-4389-BE09-0AB5A95EC36D}" srcOrd="1" destOrd="0" presId="urn:microsoft.com/office/officeart/2005/8/layout/orgChart1"/>
    <dgm:cxn modelId="{67403E23-7869-4115-9401-7A89F4F164A6}" type="presParOf" srcId="{A4E0E68A-1AE8-44D0-AEB3-20D2D3BAA629}" destId="{53256A37-F14A-469A-A73D-7046B7DD4358}" srcOrd="2" destOrd="0" presId="urn:microsoft.com/office/officeart/2005/8/layout/orgChart1"/>
    <dgm:cxn modelId="{F6A84D2D-AC76-4AF0-8FE8-2C9C7BCA24F3}" type="presParOf" srcId="{500F220C-F593-4725-95BC-CC081DB9BA6C}" destId="{A55AD540-A7A4-42DF-ADB1-F322A8F9B074}" srcOrd="6" destOrd="0" presId="urn:microsoft.com/office/officeart/2005/8/layout/orgChart1"/>
    <dgm:cxn modelId="{7C086970-203C-4CEF-A6D6-6EC81EB1E93E}" type="presParOf" srcId="{500F220C-F593-4725-95BC-CC081DB9BA6C}" destId="{CB0496AB-8246-44DC-9E54-A7CD46936BC8}" srcOrd="7" destOrd="0" presId="urn:microsoft.com/office/officeart/2005/8/layout/orgChart1"/>
    <dgm:cxn modelId="{F1EE62AB-9EF9-4CA6-BFE4-0F1C0454E013}" type="presParOf" srcId="{CB0496AB-8246-44DC-9E54-A7CD46936BC8}" destId="{9922A4D9-2132-45DE-967D-8B5D93491EF0}" srcOrd="0" destOrd="0" presId="urn:microsoft.com/office/officeart/2005/8/layout/orgChart1"/>
    <dgm:cxn modelId="{A69A67DE-7569-4969-9AD2-5CB50E4C574C}" type="presParOf" srcId="{9922A4D9-2132-45DE-967D-8B5D93491EF0}" destId="{CEBA9413-FBB1-4911-A4CB-D50B4BC061B7}" srcOrd="0" destOrd="0" presId="urn:microsoft.com/office/officeart/2005/8/layout/orgChart1"/>
    <dgm:cxn modelId="{FD9164D1-5E4B-4403-B14E-8E2FD348D465}" type="presParOf" srcId="{9922A4D9-2132-45DE-967D-8B5D93491EF0}" destId="{B5576A6B-6FBC-40C5-AD0B-F579DCDF9454}" srcOrd="1" destOrd="0" presId="urn:microsoft.com/office/officeart/2005/8/layout/orgChart1"/>
    <dgm:cxn modelId="{E2746934-BFD3-4AF3-95D9-C82C053D71E0}" type="presParOf" srcId="{CB0496AB-8246-44DC-9E54-A7CD46936BC8}" destId="{2702F93E-93A4-419D-A387-C8176D2D6A0D}" srcOrd="1" destOrd="0" presId="urn:microsoft.com/office/officeart/2005/8/layout/orgChart1"/>
    <dgm:cxn modelId="{3C35899A-32A6-4B5A-B8BA-B2E7215887A9}" type="presParOf" srcId="{CB0496AB-8246-44DC-9E54-A7CD46936BC8}" destId="{DDF1341B-6413-499A-85DC-617E282B4773}" srcOrd="2" destOrd="0" presId="urn:microsoft.com/office/officeart/2005/8/layout/orgChart1"/>
    <dgm:cxn modelId="{3EF5524C-D1B7-49A1-9F25-DF880FA340F7}" type="presParOf" srcId="{500F220C-F593-4725-95BC-CC081DB9BA6C}" destId="{9BF27A7A-7346-4B37-A0D5-826856922CFF}" srcOrd="8" destOrd="0" presId="urn:microsoft.com/office/officeart/2005/8/layout/orgChart1"/>
    <dgm:cxn modelId="{17BF7690-7EFD-4F4E-87D0-792C16D3E052}" type="presParOf" srcId="{500F220C-F593-4725-95BC-CC081DB9BA6C}" destId="{DD2D228D-32ED-4535-80DF-4928A04C2D7F}" srcOrd="9" destOrd="0" presId="urn:microsoft.com/office/officeart/2005/8/layout/orgChart1"/>
    <dgm:cxn modelId="{4F203290-7AA5-4A2F-A2C7-76B119561BAF}" type="presParOf" srcId="{DD2D228D-32ED-4535-80DF-4928A04C2D7F}" destId="{BACCF38B-F9BD-485A-85DB-00706772C018}" srcOrd="0" destOrd="0" presId="urn:microsoft.com/office/officeart/2005/8/layout/orgChart1"/>
    <dgm:cxn modelId="{E159F77E-EF8D-407C-B109-595C9C131066}" type="presParOf" srcId="{BACCF38B-F9BD-485A-85DB-00706772C018}" destId="{9CB09150-3623-4795-B607-7E443D207D44}" srcOrd="0" destOrd="0" presId="urn:microsoft.com/office/officeart/2005/8/layout/orgChart1"/>
    <dgm:cxn modelId="{F256FFC6-3D1E-4810-B216-A5240DE84531}" type="presParOf" srcId="{BACCF38B-F9BD-485A-85DB-00706772C018}" destId="{E2277D8F-BFBF-4494-BA4F-38844C45260B}" srcOrd="1" destOrd="0" presId="urn:microsoft.com/office/officeart/2005/8/layout/orgChart1"/>
    <dgm:cxn modelId="{AA3507EE-7344-4195-816E-5DA1C83E2F85}" type="presParOf" srcId="{DD2D228D-32ED-4535-80DF-4928A04C2D7F}" destId="{8DEAF05D-B6A8-4197-B6DA-F0BDE213EBF4}" srcOrd="1" destOrd="0" presId="urn:microsoft.com/office/officeart/2005/8/layout/orgChart1"/>
    <dgm:cxn modelId="{D70FC69F-15BB-47DF-97A1-BA93DE5DE099}" type="presParOf" srcId="{DD2D228D-32ED-4535-80DF-4928A04C2D7F}" destId="{96DCD254-8DEA-4C1A-B3D1-7E13894A2081}" srcOrd="2" destOrd="0" presId="urn:microsoft.com/office/officeart/2005/8/layout/orgChart1"/>
    <dgm:cxn modelId="{87D08F0D-6A79-4E25-8F7D-AC2CB4F223CF}" type="presParOf" srcId="{E5317B53-E12C-4FDB-B6CC-57A0CAB4CA07}" destId="{F21C04BD-0D20-4074-B633-CAA49F89C52D}" srcOrd="2" destOrd="0" presId="urn:microsoft.com/office/officeart/2005/8/layout/orgChart1"/>
    <dgm:cxn modelId="{AC2BFFA9-541F-4997-A1B4-8E58D5FFDD41}" type="presParOf" srcId="{157FEEB3-A2C3-4A75-84A0-1876BA88A774}" destId="{6C73E611-9BCB-4406-8402-D2141C456D55}" srcOrd="2" destOrd="0" presId="urn:microsoft.com/office/officeart/2005/8/layout/orgChart1"/>
    <dgm:cxn modelId="{263C0BF8-5797-4898-9740-9E3A19C495EE}" type="presParOf" srcId="{1CB62327-0FD1-4229-A831-3E2B2CB1C5CE}" destId="{DDAAB477-7926-4B99-B40E-15907391EA6C}" srcOrd="6" destOrd="0" presId="urn:microsoft.com/office/officeart/2005/8/layout/orgChart1"/>
    <dgm:cxn modelId="{3EA4C5C1-851A-41B3-85F3-22D9366D7540}" type="presParOf" srcId="{1CB62327-0FD1-4229-A831-3E2B2CB1C5CE}" destId="{E4D47E07-9189-4FE0-AAE7-FD7C853055BE}" srcOrd="7" destOrd="0" presId="urn:microsoft.com/office/officeart/2005/8/layout/orgChart1"/>
    <dgm:cxn modelId="{9553DD55-19B0-46F6-A305-8B27B57B6E81}" type="presParOf" srcId="{E4D47E07-9189-4FE0-AAE7-FD7C853055BE}" destId="{095101A7-22F9-4169-A8FD-7E5D053EC3E6}" srcOrd="0" destOrd="0" presId="urn:microsoft.com/office/officeart/2005/8/layout/orgChart1"/>
    <dgm:cxn modelId="{D49A0D0C-8E7E-4E89-B999-3C1C69ED8D41}" type="presParOf" srcId="{095101A7-22F9-4169-A8FD-7E5D053EC3E6}" destId="{0E5A3D9D-6F23-453A-AAB1-79DF1AA0D3E5}" srcOrd="0" destOrd="0" presId="urn:microsoft.com/office/officeart/2005/8/layout/orgChart1"/>
    <dgm:cxn modelId="{00FEC9BF-C3F1-4E92-8199-548C0671DCBB}" type="presParOf" srcId="{095101A7-22F9-4169-A8FD-7E5D053EC3E6}" destId="{BEAD169F-0232-4EBF-8FD6-3A61942A3F73}" srcOrd="1" destOrd="0" presId="urn:microsoft.com/office/officeart/2005/8/layout/orgChart1"/>
    <dgm:cxn modelId="{B16731F7-0E08-4066-8955-5C5514FAF5F1}" type="presParOf" srcId="{E4D47E07-9189-4FE0-AAE7-FD7C853055BE}" destId="{91D142F1-A74A-4F73-82AF-8E3F51CB0329}" srcOrd="1" destOrd="0" presId="urn:microsoft.com/office/officeart/2005/8/layout/orgChart1"/>
    <dgm:cxn modelId="{B3F5A574-B2AF-4335-ACC2-075F1EF8CCFD}" type="presParOf" srcId="{91D142F1-A74A-4F73-82AF-8E3F51CB0329}" destId="{A64F2D45-3471-4308-AB70-2C0745310B39}" srcOrd="0" destOrd="0" presId="urn:microsoft.com/office/officeart/2005/8/layout/orgChart1"/>
    <dgm:cxn modelId="{03E46360-0E70-4A53-BBF8-D111236F7B0A}" type="presParOf" srcId="{91D142F1-A74A-4F73-82AF-8E3F51CB0329}" destId="{9A0D7BD2-244E-4B56-9678-89DFC0034C1F}" srcOrd="1" destOrd="0" presId="urn:microsoft.com/office/officeart/2005/8/layout/orgChart1"/>
    <dgm:cxn modelId="{784ED45D-ACA2-4201-91B5-EC41BD85CDB4}" type="presParOf" srcId="{9A0D7BD2-244E-4B56-9678-89DFC0034C1F}" destId="{DC29828A-9A83-48D0-9351-EA0232251389}" srcOrd="0" destOrd="0" presId="urn:microsoft.com/office/officeart/2005/8/layout/orgChart1"/>
    <dgm:cxn modelId="{67D8ACFD-4F67-4326-9D22-343366AF067A}" type="presParOf" srcId="{DC29828A-9A83-48D0-9351-EA0232251389}" destId="{99F469E7-D025-4C8A-B5FA-A514116EFEF0}" srcOrd="0" destOrd="0" presId="urn:microsoft.com/office/officeart/2005/8/layout/orgChart1"/>
    <dgm:cxn modelId="{883782B3-6261-43C4-A351-30F705185DF4}" type="presParOf" srcId="{DC29828A-9A83-48D0-9351-EA0232251389}" destId="{A2A080A9-DB2D-4085-B646-2E4A1B3928BF}" srcOrd="1" destOrd="0" presId="urn:microsoft.com/office/officeart/2005/8/layout/orgChart1"/>
    <dgm:cxn modelId="{32CAD0EC-D51A-4FEF-A7B2-43703E3D31AA}" type="presParOf" srcId="{9A0D7BD2-244E-4B56-9678-89DFC0034C1F}" destId="{5ECDD75B-2D6B-496A-A4A8-5F7A5C9D5406}" srcOrd="1" destOrd="0" presId="urn:microsoft.com/office/officeart/2005/8/layout/orgChart1"/>
    <dgm:cxn modelId="{DE369A39-E273-418D-9013-905412EA446A}" type="presParOf" srcId="{5ECDD75B-2D6B-496A-A4A8-5F7A5C9D5406}" destId="{452A3E32-3777-415E-89FB-0883D3D74E44}" srcOrd="0" destOrd="0" presId="urn:microsoft.com/office/officeart/2005/8/layout/orgChart1"/>
    <dgm:cxn modelId="{793E4E34-EE39-4D98-86B9-51A6647A4C86}" type="presParOf" srcId="{5ECDD75B-2D6B-496A-A4A8-5F7A5C9D5406}" destId="{16A710CF-5736-4AD5-941F-B68E730102E1}" srcOrd="1" destOrd="0" presId="urn:microsoft.com/office/officeart/2005/8/layout/orgChart1"/>
    <dgm:cxn modelId="{388A9586-21C5-4818-A116-CFDEAF8FCE08}" type="presParOf" srcId="{16A710CF-5736-4AD5-941F-B68E730102E1}" destId="{1FE295DA-4F17-4D19-9516-697DCEC2655E}" srcOrd="0" destOrd="0" presId="urn:microsoft.com/office/officeart/2005/8/layout/orgChart1"/>
    <dgm:cxn modelId="{27C61EA4-2123-4EDE-9E29-9399F9027241}" type="presParOf" srcId="{1FE295DA-4F17-4D19-9516-697DCEC2655E}" destId="{428BABBA-B0ED-4E23-965C-B13E9815C588}" srcOrd="0" destOrd="0" presId="urn:microsoft.com/office/officeart/2005/8/layout/orgChart1"/>
    <dgm:cxn modelId="{A03547A4-1EC1-4B50-B029-09DBFD0430EE}" type="presParOf" srcId="{1FE295DA-4F17-4D19-9516-697DCEC2655E}" destId="{EEFA32E0-3FD1-4B27-B1F7-F5986B909A25}" srcOrd="1" destOrd="0" presId="urn:microsoft.com/office/officeart/2005/8/layout/orgChart1"/>
    <dgm:cxn modelId="{F8A760A0-B635-448A-8516-1251E9C37A8F}" type="presParOf" srcId="{16A710CF-5736-4AD5-941F-B68E730102E1}" destId="{9EF7214C-E7BC-4950-B7AB-8F1D9907A3F5}" srcOrd="1" destOrd="0" presId="urn:microsoft.com/office/officeart/2005/8/layout/orgChart1"/>
    <dgm:cxn modelId="{7141DD6B-9E68-4826-93B3-095D7ABFF086}" type="presParOf" srcId="{16A710CF-5736-4AD5-941F-B68E730102E1}" destId="{169D28E4-167E-4E62-9523-5A9A1DC27107}" srcOrd="2" destOrd="0" presId="urn:microsoft.com/office/officeart/2005/8/layout/orgChart1"/>
    <dgm:cxn modelId="{6415D6A3-04D8-478D-BC33-74515826B5C0}" type="presParOf" srcId="{5ECDD75B-2D6B-496A-A4A8-5F7A5C9D5406}" destId="{710C7F16-91DE-4FC5-8B73-DACD83AC6427}" srcOrd="2" destOrd="0" presId="urn:microsoft.com/office/officeart/2005/8/layout/orgChart1"/>
    <dgm:cxn modelId="{B2644D8A-AADB-4B38-8DF2-DF85E59DB43D}" type="presParOf" srcId="{5ECDD75B-2D6B-496A-A4A8-5F7A5C9D5406}" destId="{465C3838-3DD4-41CB-9149-D183EFF0975C}" srcOrd="3" destOrd="0" presId="urn:microsoft.com/office/officeart/2005/8/layout/orgChart1"/>
    <dgm:cxn modelId="{DAF24CAC-CBA5-448B-B477-2F5F12780758}" type="presParOf" srcId="{465C3838-3DD4-41CB-9149-D183EFF0975C}" destId="{CB2F247C-87FF-4FA5-A341-A870F695E101}" srcOrd="0" destOrd="0" presId="urn:microsoft.com/office/officeart/2005/8/layout/orgChart1"/>
    <dgm:cxn modelId="{DF016A71-C387-4394-BBEE-C8F9F74A6639}" type="presParOf" srcId="{CB2F247C-87FF-4FA5-A341-A870F695E101}" destId="{088D45DC-EC2D-4557-BE21-75599DAB4F0C}" srcOrd="0" destOrd="0" presId="urn:microsoft.com/office/officeart/2005/8/layout/orgChart1"/>
    <dgm:cxn modelId="{4F52C9EA-7ED7-4851-9AB3-6E6F0A14D487}" type="presParOf" srcId="{CB2F247C-87FF-4FA5-A341-A870F695E101}" destId="{EED91022-553F-4726-863F-FFCA21806A4F}" srcOrd="1" destOrd="0" presId="urn:microsoft.com/office/officeart/2005/8/layout/orgChart1"/>
    <dgm:cxn modelId="{3B87F27B-E47C-4086-B97A-95367F842BC8}" type="presParOf" srcId="{465C3838-3DD4-41CB-9149-D183EFF0975C}" destId="{21773565-847E-4D92-9D6F-A0149F93BD17}" srcOrd="1" destOrd="0" presId="urn:microsoft.com/office/officeart/2005/8/layout/orgChart1"/>
    <dgm:cxn modelId="{55CE84B9-6F18-4476-8743-A80535080E6B}" type="presParOf" srcId="{465C3838-3DD4-41CB-9149-D183EFF0975C}" destId="{1724E584-FD31-46C6-842A-E912E92DAFB3}" srcOrd="2" destOrd="0" presId="urn:microsoft.com/office/officeart/2005/8/layout/orgChart1"/>
    <dgm:cxn modelId="{D784CBF0-F0F2-48EE-BEDA-98AF59961BD6}" type="presParOf" srcId="{9A0D7BD2-244E-4B56-9678-89DFC0034C1F}" destId="{128AA7DB-81C6-4638-9716-2C95D275DF9D}" srcOrd="2" destOrd="0" presId="urn:microsoft.com/office/officeart/2005/8/layout/orgChart1"/>
    <dgm:cxn modelId="{BD086BE1-755D-4D45-9372-2AEFE56E075E}" type="presParOf" srcId="{91D142F1-A74A-4F73-82AF-8E3F51CB0329}" destId="{FF597A83-A8DD-43FE-A916-C5A8433F5E7E}" srcOrd="2" destOrd="0" presId="urn:microsoft.com/office/officeart/2005/8/layout/orgChart1"/>
    <dgm:cxn modelId="{3478EBA7-AB5A-4EBE-BA45-BE34A1AA0A01}" type="presParOf" srcId="{91D142F1-A74A-4F73-82AF-8E3F51CB0329}" destId="{2697F7A4-39ED-4D42-A6D9-C8F75C76EF53}" srcOrd="3" destOrd="0" presId="urn:microsoft.com/office/officeart/2005/8/layout/orgChart1"/>
    <dgm:cxn modelId="{53305E94-7A6D-4295-AB22-222398322FEC}" type="presParOf" srcId="{2697F7A4-39ED-4D42-A6D9-C8F75C76EF53}" destId="{98069301-0D75-4B46-8715-C11BFE9AEB73}" srcOrd="0" destOrd="0" presId="urn:microsoft.com/office/officeart/2005/8/layout/orgChart1"/>
    <dgm:cxn modelId="{F55BB221-C19D-43D8-8EC2-936CE711D1DD}" type="presParOf" srcId="{98069301-0D75-4B46-8715-C11BFE9AEB73}" destId="{95D99554-BDE4-4037-B9C4-259D9AD15352}" srcOrd="0" destOrd="0" presId="urn:microsoft.com/office/officeart/2005/8/layout/orgChart1"/>
    <dgm:cxn modelId="{FCD04845-6529-4050-BB73-432A58CC3F4E}" type="presParOf" srcId="{98069301-0D75-4B46-8715-C11BFE9AEB73}" destId="{68A50810-EF79-47EB-A066-C3F91C7A4399}" srcOrd="1" destOrd="0" presId="urn:microsoft.com/office/officeart/2005/8/layout/orgChart1"/>
    <dgm:cxn modelId="{00F12A97-E72E-4ACF-A465-A12F9E6806A7}" type="presParOf" srcId="{2697F7A4-39ED-4D42-A6D9-C8F75C76EF53}" destId="{7CBEEB8F-3F63-49FB-B872-5F93281C1AEA}" srcOrd="1" destOrd="0" presId="urn:microsoft.com/office/officeart/2005/8/layout/orgChart1"/>
    <dgm:cxn modelId="{6A161080-023A-43E1-BBD9-BA0EA0E8B020}" type="presParOf" srcId="{7CBEEB8F-3F63-49FB-B872-5F93281C1AEA}" destId="{06894582-D5B8-4220-879A-65AB10467796}" srcOrd="0" destOrd="0" presId="urn:microsoft.com/office/officeart/2005/8/layout/orgChart1"/>
    <dgm:cxn modelId="{AAACBF68-B96F-477E-A5DF-616986665FAC}" type="presParOf" srcId="{7CBEEB8F-3F63-49FB-B872-5F93281C1AEA}" destId="{A822EEA4-6BF4-4A1E-9F26-456BF6117386}" srcOrd="1" destOrd="0" presId="urn:microsoft.com/office/officeart/2005/8/layout/orgChart1"/>
    <dgm:cxn modelId="{6B9F6A19-CDE0-42C0-BD5A-7A907158B77F}" type="presParOf" srcId="{A822EEA4-6BF4-4A1E-9F26-456BF6117386}" destId="{58543EBD-B19F-4A19-8989-F761BE7A7C55}" srcOrd="0" destOrd="0" presId="urn:microsoft.com/office/officeart/2005/8/layout/orgChart1"/>
    <dgm:cxn modelId="{F4AB68D4-521A-46D7-A9EE-4B383E8186C8}" type="presParOf" srcId="{58543EBD-B19F-4A19-8989-F761BE7A7C55}" destId="{4178C42E-715D-4170-8FD0-098DF27116D0}" srcOrd="0" destOrd="0" presId="urn:microsoft.com/office/officeart/2005/8/layout/orgChart1"/>
    <dgm:cxn modelId="{1196FF39-22EE-4780-A3BD-789A1D0A7554}" type="presParOf" srcId="{58543EBD-B19F-4A19-8989-F761BE7A7C55}" destId="{10A27207-F7A2-4A0B-B2A4-C7A6FDB716D3}" srcOrd="1" destOrd="0" presId="urn:microsoft.com/office/officeart/2005/8/layout/orgChart1"/>
    <dgm:cxn modelId="{FC363471-E39E-4428-936E-0F914112E5C8}" type="presParOf" srcId="{A822EEA4-6BF4-4A1E-9F26-456BF6117386}" destId="{C395D2F3-AC78-4DEB-8B81-6987E65123BA}" srcOrd="1" destOrd="0" presId="urn:microsoft.com/office/officeart/2005/8/layout/orgChart1"/>
    <dgm:cxn modelId="{35C9B9CF-4119-4E9E-B738-BCBA6C4F1B57}" type="presParOf" srcId="{A822EEA4-6BF4-4A1E-9F26-456BF6117386}" destId="{FE54B186-0F63-4F57-87A9-ADA40DF7661E}" srcOrd="2" destOrd="0" presId="urn:microsoft.com/office/officeart/2005/8/layout/orgChart1"/>
    <dgm:cxn modelId="{AABB90E1-1C6D-4572-95E9-6439105E8AFC}" type="presParOf" srcId="{7CBEEB8F-3F63-49FB-B872-5F93281C1AEA}" destId="{B01ACA48-B547-4FF2-AB51-39C0603773CC}" srcOrd="2" destOrd="0" presId="urn:microsoft.com/office/officeart/2005/8/layout/orgChart1"/>
    <dgm:cxn modelId="{D7C5C370-0A16-40B9-96BC-B75AEBE73F69}" type="presParOf" srcId="{7CBEEB8F-3F63-49FB-B872-5F93281C1AEA}" destId="{9E92B8FD-C7BA-4127-BBAE-EDCF0805DDB4}" srcOrd="3" destOrd="0" presId="urn:microsoft.com/office/officeart/2005/8/layout/orgChart1"/>
    <dgm:cxn modelId="{A49DE45B-2F55-4D8A-81C0-01D70BFCB243}" type="presParOf" srcId="{9E92B8FD-C7BA-4127-BBAE-EDCF0805DDB4}" destId="{A2D46904-5E27-4246-88AC-0E6B3288449C}" srcOrd="0" destOrd="0" presId="urn:microsoft.com/office/officeart/2005/8/layout/orgChart1"/>
    <dgm:cxn modelId="{1D7A1344-DD2A-4A31-8A33-FEAC1B2F4706}" type="presParOf" srcId="{A2D46904-5E27-4246-88AC-0E6B3288449C}" destId="{A79F21D7-8F4E-4B2C-B928-FD81ED293CEF}" srcOrd="0" destOrd="0" presId="urn:microsoft.com/office/officeart/2005/8/layout/orgChart1"/>
    <dgm:cxn modelId="{DF88B3A3-C631-4D5F-8315-D2BD9E48EDAF}" type="presParOf" srcId="{A2D46904-5E27-4246-88AC-0E6B3288449C}" destId="{F692B295-3DC9-48E8-9A76-F57BB70EB69F}" srcOrd="1" destOrd="0" presId="urn:microsoft.com/office/officeart/2005/8/layout/orgChart1"/>
    <dgm:cxn modelId="{091F5FC4-0FC5-4644-8B15-7BD156AD264B}" type="presParOf" srcId="{9E92B8FD-C7BA-4127-BBAE-EDCF0805DDB4}" destId="{8004CA8A-0678-48E3-919E-480E13F67440}" srcOrd="1" destOrd="0" presId="urn:microsoft.com/office/officeart/2005/8/layout/orgChart1"/>
    <dgm:cxn modelId="{D8F18A76-11FD-4780-9F6D-7E7E64C65B5D}" type="presParOf" srcId="{9E92B8FD-C7BA-4127-BBAE-EDCF0805DDB4}" destId="{17D6456B-FA7B-4F4C-8331-982F9B3E6995}" srcOrd="2" destOrd="0" presId="urn:microsoft.com/office/officeart/2005/8/layout/orgChart1"/>
    <dgm:cxn modelId="{4D33A739-F7B0-406E-9AFF-D1609B93058E}" type="presParOf" srcId="{7CBEEB8F-3F63-49FB-B872-5F93281C1AEA}" destId="{2CD7F774-803D-4C77-8FA5-E94EF33A9519}" srcOrd="4" destOrd="0" presId="urn:microsoft.com/office/officeart/2005/8/layout/orgChart1"/>
    <dgm:cxn modelId="{DF2D5BB4-3C2B-43FD-8424-7858C494AB25}" type="presParOf" srcId="{7CBEEB8F-3F63-49FB-B872-5F93281C1AEA}" destId="{26FA98CD-ADDA-4D3E-BB0E-E1CF44EC09CD}" srcOrd="5" destOrd="0" presId="urn:microsoft.com/office/officeart/2005/8/layout/orgChart1"/>
    <dgm:cxn modelId="{2B8EBD9B-44AA-4DB1-BCDF-A213F6B3B34F}" type="presParOf" srcId="{26FA98CD-ADDA-4D3E-BB0E-E1CF44EC09CD}" destId="{BA7F0DAE-924B-48A1-B3FF-F450DBAC446F}" srcOrd="0" destOrd="0" presId="urn:microsoft.com/office/officeart/2005/8/layout/orgChart1"/>
    <dgm:cxn modelId="{951DE32F-46C1-4977-A698-494084774970}" type="presParOf" srcId="{BA7F0DAE-924B-48A1-B3FF-F450DBAC446F}" destId="{470B9A7C-1D26-4239-A09A-1D3E2F7EF484}" srcOrd="0" destOrd="0" presId="urn:microsoft.com/office/officeart/2005/8/layout/orgChart1"/>
    <dgm:cxn modelId="{D6E14B08-AD0A-4037-BF89-19DDEEDCB631}" type="presParOf" srcId="{BA7F0DAE-924B-48A1-B3FF-F450DBAC446F}" destId="{5E0C56DB-8461-4C9D-ABD2-7E111BACFC2F}" srcOrd="1" destOrd="0" presId="urn:microsoft.com/office/officeart/2005/8/layout/orgChart1"/>
    <dgm:cxn modelId="{2B1B4A0E-39BD-4E8C-83D8-417BAD55C171}" type="presParOf" srcId="{26FA98CD-ADDA-4D3E-BB0E-E1CF44EC09CD}" destId="{589DF77B-4EE6-4089-947F-324B9CE949E8}" srcOrd="1" destOrd="0" presId="urn:microsoft.com/office/officeart/2005/8/layout/orgChart1"/>
    <dgm:cxn modelId="{D6D84F41-3496-4B77-9167-3D7A9CCE796C}" type="presParOf" srcId="{26FA98CD-ADDA-4D3E-BB0E-E1CF44EC09CD}" destId="{69F68771-1769-4B1C-9D38-3646716683BF}" srcOrd="2" destOrd="0" presId="urn:microsoft.com/office/officeart/2005/8/layout/orgChart1"/>
    <dgm:cxn modelId="{85F0BD10-83DD-46AA-AD95-5C609A9BB7E9}" type="presParOf" srcId="{2697F7A4-39ED-4D42-A6D9-C8F75C76EF53}" destId="{8F47B9F9-5D1A-4E3A-B474-0100F9771FF3}" srcOrd="2" destOrd="0" presId="urn:microsoft.com/office/officeart/2005/8/layout/orgChart1"/>
    <dgm:cxn modelId="{23814A11-23CD-44EF-B4D7-BC45EA492BF5}" type="presParOf" srcId="{91D142F1-A74A-4F73-82AF-8E3F51CB0329}" destId="{50D5E12E-1BC5-4485-A337-C37EA73B412D}" srcOrd="4" destOrd="0" presId="urn:microsoft.com/office/officeart/2005/8/layout/orgChart1"/>
    <dgm:cxn modelId="{33DCE8FA-F5B2-4EDA-98D6-A9C4E23AA2C7}" type="presParOf" srcId="{91D142F1-A74A-4F73-82AF-8E3F51CB0329}" destId="{E792B374-3AB9-44A0-B78D-62C057036DD3}" srcOrd="5" destOrd="0" presId="urn:microsoft.com/office/officeart/2005/8/layout/orgChart1"/>
    <dgm:cxn modelId="{F91A0BD0-867D-4CE4-82DA-CAC07E429CC9}" type="presParOf" srcId="{E792B374-3AB9-44A0-B78D-62C057036DD3}" destId="{A33DFAC4-D8A9-4D0F-8A2F-680858663FE7}" srcOrd="0" destOrd="0" presId="urn:microsoft.com/office/officeart/2005/8/layout/orgChart1"/>
    <dgm:cxn modelId="{331542A4-595A-4656-B80C-127ED93DFEF5}" type="presParOf" srcId="{A33DFAC4-D8A9-4D0F-8A2F-680858663FE7}" destId="{9D8FBD4B-D3BF-4216-A7A4-DBFAD9C4FC5C}" srcOrd="0" destOrd="0" presId="urn:microsoft.com/office/officeart/2005/8/layout/orgChart1"/>
    <dgm:cxn modelId="{FFEFEDDD-143E-42A0-9F82-1CD9BD6718A0}" type="presParOf" srcId="{A33DFAC4-D8A9-4D0F-8A2F-680858663FE7}" destId="{1B04038C-8DC9-4DA0-ACBA-4843BEE99469}" srcOrd="1" destOrd="0" presId="urn:microsoft.com/office/officeart/2005/8/layout/orgChart1"/>
    <dgm:cxn modelId="{3E9982E3-D8B8-4932-9384-AC584DB6E055}" type="presParOf" srcId="{E792B374-3AB9-44A0-B78D-62C057036DD3}" destId="{115C836D-99B8-4A08-A75B-32A34EF6C850}" srcOrd="1" destOrd="0" presId="urn:microsoft.com/office/officeart/2005/8/layout/orgChart1"/>
    <dgm:cxn modelId="{A6B3B5FC-C7FB-4819-A63C-67D1C8A64EAE}" type="presParOf" srcId="{115C836D-99B8-4A08-A75B-32A34EF6C850}" destId="{8D75483F-BD40-45AA-BECC-38C281A51DE1}" srcOrd="0" destOrd="0" presId="urn:microsoft.com/office/officeart/2005/8/layout/orgChart1"/>
    <dgm:cxn modelId="{3BD1CDF2-D640-4957-ABA7-1FFAE67AFCF5}" type="presParOf" srcId="{115C836D-99B8-4A08-A75B-32A34EF6C850}" destId="{E4931D1F-B619-48D0-92B3-DEAE66B61923}" srcOrd="1" destOrd="0" presId="urn:microsoft.com/office/officeart/2005/8/layout/orgChart1"/>
    <dgm:cxn modelId="{4F517D96-3ADC-4002-82C7-D2CC1036F773}" type="presParOf" srcId="{E4931D1F-B619-48D0-92B3-DEAE66B61923}" destId="{CE3D2CA3-FCC7-485B-94BB-C79F1F48EE11}" srcOrd="0" destOrd="0" presId="urn:microsoft.com/office/officeart/2005/8/layout/orgChart1"/>
    <dgm:cxn modelId="{2E68D19A-0F01-40BA-9A07-6F7B2C19701C}" type="presParOf" srcId="{CE3D2CA3-FCC7-485B-94BB-C79F1F48EE11}" destId="{3A7116E8-55DB-4FFA-A6BD-64A10FEB84FA}" srcOrd="0" destOrd="0" presId="urn:microsoft.com/office/officeart/2005/8/layout/orgChart1"/>
    <dgm:cxn modelId="{0D7A0C39-6910-4360-B7C1-B415F81FDF95}" type="presParOf" srcId="{CE3D2CA3-FCC7-485B-94BB-C79F1F48EE11}" destId="{873A0262-24B5-419B-A5A1-F93BFED1C3B5}" srcOrd="1" destOrd="0" presId="urn:microsoft.com/office/officeart/2005/8/layout/orgChart1"/>
    <dgm:cxn modelId="{538C9816-1C04-4BB3-BCC4-C9BDD84E223E}" type="presParOf" srcId="{E4931D1F-B619-48D0-92B3-DEAE66B61923}" destId="{E24BE463-941C-4BC5-8EBE-E4974AB52184}" srcOrd="1" destOrd="0" presId="urn:microsoft.com/office/officeart/2005/8/layout/orgChart1"/>
    <dgm:cxn modelId="{37F14CBB-A9DD-45B9-89FD-5925FFB1CDB0}" type="presParOf" srcId="{E4931D1F-B619-48D0-92B3-DEAE66B61923}" destId="{44EF70FA-59B9-4EFD-AA56-2A5E16534F24}" srcOrd="2" destOrd="0" presId="urn:microsoft.com/office/officeart/2005/8/layout/orgChart1"/>
    <dgm:cxn modelId="{353DE20F-A9D4-47F3-B1D7-40DAB000B779}" type="presParOf" srcId="{115C836D-99B8-4A08-A75B-32A34EF6C850}" destId="{A903D021-09FD-4554-9FA7-2027C9E17D44}" srcOrd="2" destOrd="0" presId="urn:microsoft.com/office/officeart/2005/8/layout/orgChart1"/>
    <dgm:cxn modelId="{5216785A-1391-4665-B83A-8FB49E16B3CB}" type="presParOf" srcId="{115C836D-99B8-4A08-A75B-32A34EF6C850}" destId="{B73A952B-D844-417D-B811-D39497E50238}" srcOrd="3" destOrd="0" presId="urn:microsoft.com/office/officeart/2005/8/layout/orgChart1"/>
    <dgm:cxn modelId="{32C704A9-187D-4599-8EE6-096EA4D73788}" type="presParOf" srcId="{B73A952B-D844-417D-B811-D39497E50238}" destId="{CA76BB70-5A30-4979-BABF-7DC2ED3EB8D0}" srcOrd="0" destOrd="0" presId="urn:microsoft.com/office/officeart/2005/8/layout/orgChart1"/>
    <dgm:cxn modelId="{DECF47F1-13AB-48FC-9CE9-66F18ED8DB59}" type="presParOf" srcId="{CA76BB70-5A30-4979-BABF-7DC2ED3EB8D0}" destId="{82A31243-1168-4EF9-9CA2-9A088FC01CF9}" srcOrd="0" destOrd="0" presId="urn:microsoft.com/office/officeart/2005/8/layout/orgChart1"/>
    <dgm:cxn modelId="{F22D8B62-855A-42C6-824F-91FF1678A761}" type="presParOf" srcId="{CA76BB70-5A30-4979-BABF-7DC2ED3EB8D0}" destId="{D8C48B6E-74E8-4AE1-90CE-56A23ED22BAA}" srcOrd="1" destOrd="0" presId="urn:microsoft.com/office/officeart/2005/8/layout/orgChart1"/>
    <dgm:cxn modelId="{19850E1E-B388-4265-8549-86AECB03A4AA}" type="presParOf" srcId="{B73A952B-D844-417D-B811-D39497E50238}" destId="{4AA8C3E0-A34F-421D-B172-0F37034B75EF}" srcOrd="1" destOrd="0" presId="urn:microsoft.com/office/officeart/2005/8/layout/orgChart1"/>
    <dgm:cxn modelId="{135E13B9-71D7-430A-8E72-37437DEFCC35}" type="presParOf" srcId="{B73A952B-D844-417D-B811-D39497E50238}" destId="{F7258776-B2D2-45C2-A3E6-DBFA029C414F}" srcOrd="2" destOrd="0" presId="urn:microsoft.com/office/officeart/2005/8/layout/orgChart1"/>
    <dgm:cxn modelId="{67808946-2D6C-42D9-8593-7388052A459C}" type="presParOf" srcId="{115C836D-99B8-4A08-A75B-32A34EF6C850}" destId="{D096C7D7-F2D9-4A9D-B2BA-B3D6EAC8ED2D}" srcOrd="4" destOrd="0" presId="urn:microsoft.com/office/officeart/2005/8/layout/orgChart1"/>
    <dgm:cxn modelId="{F26B3FAF-EC24-405A-9F84-9F3B08654939}" type="presParOf" srcId="{115C836D-99B8-4A08-A75B-32A34EF6C850}" destId="{BF1C35A0-20D0-4378-BB70-72FB49562F42}" srcOrd="5" destOrd="0" presId="urn:microsoft.com/office/officeart/2005/8/layout/orgChart1"/>
    <dgm:cxn modelId="{EFF919AF-F1A5-4582-802D-B66C9B61D081}" type="presParOf" srcId="{BF1C35A0-20D0-4378-BB70-72FB49562F42}" destId="{92938978-3073-4D91-8B15-EC44C8239B49}" srcOrd="0" destOrd="0" presId="urn:microsoft.com/office/officeart/2005/8/layout/orgChart1"/>
    <dgm:cxn modelId="{DEE447D0-C514-4C5A-9F90-7632D163ED18}" type="presParOf" srcId="{92938978-3073-4D91-8B15-EC44C8239B49}" destId="{895D360A-224D-4B40-94B4-312CCB94722C}" srcOrd="0" destOrd="0" presId="urn:microsoft.com/office/officeart/2005/8/layout/orgChart1"/>
    <dgm:cxn modelId="{09A27CC8-9173-4644-B083-E60712807FEA}" type="presParOf" srcId="{92938978-3073-4D91-8B15-EC44C8239B49}" destId="{A871E677-40AA-4044-9DDC-16872E57658B}" srcOrd="1" destOrd="0" presId="urn:microsoft.com/office/officeart/2005/8/layout/orgChart1"/>
    <dgm:cxn modelId="{E07D5351-7C2D-4263-8058-687E8CE1A675}" type="presParOf" srcId="{BF1C35A0-20D0-4378-BB70-72FB49562F42}" destId="{7D347E00-7733-4E0C-A0BD-794217E8ADBA}" srcOrd="1" destOrd="0" presId="urn:microsoft.com/office/officeart/2005/8/layout/orgChart1"/>
    <dgm:cxn modelId="{1E1B2AC8-E3C4-4661-9CF6-B55F96465A82}" type="presParOf" srcId="{BF1C35A0-20D0-4378-BB70-72FB49562F42}" destId="{1DC11CB7-DC14-4208-8DE0-047BF4185992}" srcOrd="2" destOrd="0" presId="urn:microsoft.com/office/officeart/2005/8/layout/orgChart1"/>
    <dgm:cxn modelId="{843D5156-FF9E-4F50-A88D-8BC067916CE8}" type="presParOf" srcId="{115C836D-99B8-4A08-A75B-32A34EF6C850}" destId="{30B547B4-DC33-48AF-902A-27F4245C1EC5}" srcOrd="6" destOrd="0" presId="urn:microsoft.com/office/officeart/2005/8/layout/orgChart1"/>
    <dgm:cxn modelId="{6587C563-A448-47CE-8020-95BF78B2522C}" type="presParOf" srcId="{115C836D-99B8-4A08-A75B-32A34EF6C850}" destId="{D1AA2AE5-894F-42D4-A2CD-1B211EA02347}" srcOrd="7" destOrd="0" presId="urn:microsoft.com/office/officeart/2005/8/layout/orgChart1"/>
    <dgm:cxn modelId="{F575F1DB-F984-4100-BCEE-6D09A721D581}" type="presParOf" srcId="{D1AA2AE5-894F-42D4-A2CD-1B211EA02347}" destId="{14ED850A-F1FE-4823-A78C-9ABF82C5FCD9}" srcOrd="0" destOrd="0" presId="urn:microsoft.com/office/officeart/2005/8/layout/orgChart1"/>
    <dgm:cxn modelId="{6B12B9F2-4670-46D9-86F8-5976645FBEFC}" type="presParOf" srcId="{14ED850A-F1FE-4823-A78C-9ABF82C5FCD9}" destId="{F65588CF-A815-4C84-8157-A3340E4459A3}" srcOrd="0" destOrd="0" presId="urn:microsoft.com/office/officeart/2005/8/layout/orgChart1"/>
    <dgm:cxn modelId="{FB7130D5-3B92-4E12-AE9D-AD829780375C}" type="presParOf" srcId="{14ED850A-F1FE-4823-A78C-9ABF82C5FCD9}" destId="{862E6965-44C8-40FB-9F53-B3AAAD86F778}" srcOrd="1" destOrd="0" presId="urn:microsoft.com/office/officeart/2005/8/layout/orgChart1"/>
    <dgm:cxn modelId="{3FE457AA-8EF7-49C2-8BC3-278E3AFE809D}" type="presParOf" srcId="{D1AA2AE5-894F-42D4-A2CD-1B211EA02347}" destId="{33B0FEA3-6D36-44C3-BAEE-13D6E71A6850}" srcOrd="1" destOrd="0" presId="urn:microsoft.com/office/officeart/2005/8/layout/orgChart1"/>
    <dgm:cxn modelId="{2CB62B45-8EF5-4ECC-A350-FDD56842C842}" type="presParOf" srcId="{D1AA2AE5-894F-42D4-A2CD-1B211EA02347}" destId="{26EB4BC8-5E5A-401D-BFAA-F8B935576240}" srcOrd="2" destOrd="0" presId="urn:microsoft.com/office/officeart/2005/8/layout/orgChart1"/>
    <dgm:cxn modelId="{B2C31B51-4AAB-48CE-97B4-E8033EB15D10}" type="presParOf" srcId="{E792B374-3AB9-44A0-B78D-62C057036DD3}" destId="{CC43240C-7318-4821-A992-6D93462C314F}" srcOrd="2" destOrd="0" presId="urn:microsoft.com/office/officeart/2005/8/layout/orgChart1"/>
    <dgm:cxn modelId="{57542605-844D-4FE8-A2A4-730B77E1D6C5}" type="presParOf" srcId="{91D142F1-A74A-4F73-82AF-8E3F51CB0329}" destId="{5785685B-84F1-4724-8AC6-2B6C19F2F560}" srcOrd="6" destOrd="0" presId="urn:microsoft.com/office/officeart/2005/8/layout/orgChart1"/>
    <dgm:cxn modelId="{79AE638A-CFF3-4800-91A2-56286D925B11}" type="presParOf" srcId="{91D142F1-A74A-4F73-82AF-8E3F51CB0329}" destId="{9A8C4DDA-C77D-4F9E-B4AA-677E7F5EA4B0}" srcOrd="7" destOrd="0" presId="urn:microsoft.com/office/officeart/2005/8/layout/orgChart1"/>
    <dgm:cxn modelId="{0A1C0AD5-BC3F-4613-A4CE-F3684FBAE4BA}" type="presParOf" srcId="{9A8C4DDA-C77D-4F9E-B4AA-677E7F5EA4B0}" destId="{CF7F837C-ED9C-4FBB-90D9-6596CBA44418}" srcOrd="0" destOrd="0" presId="urn:microsoft.com/office/officeart/2005/8/layout/orgChart1"/>
    <dgm:cxn modelId="{7474D6F9-58AF-4047-99E8-D48F628D8A9E}" type="presParOf" srcId="{CF7F837C-ED9C-4FBB-90D9-6596CBA44418}" destId="{1F1024CB-4B82-4EA7-A887-74D9DAB0A8B0}" srcOrd="0" destOrd="0" presId="urn:microsoft.com/office/officeart/2005/8/layout/orgChart1"/>
    <dgm:cxn modelId="{74042C83-390A-4E2C-89C2-26C41DFD09BE}" type="presParOf" srcId="{CF7F837C-ED9C-4FBB-90D9-6596CBA44418}" destId="{CA977D67-7005-4A98-A817-86A1C465D5ED}" srcOrd="1" destOrd="0" presId="urn:microsoft.com/office/officeart/2005/8/layout/orgChart1"/>
    <dgm:cxn modelId="{1245E266-F1AA-4DAF-83B1-031FE6485A98}" type="presParOf" srcId="{9A8C4DDA-C77D-4F9E-B4AA-677E7F5EA4B0}" destId="{9D0D5D50-F6D6-4A07-AF72-E821088BB693}" srcOrd="1" destOrd="0" presId="urn:microsoft.com/office/officeart/2005/8/layout/orgChart1"/>
    <dgm:cxn modelId="{9ACE8672-9B50-4394-95F5-4FCBD1AB129E}" type="presParOf" srcId="{9D0D5D50-F6D6-4A07-AF72-E821088BB693}" destId="{A9653A9F-506D-4B1E-9C88-2D9346B053DE}" srcOrd="0" destOrd="0" presId="urn:microsoft.com/office/officeart/2005/8/layout/orgChart1"/>
    <dgm:cxn modelId="{9A65D7C7-FCBC-4E9C-B7CA-8007B2C22FB9}" type="presParOf" srcId="{9D0D5D50-F6D6-4A07-AF72-E821088BB693}" destId="{51FF8E61-72FC-44EB-B390-448A28DE3535}" srcOrd="1" destOrd="0" presId="urn:microsoft.com/office/officeart/2005/8/layout/orgChart1"/>
    <dgm:cxn modelId="{51A524EB-F224-4644-BC23-83A1B9F58789}" type="presParOf" srcId="{51FF8E61-72FC-44EB-B390-448A28DE3535}" destId="{63EE9049-C5B6-4515-B8B5-9A977F5DE625}" srcOrd="0" destOrd="0" presId="urn:microsoft.com/office/officeart/2005/8/layout/orgChart1"/>
    <dgm:cxn modelId="{496D2D43-1F77-4093-9BEA-3715401AEDE7}" type="presParOf" srcId="{63EE9049-C5B6-4515-B8B5-9A977F5DE625}" destId="{3A25F344-BD52-4793-86A0-6CF3744D5194}" srcOrd="0" destOrd="0" presId="urn:microsoft.com/office/officeart/2005/8/layout/orgChart1"/>
    <dgm:cxn modelId="{06591F86-C2A4-4476-8B54-0F09C49771B2}" type="presParOf" srcId="{63EE9049-C5B6-4515-B8B5-9A977F5DE625}" destId="{12C609AE-4D0B-4285-ADC0-0173408B4DA9}" srcOrd="1" destOrd="0" presId="urn:microsoft.com/office/officeart/2005/8/layout/orgChart1"/>
    <dgm:cxn modelId="{00017ADB-1F48-4CEA-998D-3A504A6854FB}" type="presParOf" srcId="{51FF8E61-72FC-44EB-B390-448A28DE3535}" destId="{C60E6C09-9085-4C22-BFBB-B5A66AECC1F5}" srcOrd="1" destOrd="0" presId="urn:microsoft.com/office/officeart/2005/8/layout/orgChart1"/>
    <dgm:cxn modelId="{4A8C9D25-B7A5-4682-8CE7-FB9330A269AF}" type="presParOf" srcId="{51FF8E61-72FC-44EB-B390-448A28DE3535}" destId="{E0F429B3-6A21-4A62-ACF5-379A2EF6CA29}" srcOrd="2" destOrd="0" presId="urn:microsoft.com/office/officeart/2005/8/layout/orgChart1"/>
    <dgm:cxn modelId="{6CC611DB-C499-4A44-A472-4DA4FEFFBB2D}" type="presParOf" srcId="{9D0D5D50-F6D6-4A07-AF72-E821088BB693}" destId="{E1887E96-7798-481C-8911-58E4C16ADEE0}" srcOrd="2" destOrd="0" presId="urn:microsoft.com/office/officeart/2005/8/layout/orgChart1"/>
    <dgm:cxn modelId="{F9EE06E7-5ADE-4677-9013-473D6CA85233}" type="presParOf" srcId="{9D0D5D50-F6D6-4A07-AF72-E821088BB693}" destId="{D4F33DCD-A5DC-4B52-8716-10F1FC22F0F5}" srcOrd="3" destOrd="0" presId="urn:microsoft.com/office/officeart/2005/8/layout/orgChart1"/>
    <dgm:cxn modelId="{959D16F1-29EB-42A7-BD1A-A3557E167A53}" type="presParOf" srcId="{D4F33DCD-A5DC-4B52-8716-10F1FC22F0F5}" destId="{CC48313C-A8A6-4E3D-85BA-7AF2EBEEA6A9}" srcOrd="0" destOrd="0" presId="urn:microsoft.com/office/officeart/2005/8/layout/orgChart1"/>
    <dgm:cxn modelId="{3ED39229-B2F0-4557-AC28-FF0D6959B966}" type="presParOf" srcId="{CC48313C-A8A6-4E3D-85BA-7AF2EBEEA6A9}" destId="{9081067F-21EC-43EE-B4E4-DF6EFDA9E2A6}" srcOrd="0" destOrd="0" presId="urn:microsoft.com/office/officeart/2005/8/layout/orgChart1"/>
    <dgm:cxn modelId="{B4D2981F-4563-4030-B90B-BAB2B5316A68}" type="presParOf" srcId="{CC48313C-A8A6-4E3D-85BA-7AF2EBEEA6A9}" destId="{6FF5731E-BA02-4E15-9A50-3008912526BA}" srcOrd="1" destOrd="0" presId="urn:microsoft.com/office/officeart/2005/8/layout/orgChart1"/>
    <dgm:cxn modelId="{BC6B701D-358D-4552-ACC1-57604B78342F}" type="presParOf" srcId="{D4F33DCD-A5DC-4B52-8716-10F1FC22F0F5}" destId="{3EF7B94B-17E8-42EF-8D8D-4856B218EAC7}" srcOrd="1" destOrd="0" presId="urn:microsoft.com/office/officeart/2005/8/layout/orgChart1"/>
    <dgm:cxn modelId="{08FAFED8-FC43-486E-A53C-0E4EEA15A32B}" type="presParOf" srcId="{D4F33DCD-A5DC-4B52-8716-10F1FC22F0F5}" destId="{CB5A206F-5B4F-43D3-A140-39AAE584A9A8}" srcOrd="2" destOrd="0" presId="urn:microsoft.com/office/officeart/2005/8/layout/orgChart1"/>
    <dgm:cxn modelId="{A4071A33-6374-4ECE-BC2E-4262778D6AA8}" type="presParOf" srcId="{9D0D5D50-F6D6-4A07-AF72-E821088BB693}" destId="{2C0EB640-ED93-4403-A469-FF443F31ABCD}" srcOrd="4" destOrd="0" presId="urn:microsoft.com/office/officeart/2005/8/layout/orgChart1"/>
    <dgm:cxn modelId="{EA465AC8-5999-43D9-B7FE-3F483FA041E3}" type="presParOf" srcId="{9D0D5D50-F6D6-4A07-AF72-E821088BB693}" destId="{C25E14C1-A2CB-4996-AF1C-F11C5D203A62}" srcOrd="5" destOrd="0" presId="urn:microsoft.com/office/officeart/2005/8/layout/orgChart1"/>
    <dgm:cxn modelId="{5A05F4B4-2E12-4B7F-B3DA-DEDCAE403AEA}" type="presParOf" srcId="{C25E14C1-A2CB-4996-AF1C-F11C5D203A62}" destId="{9A39A641-A485-4B9C-AA73-4B7F72AE08E9}" srcOrd="0" destOrd="0" presId="urn:microsoft.com/office/officeart/2005/8/layout/orgChart1"/>
    <dgm:cxn modelId="{38F35E07-AE6C-4782-8A2F-31AE42E6587E}" type="presParOf" srcId="{9A39A641-A485-4B9C-AA73-4B7F72AE08E9}" destId="{8BD6328C-2A8A-4596-84A9-01D2B1ECBD7A}" srcOrd="0" destOrd="0" presId="urn:microsoft.com/office/officeart/2005/8/layout/orgChart1"/>
    <dgm:cxn modelId="{708BF4E2-2712-4A0C-9BE1-6A79CDCBE616}" type="presParOf" srcId="{9A39A641-A485-4B9C-AA73-4B7F72AE08E9}" destId="{EC855E86-B8EF-4618-91E8-5CDB6636E3B5}" srcOrd="1" destOrd="0" presId="urn:microsoft.com/office/officeart/2005/8/layout/orgChart1"/>
    <dgm:cxn modelId="{8177B5DD-16B5-4BCD-88B6-6B999F96726B}" type="presParOf" srcId="{C25E14C1-A2CB-4996-AF1C-F11C5D203A62}" destId="{A57EB1D0-0788-45C4-804B-C33A6EC3A9F5}" srcOrd="1" destOrd="0" presId="urn:microsoft.com/office/officeart/2005/8/layout/orgChart1"/>
    <dgm:cxn modelId="{FB20DADD-6AF7-4A21-8D9E-D4FC0DA0C154}" type="presParOf" srcId="{C25E14C1-A2CB-4996-AF1C-F11C5D203A62}" destId="{05F7EC0C-F947-45F2-AF6F-119BCF6E5F81}" srcOrd="2" destOrd="0" presId="urn:microsoft.com/office/officeart/2005/8/layout/orgChart1"/>
    <dgm:cxn modelId="{BD291056-8F2E-4766-AEFA-AB070DD4A856}" type="presParOf" srcId="{9D0D5D50-F6D6-4A07-AF72-E821088BB693}" destId="{358543DB-164E-4429-B5CE-B197D6F7C1EC}" srcOrd="6" destOrd="0" presId="urn:microsoft.com/office/officeart/2005/8/layout/orgChart1"/>
    <dgm:cxn modelId="{EB280BE2-4459-4A24-914B-35C9C1855B33}" type="presParOf" srcId="{9D0D5D50-F6D6-4A07-AF72-E821088BB693}" destId="{737B5EAA-7AEA-4004-B04D-B24CB8FCF9FE}" srcOrd="7" destOrd="0" presId="urn:microsoft.com/office/officeart/2005/8/layout/orgChart1"/>
    <dgm:cxn modelId="{F53458F3-8B12-430F-8756-3531E9FDCB61}" type="presParOf" srcId="{737B5EAA-7AEA-4004-B04D-B24CB8FCF9FE}" destId="{1DE697D0-1D93-4ECE-929E-8C2E658204D4}" srcOrd="0" destOrd="0" presId="urn:microsoft.com/office/officeart/2005/8/layout/orgChart1"/>
    <dgm:cxn modelId="{CDCBB402-4471-435F-9948-5C5CAFC10BD3}" type="presParOf" srcId="{1DE697D0-1D93-4ECE-929E-8C2E658204D4}" destId="{04846A6D-CA24-4A77-91F2-A4805BE7C39D}" srcOrd="0" destOrd="0" presId="urn:microsoft.com/office/officeart/2005/8/layout/orgChart1"/>
    <dgm:cxn modelId="{E9BA3481-6ED7-4301-AB0A-AD142FD24EA4}" type="presParOf" srcId="{1DE697D0-1D93-4ECE-929E-8C2E658204D4}" destId="{C2D81BE4-2513-4742-BCF4-945DAF313886}" srcOrd="1" destOrd="0" presId="urn:microsoft.com/office/officeart/2005/8/layout/orgChart1"/>
    <dgm:cxn modelId="{FDF738DB-03F3-493C-B8BD-BFDD09EB0560}" type="presParOf" srcId="{737B5EAA-7AEA-4004-B04D-B24CB8FCF9FE}" destId="{3E09C45E-2E17-49CA-A53F-37814331F384}" srcOrd="1" destOrd="0" presId="urn:microsoft.com/office/officeart/2005/8/layout/orgChart1"/>
    <dgm:cxn modelId="{E20C966E-8F43-4C4A-A87B-815C2F2FEB81}" type="presParOf" srcId="{737B5EAA-7AEA-4004-B04D-B24CB8FCF9FE}" destId="{1C185B74-D22E-4497-8E0E-3103513709E0}" srcOrd="2" destOrd="0" presId="urn:microsoft.com/office/officeart/2005/8/layout/orgChart1"/>
    <dgm:cxn modelId="{50B0A44A-1ECB-4BB9-903E-6BD755E5946E}" type="presParOf" srcId="{9D0D5D50-F6D6-4A07-AF72-E821088BB693}" destId="{96DC383A-3B2C-439F-B25E-79C5CF496D01}" srcOrd="8" destOrd="0" presId="urn:microsoft.com/office/officeart/2005/8/layout/orgChart1"/>
    <dgm:cxn modelId="{450E7AE1-560F-495A-B453-21F58DDA2223}" type="presParOf" srcId="{9D0D5D50-F6D6-4A07-AF72-E821088BB693}" destId="{0274BA00-023D-4982-9446-74EF9DD62430}" srcOrd="9" destOrd="0" presId="urn:microsoft.com/office/officeart/2005/8/layout/orgChart1"/>
    <dgm:cxn modelId="{CC29DFA5-B591-42EA-90A7-FAF6BFA749A0}" type="presParOf" srcId="{0274BA00-023D-4982-9446-74EF9DD62430}" destId="{4CE1AB25-198A-4B3D-B2E1-B5FA0F0E6645}" srcOrd="0" destOrd="0" presId="urn:microsoft.com/office/officeart/2005/8/layout/orgChart1"/>
    <dgm:cxn modelId="{CDABE51F-2A11-4B0E-B00D-775317BF21D7}" type="presParOf" srcId="{4CE1AB25-198A-4B3D-B2E1-B5FA0F0E6645}" destId="{CF33084D-290E-4686-94B0-5B0CF4C58AFB}" srcOrd="0" destOrd="0" presId="urn:microsoft.com/office/officeart/2005/8/layout/orgChart1"/>
    <dgm:cxn modelId="{1654C83C-1629-4351-B887-A9809AF50D25}" type="presParOf" srcId="{4CE1AB25-198A-4B3D-B2E1-B5FA0F0E6645}" destId="{00B7D04D-F73F-462A-A5F6-58D6D33830AC}" srcOrd="1" destOrd="0" presId="urn:microsoft.com/office/officeart/2005/8/layout/orgChart1"/>
    <dgm:cxn modelId="{350FC289-FB42-4B45-AC2D-C86D5DA05353}" type="presParOf" srcId="{0274BA00-023D-4982-9446-74EF9DD62430}" destId="{ABD682C5-B45A-40A9-8957-241E2B56BC4E}" srcOrd="1" destOrd="0" presId="urn:microsoft.com/office/officeart/2005/8/layout/orgChart1"/>
    <dgm:cxn modelId="{987A86AC-2047-49F5-A1D8-EA04038DC0E3}" type="presParOf" srcId="{0274BA00-023D-4982-9446-74EF9DD62430}" destId="{9C052B6D-86A6-44E9-A97F-6204E8D1350F}" srcOrd="2" destOrd="0" presId="urn:microsoft.com/office/officeart/2005/8/layout/orgChart1"/>
    <dgm:cxn modelId="{57A79B28-541A-4B40-9542-12FE1438551F}" type="presParOf" srcId="{9D0D5D50-F6D6-4A07-AF72-E821088BB693}" destId="{97CB158E-0003-4167-8247-1D1A689331B2}" srcOrd="10" destOrd="0" presId="urn:microsoft.com/office/officeart/2005/8/layout/orgChart1"/>
    <dgm:cxn modelId="{1F952EFC-3B07-4CAE-8371-6CB72C3EBDA2}" type="presParOf" srcId="{9D0D5D50-F6D6-4A07-AF72-E821088BB693}" destId="{487A6A8C-F40D-440B-933E-3B8F4414145B}" srcOrd="11" destOrd="0" presId="urn:microsoft.com/office/officeart/2005/8/layout/orgChart1"/>
    <dgm:cxn modelId="{73032E98-8420-49CC-B086-F0D58E733C43}" type="presParOf" srcId="{487A6A8C-F40D-440B-933E-3B8F4414145B}" destId="{43F3157B-6083-4176-96F4-BDD78067B73A}" srcOrd="0" destOrd="0" presId="urn:microsoft.com/office/officeart/2005/8/layout/orgChart1"/>
    <dgm:cxn modelId="{56D72ACA-9B05-4045-BCE8-A9A8CE807E30}" type="presParOf" srcId="{43F3157B-6083-4176-96F4-BDD78067B73A}" destId="{0FF1E997-4D8E-4AFB-9BE6-462D98A8DCA1}" srcOrd="0" destOrd="0" presId="urn:microsoft.com/office/officeart/2005/8/layout/orgChart1"/>
    <dgm:cxn modelId="{3DEB3C61-77EC-45CB-967B-4E911EC8668B}" type="presParOf" srcId="{43F3157B-6083-4176-96F4-BDD78067B73A}" destId="{B890B22F-1A8D-4C77-B89F-409BEF19FD6E}" srcOrd="1" destOrd="0" presId="urn:microsoft.com/office/officeart/2005/8/layout/orgChart1"/>
    <dgm:cxn modelId="{4A73F313-BE39-4B23-90B6-38513292AFE8}" type="presParOf" srcId="{487A6A8C-F40D-440B-933E-3B8F4414145B}" destId="{297899F8-04C7-43C5-B885-AB4A010F122F}" srcOrd="1" destOrd="0" presId="urn:microsoft.com/office/officeart/2005/8/layout/orgChart1"/>
    <dgm:cxn modelId="{F7813FDF-24F7-45E6-8A51-7890842DC0BA}" type="presParOf" srcId="{487A6A8C-F40D-440B-933E-3B8F4414145B}" destId="{88F40C92-0177-4136-AE61-F3E9E8BC5CB1}" srcOrd="2" destOrd="0" presId="urn:microsoft.com/office/officeart/2005/8/layout/orgChart1"/>
    <dgm:cxn modelId="{4F106510-6E9C-446F-B0BE-946EA1DCE218}" type="presParOf" srcId="{9D0D5D50-F6D6-4A07-AF72-E821088BB693}" destId="{066D10EF-132E-4B48-ABD8-822A6E71FF74}" srcOrd="12" destOrd="0" presId="urn:microsoft.com/office/officeart/2005/8/layout/orgChart1"/>
    <dgm:cxn modelId="{EBC6A86F-F9F8-40B3-85AB-23DFE9540B53}" type="presParOf" srcId="{9D0D5D50-F6D6-4A07-AF72-E821088BB693}" destId="{24E8D1F5-EADE-46A3-812C-7B5B33FD982F}" srcOrd="13" destOrd="0" presId="urn:microsoft.com/office/officeart/2005/8/layout/orgChart1"/>
    <dgm:cxn modelId="{5F9D3A9B-0D79-4A0A-BE14-21A39E44969E}" type="presParOf" srcId="{24E8D1F5-EADE-46A3-812C-7B5B33FD982F}" destId="{5760864A-9C2D-4A7D-BD28-93655D25DC9B}" srcOrd="0" destOrd="0" presId="urn:microsoft.com/office/officeart/2005/8/layout/orgChart1"/>
    <dgm:cxn modelId="{5C55A1D4-4208-4092-AD9E-F887BD5A51CF}" type="presParOf" srcId="{5760864A-9C2D-4A7D-BD28-93655D25DC9B}" destId="{AD6891F7-C29A-45DA-B0BE-89E4B13C0D0D}" srcOrd="0" destOrd="0" presId="urn:microsoft.com/office/officeart/2005/8/layout/orgChart1"/>
    <dgm:cxn modelId="{26D13BCF-B05E-41F6-A558-9CF4BE41A1C2}" type="presParOf" srcId="{5760864A-9C2D-4A7D-BD28-93655D25DC9B}" destId="{9DF2CA55-4CF9-44A3-8D78-DFAC84F27949}" srcOrd="1" destOrd="0" presId="urn:microsoft.com/office/officeart/2005/8/layout/orgChart1"/>
    <dgm:cxn modelId="{391A7A00-5BF9-429C-A946-58B9419E69B2}" type="presParOf" srcId="{24E8D1F5-EADE-46A3-812C-7B5B33FD982F}" destId="{CEB1098C-D9EB-4122-896C-9947CE67953C}" srcOrd="1" destOrd="0" presId="urn:microsoft.com/office/officeart/2005/8/layout/orgChart1"/>
    <dgm:cxn modelId="{E9CC970B-9F99-42F6-AD23-AE5040F80BE0}" type="presParOf" srcId="{24E8D1F5-EADE-46A3-812C-7B5B33FD982F}" destId="{8F10763D-EA3E-459E-A3F3-13ABE5FDEFCC}" srcOrd="2" destOrd="0" presId="urn:microsoft.com/office/officeart/2005/8/layout/orgChart1"/>
    <dgm:cxn modelId="{DE1C4A5A-BEC8-411C-AE87-4728274CE490}" type="presParOf" srcId="{9A8C4DDA-C77D-4F9E-B4AA-677E7F5EA4B0}" destId="{193F19FF-5A79-4531-AD73-9938403F3EEB}" srcOrd="2" destOrd="0" presId="urn:microsoft.com/office/officeart/2005/8/layout/orgChart1"/>
    <dgm:cxn modelId="{262C1304-24C9-4ADB-846A-4F1AB3960A3D}" type="presParOf" srcId="{E4D47E07-9189-4FE0-AAE7-FD7C853055BE}" destId="{D885C264-A601-47D1-9C8E-0021B0A70B11}" srcOrd="2" destOrd="0" presId="urn:microsoft.com/office/officeart/2005/8/layout/orgChart1"/>
    <dgm:cxn modelId="{21A0678E-5D6F-4C7F-A42C-CE61E329EA39}" type="presParOf" srcId="{1CB62327-0FD1-4229-A831-3E2B2CB1C5CE}" destId="{86E13E42-F057-434E-B579-481CA7B94437}" srcOrd="8" destOrd="0" presId="urn:microsoft.com/office/officeart/2005/8/layout/orgChart1"/>
    <dgm:cxn modelId="{94E4F398-FC0E-4CC0-9441-C5A80CA20B9E}" type="presParOf" srcId="{1CB62327-0FD1-4229-A831-3E2B2CB1C5CE}" destId="{42DAF240-C07A-4F1B-B13F-C016AEED4103}" srcOrd="9" destOrd="0" presId="urn:microsoft.com/office/officeart/2005/8/layout/orgChart1"/>
    <dgm:cxn modelId="{F73D1788-9AD5-446C-9259-3C9AC43F5CB6}" type="presParOf" srcId="{42DAF240-C07A-4F1B-B13F-C016AEED4103}" destId="{8DEDF2BC-BC9E-4596-A042-317A447A4EE2}" srcOrd="0" destOrd="0" presId="urn:microsoft.com/office/officeart/2005/8/layout/orgChart1"/>
    <dgm:cxn modelId="{77AF1F3C-7FF0-4BD6-9E60-4DC8C2D2A854}" type="presParOf" srcId="{8DEDF2BC-BC9E-4596-A042-317A447A4EE2}" destId="{7855F607-F649-4A1C-8242-CFD0F5997E1C}" srcOrd="0" destOrd="0" presId="urn:microsoft.com/office/officeart/2005/8/layout/orgChart1"/>
    <dgm:cxn modelId="{CD51B004-2EF6-4DA9-873B-0F40A3BCA9D0}" type="presParOf" srcId="{8DEDF2BC-BC9E-4596-A042-317A447A4EE2}" destId="{6AFC621E-F1AB-4C61-9E8C-F285ADE6FC8B}" srcOrd="1" destOrd="0" presId="urn:microsoft.com/office/officeart/2005/8/layout/orgChart1"/>
    <dgm:cxn modelId="{E6387DC3-7B30-464E-B55C-363416025086}" type="presParOf" srcId="{42DAF240-C07A-4F1B-B13F-C016AEED4103}" destId="{21681BE9-64A4-47CF-9DF9-5334A3699528}" srcOrd="1" destOrd="0" presId="urn:microsoft.com/office/officeart/2005/8/layout/orgChart1"/>
    <dgm:cxn modelId="{8F10E9D7-B6D8-43D0-8E8F-2153B3155578}" type="presParOf" srcId="{21681BE9-64A4-47CF-9DF9-5334A3699528}" destId="{247CD818-7674-4D57-AB33-31FE508BDF1B}" srcOrd="0" destOrd="0" presId="urn:microsoft.com/office/officeart/2005/8/layout/orgChart1"/>
    <dgm:cxn modelId="{18B2FF2B-DEDB-4550-AED1-11CE3AE0F1E6}" type="presParOf" srcId="{21681BE9-64A4-47CF-9DF9-5334A3699528}" destId="{1A74D002-44B0-4F5A-B4BC-E25E3E6EC622}" srcOrd="1" destOrd="0" presId="urn:microsoft.com/office/officeart/2005/8/layout/orgChart1"/>
    <dgm:cxn modelId="{53865D0C-5301-4EDE-87CE-1A542D9C35FC}" type="presParOf" srcId="{1A74D002-44B0-4F5A-B4BC-E25E3E6EC622}" destId="{285DFB10-865C-4289-98FF-52669FF52422}" srcOrd="0" destOrd="0" presId="urn:microsoft.com/office/officeart/2005/8/layout/orgChart1"/>
    <dgm:cxn modelId="{C9A22347-139A-46EE-97BE-EFE49AC13C78}" type="presParOf" srcId="{285DFB10-865C-4289-98FF-52669FF52422}" destId="{19CB1FD8-9285-4ADD-B1F1-181A7349059E}" srcOrd="0" destOrd="0" presId="urn:microsoft.com/office/officeart/2005/8/layout/orgChart1"/>
    <dgm:cxn modelId="{D7988FDC-1331-4E93-B482-05A90181436D}" type="presParOf" srcId="{285DFB10-865C-4289-98FF-52669FF52422}" destId="{D35EB01D-966B-4D17-8502-348BFB1861C8}" srcOrd="1" destOrd="0" presId="urn:microsoft.com/office/officeart/2005/8/layout/orgChart1"/>
    <dgm:cxn modelId="{5D06CB48-7DA3-4718-99FA-AD0AB8B135E7}" type="presParOf" srcId="{1A74D002-44B0-4F5A-B4BC-E25E3E6EC622}" destId="{0A4AC4B4-F2E9-42A7-8303-5FAA3302024A}" srcOrd="1" destOrd="0" presId="urn:microsoft.com/office/officeart/2005/8/layout/orgChart1"/>
    <dgm:cxn modelId="{C0BD169F-62BF-4CB5-BB69-A8FEDFB3B2BD}" type="presParOf" srcId="{0A4AC4B4-F2E9-42A7-8303-5FAA3302024A}" destId="{3324FBE3-9BEB-46D9-A58B-93EECA65436A}" srcOrd="0" destOrd="0" presId="urn:microsoft.com/office/officeart/2005/8/layout/orgChart1"/>
    <dgm:cxn modelId="{26ADAF9C-41CF-4324-9822-BF1C215EFB39}" type="presParOf" srcId="{0A4AC4B4-F2E9-42A7-8303-5FAA3302024A}" destId="{1072544B-1412-4638-B230-64F1104CEEA5}" srcOrd="1" destOrd="0" presId="urn:microsoft.com/office/officeart/2005/8/layout/orgChart1"/>
    <dgm:cxn modelId="{B39BDCB8-69F8-435A-9FF0-E753276F813C}" type="presParOf" srcId="{1072544B-1412-4638-B230-64F1104CEEA5}" destId="{65F424EF-1889-423A-A781-B18C6F79C5A7}" srcOrd="0" destOrd="0" presId="urn:microsoft.com/office/officeart/2005/8/layout/orgChart1"/>
    <dgm:cxn modelId="{30FE5C52-0C76-4193-9078-AD7819A228E1}" type="presParOf" srcId="{65F424EF-1889-423A-A781-B18C6F79C5A7}" destId="{18893D27-85FD-4D81-986A-FAE256AE5283}" srcOrd="0" destOrd="0" presId="urn:microsoft.com/office/officeart/2005/8/layout/orgChart1"/>
    <dgm:cxn modelId="{17F3647A-6527-428D-8D3F-C8262DD0A73E}" type="presParOf" srcId="{65F424EF-1889-423A-A781-B18C6F79C5A7}" destId="{B2D7F202-65BC-4BA4-8078-EF2743C14C10}" srcOrd="1" destOrd="0" presId="urn:microsoft.com/office/officeart/2005/8/layout/orgChart1"/>
    <dgm:cxn modelId="{989AC14A-6335-4DE4-A03A-F52F58ACC41D}" type="presParOf" srcId="{1072544B-1412-4638-B230-64F1104CEEA5}" destId="{2C287BD5-B9BC-4AB1-B079-8751F62C26AF}" srcOrd="1" destOrd="0" presId="urn:microsoft.com/office/officeart/2005/8/layout/orgChart1"/>
    <dgm:cxn modelId="{F4AD055E-9C4C-4E09-9877-A5012486D43A}" type="presParOf" srcId="{1072544B-1412-4638-B230-64F1104CEEA5}" destId="{A9ADF873-3483-49B1-9CAA-00853A3BE89B}" srcOrd="2" destOrd="0" presId="urn:microsoft.com/office/officeart/2005/8/layout/orgChart1"/>
    <dgm:cxn modelId="{8025228B-A508-4831-B441-5C9E5586B124}" type="presParOf" srcId="{0A4AC4B4-F2E9-42A7-8303-5FAA3302024A}" destId="{3A54350E-1853-47D7-9582-F36806928C54}" srcOrd="2" destOrd="0" presId="urn:microsoft.com/office/officeart/2005/8/layout/orgChart1"/>
    <dgm:cxn modelId="{B0711800-F54B-4E33-9A58-7476FF0DE176}" type="presParOf" srcId="{0A4AC4B4-F2E9-42A7-8303-5FAA3302024A}" destId="{5EED9F7F-E52D-4ED4-8647-F7EB32FD32F2}" srcOrd="3" destOrd="0" presId="urn:microsoft.com/office/officeart/2005/8/layout/orgChart1"/>
    <dgm:cxn modelId="{CF550E97-D298-4110-95D7-6CBC7CAC0B94}" type="presParOf" srcId="{5EED9F7F-E52D-4ED4-8647-F7EB32FD32F2}" destId="{AFBCE0E9-D2D4-454F-94C8-3D603C19DF61}" srcOrd="0" destOrd="0" presId="urn:microsoft.com/office/officeart/2005/8/layout/orgChart1"/>
    <dgm:cxn modelId="{1C327DA7-5C7B-4CF6-8F53-F2BFD02089D6}" type="presParOf" srcId="{AFBCE0E9-D2D4-454F-94C8-3D603C19DF61}" destId="{C6C87969-582C-41D0-8E0F-144F6D275CFE}" srcOrd="0" destOrd="0" presId="urn:microsoft.com/office/officeart/2005/8/layout/orgChart1"/>
    <dgm:cxn modelId="{C5BB5742-62F2-4F1B-998C-BFCEBFCCE470}" type="presParOf" srcId="{AFBCE0E9-D2D4-454F-94C8-3D603C19DF61}" destId="{EB179755-1D6C-4FB0-B1C5-A8F5712C0B75}" srcOrd="1" destOrd="0" presId="urn:microsoft.com/office/officeart/2005/8/layout/orgChart1"/>
    <dgm:cxn modelId="{ADCB844E-4E95-422A-9525-8002DD98253D}" type="presParOf" srcId="{5EED9F7F-E52D-4ED4-8647-F7EB32FD32F2}" destId="{A46A7A0F-6B43-4630-B307-08B29F0F8096}" srcOrd="1" destOrd="0" presId="urn:microsoft.com/office/officeart/2005/8/layout/orgChart1"/>
    <dgm:cxn modelId="{A7F948DD-624C-4202-9C38-85B301BDBA34}" type="presParOf" srcId="{5EED9F7F-E52D-4ED4-8647-F7EB32FD32F2}" destId="{0BA9C5A2-0FA9-49F0-A4EB-F0968510DE5E}" srcOrd="2" destOrd="0" presId="urn:microsoft.com/office/officeart/2005/8/layout/orgChart1"/>
    <dgm:cxn modelId="{5403E2EB-2A7B-441A-A5D9-B9D6F379D474}" type="presParOf" srcId="{1A74D002-44B0-4F5A-B4BC-E25E3E6EC622}" destId="{064CFD7C-9725-4F00-82DC-366101390351}" srcOrd="2" destOrd="0" presId="urn:microsoft.com/office/officeart/2005/8/layout/orgChart1"/>
    <dgm:cxn modelId="{F994A1DB-1A2B-4730-BC83-6FDDB7E04C83}" type="presParOf" srcId="{21681BE9-64A4-47CF-9DF9-5334A3699528}" destId="{6473B8B7-D903-4BEB-8078-48BD33B06A84}" srcOrd="2" destOrd="0" presId="urn:microsoft.com/office/officeart/2005/8/layout/orgChart1"/>
    <dgm:cxn modelId="{C890EB09-DB18-4B70-A10B-99E42CFF3A57}" type="presParOf" srcId="{21681BE9-64A4-47CF-9DF9-5334A3699528}" destId="{EF503902-C85B-4590-A429-09342BC760B7}" srcOrd="3" destOrd="0" presId="urn:microsoft.com/office/officeart/2005/8/layout/orgChart1"/>
    <dgm:cxn modelId="{E1B9A13A-9B6D-4506-ACB5-594085A5EE2C}" type="presParOf" srcId="{EF503902-C85B-4590-A429-09342BC760B7}" destId="{9277B929-85C7-47FA-AE64-F3EDC4B6C29F}" srcOrd="0" destOrd="0" presId="urn:microsoft.com/office/officeart/2005/8/layout/orgChart1"/>
    <dgm:cxn modelId="{2EA871EE-8301-47D9-8162-9D3B204B2BEE}" type="presParOf" srcId="{9277B929-85C7-47FA-AE64-F3EDC4B6C29F}" destId="{3C069D16-5F26-4666-927B-E8E99D25D0C4}" srcOrd="0" destOrd="0" presId="urn:microsoft.com/office/officeart/2005/8/layout/orgChart1"/>
    <dgm:cxn modelId="{4760E4D3-930B-43DD-AA93-C96248B9057D}" type="presParOf" srcId="{9277B929-85C7-47FA-AE64-F3EDC4B6C29F}" destId="{48A5C700-C21B-44E0-B506-D56EA2BF2F63}" srcOrd="1" destOrd="0" presId="urn:microsoft.com/office/officeart/2005/8/layout/orgChart1"/>
    <dgm:cxn modelId="{A39E8097-66F3-4516-B876-4074A5629DD9}" type="presParOf" srcId="{EF503902-C85B-4590-A429-09342BC760B7}" destId="{341D18BB-AB95-4D7D-BCF9-07FCBC47E408}" srcOrd="1" destOrd="0" presId="urn:microsoft.com/office/officeart/2005/8/layout/orgChart1"/>
    <dgm:cxn modelId="{EC248341-2CDC-4FAB-9C59-AAF14896E0C7}" type="presParOf" srcId="{341D18BB-AB95-4D7D-BCF9-07FCBC47E408}" destId="{0B6A3BD1-EA7E-427B-9972-9053F8B84B7C}" srcOrd="0" destOrd="0" presId="urn:microsoft.com/office/officeart/2005/8/layout/orgChart1"/>
    <dgm:cxn modelId="{62D95106-635D-4829-8DF5-8BC700F253F1}" type="presParOf" srcId="{341D18BB-AB95-4D7D-BCF9-07FCBC47E408}" destId="{40134D81-F7E8-4D4D-ACD4-9DA2FA15D808}" srcOrd="1" destOrd="0" presId="urn:microsoft.com/office/officeart/2005/8/layout/orgChart1"/>
    <dgm:cxn modelId="{B22BC657-A77D-4E1C-8B91-66DBF2B2A3D2}" type="presParOf" srcId="{40134D81-F7E8-4D4D-ACD4-9DA2FA15D808}" destId="{25AE3D51-80FB-4915-AF95-177A2B9F35DD}" srcOrd="0" destOrd="0" presId="urn:microsoft.com/office/officeart/2005/8/layout/orgChart1"/>
    <dgm:cxn modelId="{F18B0F64-FF31-465B-A23A-BFD3614D9662}" type="presParOf" srcId="{25AE3D51-80FB-4915-AF95-177A2B9F35DD}" destId="{68BC0370-760A-493D-8475-5B55B90884DD}" srcOrd="0" destOrd="0" presId="urn:microsoft.com/office/officeart/2005/8/layout/orgChart1"/>
    <dgm:cxn modelId="{B22B5B5E-D345-4275-AEE8-B72B010E0B8E}" type="presParOf" srcId="{25AE3D51-80FB-4915-AF95-177A2B9F35DD}" destId="{A1C05B3F-A229-4C01-9B8B-F15366A44256}" srcOrd="1" destOrd="0" presId="urn:microsoft.com/office/officeart/2005/8/layout/orgChart1"/>
    <dgm:cxn modelId="{D0CB97DB-088F-4CD9-AB47-9CF73C38BBA8}" type="presParOf" srcId="{40134D81-F7E8-4D4D-ACD4-9DA2FA15D808}" destId="{5367CD27-0717-4B18-A2CB-E8927D9FFC20}" srcOrd="1" destOrd="0" presId="urn:microsoft.com/office/officeart/2005/8/layout/orgChart1"/>
    <dgm:cxn modelId="{63C77910-E7E7-4271-B7BE-32CAB81C1249}" type="presParOf" srcId="{40134D81-F7E8-4D4D-ACD4-9DA2FA15D808}" destId="{4CC6CAB2-99AC-4A08-A041-B3E9AB31F5B5}" srcOrd="2" destOrd="0" presId="urn:microsoft.com/office/officeart/2005/8/layout/orgChart1"/>
    <dgm:cxn modelId="{9FEA0958-6A0D-4D0D-B576-043A82D99743}" type="presParOf" srcId="{341D18BB-AB95-4D7D-BCF9-07FCBC47E408}" destId="{53317CB7-E4EB-48C9-8876-3045CD5C06AB}" srcOrd="2" destOrd="0" presId="urn:microsoft.com/office/officeart/2005/8/layout/orgChart1"/>
    <dgm:cxn modelId="{62476FBC-8C26-48A3-BDA1-75FAC6D2CB4A}" type="presParOf" srcId="{341D18BB-AB95-4D7D-BCF9-07FCBC47E408}" destId="{EDF7A0BC-6B9C-4FC9-B5BD-9FE5E82AB47D}" srcOrd="3" destOrd="0" presId="urn:microsoft.com/office/officeart/2005/8/layout/orgChart1"/>
    <dgm:cxn modelId="{45C0212C-91F2-421E-AD8F-61C5A4C75CF0}" type="presParOf" srcId="{EDF7A0BC-6B9C-4FC9-B5BD-9FE5E82AB47D}" destId="{E8AC61BF-8952-438E-B50E-89D33B42D28F}" srcOrd="0" destOrd="0" presId="urn:microsoft.com/office/officeart/2005/8/layout/orgChart1"/>
    <dgm:cxn modelId="{952D91A1-B536-4EB9-BAF7-D66F132B1E56}" type="presParOf" srcId="{E8AC61BF-8952-438E-B50E-89D33B42D28F}" destId="{8D83F992-CFFD-4F04-9711-C128DE347E1C}" srcOrd="0" destOrd="0" presId="urn:microsoft.com/office/officeart/2005/8/layout/orgChart1"/>
    <dgm:cxn modelId="{440531E7-60D9-438E-834A-82FF444A13FF}" type="presParOf" srcId="{E8AC61BF-8952-438E-B50E-89D33B42D28F}" destId="{4CEC53A9-1BB8-4ED1-BBB0-2608EE3B26B9}" srcOrd="1" destOrd="0" presId="urn:microsoft.com/office/officeart/2005/8/layout/orgChart1"/>
    <dgm:cxn modelId="{DA5ADBB8-D23B-475F-8650-E6540F3F0E38}" type="presParOf" srcId="{EDF7A0BC-6B9C-4FC9-B5BD-9FE5E82AB47D}" destId="{5F483764-8794-49F8-86D4-3E4A285B3A51}" srcOrd="1" destOrd="0" presId="urn:microsoft.com/office/officeart/2005/8/layout/orgChart1"/>
    <dgm:cxn modelId="{01F6D2F4-F42E-4841-8A99-C1588FE44577}" type="presParOf" srcId="{EDF7A0BC-6B9C-4FC9-B5BD-9FE5E82AB47D}" destId="{EF5622A8-78DC-489B-B9B8-6EF875EB4E59}" srcOrd="2" destOrd="0" presId="urn:microsoft.com/office/officeart/2005/8/layout/orgChart1"/>
    <dgm:cxn modelId="{E97BC684-3355-4595-9706-C863FDD8FEC7}" type="presParOf" srcId="{341D18BB-AB95-4D7D-BCF9-07FCBC47E408}" destId="{AFAC94F1-8541-41D4-A295-3A264E413962}" srcOrd="4" destOrd="0" presId="urn:microsoft.com/office/officeart/2005/8/layout/orgChart1"/>
    <dgm:cxn modelId="{47C3A20A-ACC8-44A2-BB19-C8C7F1B91E00}" type="presParOf" srcId="{341D18BB-AB95-4D7D-BCF9-07FCBC47E408}" destId="{1667F988-3097-4F48-AB0A-C90EC68FE84B}" srcOrd="5" destOrd="0" presId="urn:microsoft.com/office/officeart/2005/8/layout/orgChart1"/>
    <dgm:cxn modelId="{E1E276F8-0A91-48D5-A81B-DB3755749D41}" type="presParOf" srcId="{1667F988-3097-4F48-AB0A-C90EC68FE84B}" destId="{29BD196D-8ED1-4693-8E2B-7CCDBCDA67C7}" srcOrd="0" destOrd="0" presId="urn:microsoft.com/office/officeart/2005/8/layout/orgChart1"/>
    <dgm:cxn modelId="{E7CE6C14-86EB-4930-BAF4-AA31635DAF5B}" type="presParOf" srcId="{29BD196D-8ED1-4693-8E2B-7CCDBCDA67C7}" destId="{62BDE472-D2E5-4D98-8065-8A8AA00A3FCB}" srcOrd="0" destOrd="0" presId="urn:microsoft.com/office/officeart/2005/8/layout/orgChart1"/>
    <dgm:cxn modelId="{07E280A9-083B-4517-98E8-0419DECD2EC9}" type="presParOf" srcId="{29BD196D-8ED1-4693-8E2B-7CCDBCDA67C7}" destId="{E7B9D866-DE2F-4EB9-ACAA-79E910BB2B6B}" srcOrd="1" destOrd="0" presId="urn:microsoft.com/office/officeart/2005/8/layout/orgChart1"/>
    <dgm:cxn modelId="{5D60B48A-1B25-4DF6-916C-42766ACABA2D}" type="presParOf" srcId="{1667F988-3097-4F48-AB0A-C90EC68FE84B}" destId="{7BCC0AB1-8284-4E5D-99C8-24CB2FC95500}" srcOrd="1" destOrd="0" presId="urn:microsoft.com/office/officeart/2005/8/layout/orgChart1"/>
    <dgm:cxn modelId="{907934F5-C529-4660-8AE2-0C8DD62AFAA1}" type="presParOf" srcId="{1667F988-3097-4F48-AB0A-C90EC68FE84B}" destId="{BA599DA7-1258-4861-8A29-126D310C50CC}" srcOrd="2" destOrd="0" presId="urn:microsoft.com/office/officeart/2005/8/layout/orgChart1"/>
    <dgm:cxn modelId="{F0922AA0-EEE2-43BC-8299-699D5F6D5C0F}" type="presParOf" srcId="{EF503902-C85B-4590-A429-09342BC760B7}" destId="{94B64E74-A212-44DD-A42A-FEA19829527D}" srcOrd="2" destOrd="0" presId="urn:microsoft.com/office/officeart/2005/8/layout/orgChart1"/>
    <dgm:cxn modelId="{B3CD29C8-73CD-4092-84FB-04D69D771F61}" type="presParOf" srcId="{42DAF240-C07A-4F1B-B13F-C016AEED4103}" destId="{F9F03A6C-1786-47A0-89C2-500A7F9ACE9C}" srcOrd="2" destOrd="0" presId="urn:microsoft.com/office/officeart/2005/8/layout/orgChart1"/>
    <dgm:cxn modelId="{BC75E206-4507-4C79-A88E-8B52F02952C2}" type="presParOf" srcId="{1CB62327-0FD1-4229-A831-3E2B2CB1C5CE}" destId="{23F65F17-5CF9-4BCB-98DA-E50DCE4F89EE}" srcOrd="10" destOrd="0" presId="urn:microsoft.com/office/officeart/2005/8/layout/orgChart1"/>
    <dgm:cxn modelId="{5FEC27CA-BC05-4E8B-A406-F0AAC8C329C8}" type="presParOf" srcId="{1CB62327-0FD1-4229-A831-3E2B2CB1C5CE}" destId="{946FE5AE-943F-4A5D-BE9A-C10DEEA72389}" srcOrd="11" destOrd="0" presId="urn:microsoft.com/office/officeart/2005/8/layout/orgChart1"/>
    <dgm:cxn modelId="{3B3B0F0A-791E-41CE-9CCF-7415F6225EA5}" type="presParOf" srcId="{946FE5AE-943F-4A5D-BE9A-C10DEEA72389}" destId="{995173BC-9087-4AF5-8954-53C3600EEAF8}" srcOrd="0" destOrd="0" presId="urn:microsoft.com/office/officeart/2005/8/layout/orgChart1"/>
    <dgm:cxn modelId="{3E1E3DA8-1DA0-45EB-B42C-DDFCFD7B734F}" type="presParOf" srcId="{995173BC-9087-4AF5-8954-53C3600EEAF8}" destId="{DF57A70F-4118-425C-B49E-9AE0F399B300}" srcOrd="0" destOrd="0" presId="urn:microsoft.com/office/officeart/2005/8/layout/orgChart1"/>
    <dgm:cxn modelId="{80C2442C-3A16-49FF-B2B2-B1D4CAF2B60B}" type="presParOf" srcId="{995173BC-9087-4AF5-8954-53C3600EEAF8}" destId="{306EC41F-EF42-446B-BBFE-BF3ECF409250}" srcOrd="1" destOrd="0" presId="urn:microsoft.com/office/officeart/2005/8/layout/orgChart1"/>
    <dgm:cxn modelId="{9487ED89-12D1-4753-888F-967A41440430}" type="presParOf" srcId="{946FE5AE-943F-4A5D-BE9A-C10DEEA72389}" destId="{7CF74E5A-D16B-4021-9B2C-DD5DE0918F40}" srcOrd="1" destOrd="0" presId="urn:microsoft.com/office/officeart/2005/8/layout/orgChart1"/>
    <dgm:cxn modelId="{62E4FC25-2EA2-45DC-BB4F-28C964A69170}" type="presParOf" srcId="{7CF74E5A-D16B-4021-9B2C-DD5DE0918F40}" destId="{015A0A70-6F5B-4026-A646-09379C8C9E14}" srcOrd="0" destOrd="0" presId="urn:microsoft.com/office/officeart/2005/8/layout/orgChart1"/>
    <dgm:cxn modelId="{07284D45-BEF8-4408-9AF8-EB321E84DE39}" type="presParOf" srcId="{7CF74E5A-D16B-4021-9B2C-DD5DE0918F40}" destId="{543F9022-A62E-4217-AB5D-6E1C4F1143A5}" srcOrd="1" destOrd="0" presId="urn:microsoft.com/office/officeart/2005/8/layout/orgChart1"/>
    <dgm:cxn modelId="{042BE7E9-2D71-4E47-AC91-11C96D852E90}" type="presParOf" srcId="{543F9022-A62E-4217-AB5D-6E1C4F1143A5}" destId="{C92112E1-78F9-4448-81A3-5C9259A9746A}" srcOrd="0" destOrd="0" presId="urn:microsoft.com/office/officeart/2005/8/layout/orgChart1"/>
    <dgm:cxn modelId="{472727B8-A159-4883-B1FE-236A0A75CB00}" type="presParOf" srcId="{C92112E1-78F9-4448-81A3-5C9259A9746A}" destId="{EF02F379-6705-4358-BAEA-38F31EDF02C5}" srcOrd="0" destOrd="0" presId="urn:microsoft.com/office/officeart/2005/8/layout/orgChart1"/>
    <dgm:cxn modelId="{818E3AE1-C262-48DD-BF04-EA8684F7B035}" type="presParOf" srcId="{C92112E1-78F9-4448-81A3-5C9259A9746A}" destId="{30E92D82-93E1-4C71-8848-7FBC250CD8B4}" srcOrd="1" destOrd="0" presId="urn:microsoft.com/office/officeart/2005/8/layout/orgChart1"/>
    <dgm:cxn modelId="{551B9010-DFC3-47A4-9BD9-6429778151FD}" type="presParOf" srcId="{543F9022-A62E-4217-AB5D-6E1C4F1143A5}" destId="{7310FC5E-C841-4BB3-B86F-1300B0620628}" srcOrd="1" destOrd="0" presId="urn:microsoft.com/office/officeart/2005/8/layout/orgChart1"/>
    <dgm:cxn modelId="{8BCB015D-EC9E-4DEA-8A68-D85E7E44B111}" type="presParOf" srcId="{7310FC5E-C841-4BB3-B86F-1300B0620628}" destId="{4A98F412-6FB3-4F70-A393-D70F0A6E36FC}" srcOrd="0" destOrd="0" presId="urn:microsoft.com/office/officeart/2005/8/layout/orgChart1"/>
    <dgm:cxn modelId="{3CD1D8BE-AB82-42DF-B6A7-12193AD040F7}" type="presParOf" srcId="{7310FC5E-C841-4BB3-B86F-1300B0620628}" destId="{F197340B-4795-4ABA-8AE2-BD48E81EBE01}" srcOrd="1" destOrd="0" presId="urn:microsoft.com/office/officeart/2005/8/layout/orgChart1"/>
    <dgm:cxn modelId="{67BC79C0-FC5E-450F-981B-10E86DD933A4}" type="presParOf" srcId="{F197340B-4795-4ABA-8AE2-BD48E81EBE01}" destId="{0F6E336E-CEF3-4496-BE4D-72CFD6EAE9AE}" srcOrd="0" destOrd="0" presId="urn:microsoft.com/office/officeart/2005/8/layout/orgChart1"/>
    <dgm:cxn modelId="{DC1EB423-B785-4D30-BB2F-93C6D29659CD}" type="presParOf" srcId="{0F6E336E-CEF3-4496-BE4D-72CFD6EAE9AE}" destId="{DD410301-E1EE-46EC-AF67-F4F66606C3A8}" srcOrd="0" destOrd="0" presId="urn:microsoft.com/office/officeart/2005/8/layout/orgChart1"/>
    <dgm:cxn modelId="{C2F89335-EB3C-433E-B3A5-A6C85378BDB2}" type="presParOf" srcId="{0F6E336E-CEF3-4496-BE4D-72CFD6EAE9AE}" destId="{A3D2AA69-9926-4B20-90B3-821BCEFCD761}" srcOrd="1" destOrd="0" presId="urn:microsoft.com/office/officeart/2005/8/layout/orgChart1"/>
    <dgm:cxn modelId="{BE51BFC2-B020-4E21-8D7F-6B1FA38BDD5A}" type="presParOf" srcId="{F197340B-4795-4ABA-8AE2-BD48E81EBE01}" destId="{DE2E0FAF-B344-4F73-AF64-9FE4F77C8A94}" srcOrd="1" destOrd="0" presId="urn:microsoft.com/office/officeart/2005/8/layout/orgChart1"/>
    <dgm:cxn modelId="{7B9A75AA-AA02-49B9-8689-37D5AEB459CA}" type="presParOf" srcId="{F197340B-4795-4ABA-8AE2-BD48E81EBE01}" destId="{2ED88250-8AEC-4FEA-A48F-87641B28542E}" srcOrd="2" destOrd="0" presId="urn:microsoft.com/office/officeart/2005/8/layout/orgChart1"/>
    <dgm:cxn modelId="{9B51F35B-8731-47D6-A704-3808F9CCBC8E}" type="presParOf" srcId="{7310FC5E-C841-4BB3-B86F-1300B0620628}" destId="{41045B27-E354-4E68-AC55-DA9455993696}" srcOrd="2" destOrd="0" presId="urn:microsoft.com/office/officeart/2005/8/layout/orgChart1"/>
    <dgm:cxn modelId="{FDAE25B8-F93E-4727-86A1-48101FB5887B}" type="presParOf" srcId="{7310FC5E-C841-4BB3-B86F-1300B0620628}" destId="{2D58A37C-1B64-4332-85B0-29B1ACCB6844}" srcOrd="3" destOrd="0" presId="urn:microsoft.com/office/officeart/2005/8/layout/orgChart1"/>
    <dgm:cxn modelId="{A08DEFAE-FE00-4BCA-B293-E0173A252AB7}" type="presParOf" srcId="{2D58A37C-1B64-4332-85B0-29B1ACCB6844}" destId="{1C1F9730-7227-40DC-BF72-4AB8B5F36D8C}" srcOrd="0" destOrd="0" presId="urn:microsoft.com/office/officeart/2005/8/layout/orgChart1"/>
    <dgm:cxn modelId="{D5DF4B3D-01F3-42B1-90ED-891388AC1261}" type="presParOf" srcId="{1C1F9730-7227-40DC-BF72-4AB8B5F36D8C}" destId="{2AC4AD08-A3C3-4CEF-93F0-9D1653ABE179}" srcOrd="0" destOrd="0" presId="urn:microsoft.com/office/officeart/2005/8/layout/orgChart1"/>
    <dgm:cxn modelId="{3585A5C1-952C-45FB-AD37-E9C1BFD487E2}" type="presParOf" srcId="{1C1F9730-7227-40DC-BF72-4AB8B5F36D8C}" destId="{27A12324-65AC-43F8-9CC3-B26D71E4E3EA}" srcOrd="1" destOrd="0" presId="urn:microsoft.com/office/officeart/2005/8/layout/orgChart1"/>
    <dgm:cxn modelId="{95D25BD8-DFD3-49D5-8869-14B847961E8E}" type="presParOf" srcId="{2D58A37C-1B64-4332-85B0-29B1ACCB6844}" destId="{366D4BCE-E415-41CA-BAE4-F91BE18BDEB4}" srcOrd="1" destOrd="0" presId="urn:microsoft.com/office/officeart/2005/8/layout/orgChart1"/>
    <dgm:cxn modelId="{B173DCE5-5DF6-42D1-8452-7E8398D8B75E}" type="presParOf" srcId="{2D58A37C-1B64-4332-85B0-29B1ACCB6844}" destId="{2E97C95E-BF27-4812-A735-A57B3F4F95E6}" srcOrd="2" destOrd="0" presId="urn:microsoft.com/office/officeart/2005/8/layout/orgChart1"/>
    <dgm:cxn modelId="{1C06DFDD-62E5-40DC-BDC7-A243674CD7C3}" type="presParOf" srcId="{543F9022-A62E-4217-AB5D-6E1C4F1143A5}" destId="{8BFAEA91-B763-43A1-A296-D4D62582E909}" srcOrd="2" destOrd="0" presId="urn:microsoft.com/office/officeart/2005/8/layout/orgChart1"/>
    <dgm:cxn modelId="{72B4796D-BF7C-4286-B8D9-8B3328CB357E}" type="presParOf" srcId="{7CF74E5A-D16B-4021-9B2C-DD5DE0918F40}" destId="{ED0F161D-8A88-435C-B7F2-049E81F5CDA4}" srcOrd="2" destOrd="0" presId="urn:microsoft.com/office/officeart/2005/8/layout/orgChart1"/>
    <dgm:cxn modelId="{6C78ED00-0F21-4A5C-BECC-6AC654C16308}" type="presParOf" srcId="{7CF74E5A-D16B-4021-9B2C-DD5DE0918F40}" destId="{785E140D-8B84-4981-AB94-29DDF13E0994}" srcOrd="3" destOrd="0" presId="urn:microsoft.com/office/officeart/2005/8/layout/orgChart1"/>
    <dgm:cxn modelId="{438CB825-D190-4086-A195-94FC58A39AB8}" type="presParOf" srcId="{785E140D-8B84-4981-AB94-29DDF13E0994}" destId="{7DC480F6-D963-408F-A975-FD58DEBCE931}" srcOrd="0" destOrd="0" presId="urn:microsoft.com/office/officeart/2005/8/layout/orgChart1"/>
    <dgm:cxn modelId="{48B41762-E98D-47E3-87E3-D20D6E60C316}" type="presParOf" srcId="{7DC480F6-D963-408F-A975-FD58DEBCE931}" destId="{9072CE03-EC66-49D4-95C7-440B77FB085E}" srcOrd="0" destOrd="0" presId="urn:microsoft.com/office/officeart/2005/8/layout/orgChart1"/>
    <dgm:cxn modelId="{D4979AA9-F63D-475A-B1EB-39E49F2BD262}" type="presParOf" srcId="{7DC480F6-D963-408F-A975-FD58DEBCE931}" destId="{F2801C29-F7D7-4516-BDDA-B98B143EB68D}" srcOrd="1" destOrd="0" presId="urn:microsoft.com/office/officeart/2005/8/layout/orgChart1"/>
    <dgm:cxn modelId="{93B74A00-A473-4549-B9CE-4DCC2902BB0F}" type="presParOf" srcId="{785E140D-8B84-4981-AB94-29DDF13E0994}" destId="{830825EC-ADC5-43A5-A163-2C90407AB76B}" srcOrd="1" destOrd="0" presId="urn:microsoft.com/office/officeart/2005/8/layout/orgChart1"/>
    <dgm:cxn modelId="{A8D0A9E1-9789-44B1-BA28-7ECF2FC581C3}" type="presParOf" srcId="{830825EC-ADC5-43A5-A163-2C90407AB76B}" destId="{66D126F4-F55C-4069-A060-CBF68DE4C324}" srcOrd="0" destOrd="0" presId="urn:microsoft.com/office/officeart/2005/8/layout/orgChart1"/>
    <dgm:cxn modelId="{3FEBE1C1-9BF2-44B5-9762-4866A0740D4A}" type="presParOf" srcId="{830825EC-ADC5-43A5-A163-2C90407AB76B}" destId="{97BBC55B-7E02-47E9-814C-9EA6EF34BF9B}" srcOrd="1" destOrd="0" presId="urn:microsoft.com/office/officeart/2005/8/layout/orgChart1"/>
    <dgm:cxn modelId="{76C2767F-B187-4924-B182-57169EB7F7A2}" type="presParOf" srcId="{97BBC55B-7E02-47E9-814C-9EA6EF34BF9B}" destId="{45E25F9E-C52B-4A71-8B6D-6B52E7D66E79}" srcOrd="0" destOrd="0" presId="urn:microsoft.com/office/officeart/2005/8/layout/orgChart1"/>
    <dgm:cxn modelId="{CCB4C300-F3AE-47C4-82DB-3E520D4E9963}" type="presParOf" srcId="{45E25F9E-C52B-4A71-8B6D-6B52E7D66E79}" destId="{D809740E-F67B-4A99-9A82-ADB9AED0C675}" srcOrd="0" destOrd="0" presId="urn:microsoft.com/office/officeart/2005/8/layout/orgChart1"/>
    <dgm:cxn modelId="{AA636094-7CC0-4399-9DC3-68C1FB73C996}" type="presParOf" srcId="{45E25F9E-C52B-4A71-8B6D-6B52E7D66E79}" destId="{CE6E1814-6670-4092-9E6A-BB0C31DD9DF7}" srcOrd="1" destOrd="0" presId="urn:microsoft.com/office/officeart/2005/8/layout/orgChart1"/>
    <dgm:cxn modelId="{DE14AE8B-2140-4482-8044-DACC568102EE}" type="presParOf" srcId="{97BBC55B-7E02-47E9-814C-9EA6EF34BF9B}" destId="{EBCE3489-EF18-434C-8513-C2125DA2C66B}" srcOrd="1" destOrd="0" presId="urn:microsoft.com/office/officeart/2005/8/layout/orgChart1"/>
    <dgm:cxn modelId="{4BF7C89E-B114-4EED-BBC0-13EB00A780FA}" type="presParOf" srcId="{97BBC55B-7E02-47E9-814C-9EA6EF34BF9B}" destId="{65228D5B-B1B9-40A0-9C3A-FC53880DE479}" srcOrd="2" destOrd="0" presId="urn:microsoft.com/office/officeart/2005/8/layout/orgChart1"/>
    <dgm:cxn modelId="{80DF4E18-7802-414B-B5E6-7D28AB531B5E}" type="presParOf" srcId="{830825EC-ADC5-43A5-A163-2C90407AB76B}" destId="{EC569ECB-FBBA-4B8D-AA35-0DBC6226BAC2}" srcOrd="2" destOrd="0" presId="urn:microsoft.com/office/officeart/2005/8/layout/orgChart1"/>
    <dgm:cxn modelId="{51E4329D-18D9-47FD-8095-6A4783509B64}" type="presParOf" srcId="{830825EC-ADC5-43A5-A163-2C90407AB76B}" destId="{B11A2DA7-42F8-4364-BD67-FBBC8EF1648E}" srcOrd="3" destOrd="0" presId="urn:microsoft.com/office/officeart/2005/8/layout/orgChart1"/>
    <dgm:cxn modelId="{DFAEA54E-3FFE-481A-8084-B4ED8BEA6241}" type="presParOf" srcId="{B11A2DA7-42F8-4364-BD67-FBBC8EF1648E}" destId="{F9FF1424-01B3-4889-A21D-D1C847C977D4}" srcOrd="0" destOrd="0" presId="urn:microsoft.com/office/officeart/2005/8/layout/orgChart1"/>
    <dgm:cxn modelId="{A8BF62E0-32AE-4C4D-8D7F-A1947F433A17}" type="presParOf" srcId="{F9FF1424-01B3-4889-A21D-D1C847C977D4}" destId="{448C74A6-B7AC-48F8-8A14-E476E33976F7}" srcOrd="0" destOrd="0" presId="urn:microsoft.com/office/officeart/2005/8/layout/orgChart1"/>
    <dgm:cxn modelId="{592F0DCB-6639-4140-8BEB-20571807AE8D}" type="presParOf" srcId="{F9FF1424-01B3-4889-A21D-D1C847C977D4}" destId="{BFCD37DC-4976-41B6-890F-51F7757E9DE1}" srcOrd="1" destOrd="0" presId="urn:microsoft.com/office/officeart/2005/8/layout/orgChart1"/>
    <dgm:cxn modelId="{492E76CA-D43C-4174-80AA-49C0E421B24A}" type="presParOf" srcId="{B11A2DA7-42F8-4364-BD67-FBBC8EF1648E}" destId="{46C368CF-C66E-4453-8FD9-408F77DB6494}" srcOrd="1" destOrd="0" presId="urn:microsoft.com/office/officeart/2005/8/layout/orgChart1"/>
    <dgm:cxn modelId="{FC77C731-FB9F-40FA-A252-4A866D26889C}" type="presParOf" srcId="{B11A2DA7-42F8-4364-BD67-FBBC8EF1648E}" destId="{2DE963E5-35A2-47A1-8F3F-FAA6C292CB8B}" srcOrd="2" destOrd="0" presId="urn:microsoft.com/office/officeart/2005/8/layout/orgChart1"/>
    <dgm:cxn modelId="{F348FDA0-8600-44DA-A5AF-671EBD7DDAE7}" type="presParOf" srcId="{830825EC-ADC5-43A5-A163-2C90407AB76B}" destId="{16219092-F126-4FF7-AC26-149774884DCC}" srcOrd="4" destOrd="0" presId="urn:microsoft.com/office/officeart/2005/8/layout/orgChart1"/>
    <dgm:cxn modelId="{53795A79-C736-4E06-83B1-A56013B8200A}" type="presParOf" srcId="{830825EC-ADC5-43A5-A163-2C90407AB76B}" destId="{9630338D-F7D8-4DEB-9D45-F5DFEA49196A}" srcOrd="5" destOrd="0" presId="urn:microsoft.com/office/officeart/2005/8/layout/orgChart1"/>
    <dgm:cxn modelId="{98089A59-F342-470D-BBCB-4801B43E6697}" type="presParOf" srcId="{9630338D-F7D8-4DEB-9D45-F5DFEA49196A}" destId="{8D5C9666-234E-4AD6-84FE-321EDEAC27F4}" srcOrd="0" destOrd="0" presId="urn:microsoft.com/office/officeart/2005/8/layout/orgChart1"/>
    <dgm:cxn modelId="{AD4B3E02-9F2C-4648-94E2-1131F70FAF7B}" type="presParOf" srcId="{8D5C9666-234E-4AD6-84FE-321EDEAC27F4}" destId="{4D54C749-2505-4BE1-A0EC-38DA103C8555}" srcOrd="0" destOrd="0" presId="urn:microsoft.com/office/officeart/2005/8/layout/orgChart1"/>
    <dgm:cxn modelId="{72AAD074-295F-4481-AF6E-8810C3251BBB}" type="presParOf" srcId="{8D5C9666-234E-4AD6-84FE-321EDEAC27F4}" destId="{BC6BFE54-83DE-48A9-926D-4BE7124DA1FE}" srcOrd="1" destOrd="0" presId="urn:microsoft.com/office/officeart/2005/8/layout/orgChart1"/>
    <dgm:cxn modelId="{310356A1-2630-4273-8F61-11C64D64B8FC}" type="presParOf" srcId="{9630338D-F7D8-4DEB-9D45-F5DFEA49196A}" destId="{3B552FFC-4046-44BF-83F7-81D3D2FC7306}" srcOrd="1" destOrd="0" presId="urn:microsoft.com/office/officeart/2005/8/layout/orgChart1"/>
    <dgm:cxn modelId="{3283E66C-ED5F-42F7-A2CE-D940D2D7109B}" type="presParOf" srcId="{9630338D-F7D8-4DEB-9D45-F5DFEA49196A}" destId="{ADA47D05-432E-4B59-A147-9EB159923915}" srcOrd="2" destOrd="0" presId="urn:microsoft.com/office/officeart/2005/8/layout/orgChart1"/>
    <dgm:cxn modelId="{41CE127A-A7FD-46A3-95D5-B52B4477636E}" type="presParOf" srcId="{830825EC-ADC5-43A5-A163-2C90407AB76B}" destId="{B50A8118-87B6-41DD-989D-B3753A4F21B1}" srcOrd="6" destOrd="0" presId="urn:microsoft.com/office/officeart/2005/8/layout/orgChart1"/>
    <dgm:cxn modelId="{7F8616A2-D5BB-4120-849B-8112216052D0}" type="presParOf" srcId="{830825EC-ADC5-43A5-A163-2C90407AB76B}" destId="{C5260387-B38C-4250-9486-8C2367F58153}" srcOrd="7" destOrd="0" presId="urn:microsoft.com/office/officeart/2005/8/layout/orgChart1"/>
    <dgm:cxn modelId="{FD81AA15-7BBC-4E9F-86B2-3F133AF6D8A0}" type="presParOf" srcId="{C5260387-B38C-4250-9486-8C2367F58153}" destId="{5BEAE24C-7FDD-4593-8E3E-344A8CFCEFD3}" srcOrd="0" destOrd="0" presId="urn:microsoft.com/office/officeart/2005/8/layout/orgChart1"/>
    <dgm:cxn modelId="{7AE378DC-F6A1-45CD-BF23-C12A39567378}" type="presParOf" srcId="{5BEAE24C-7FDD-4593-8E3E-344A8CFCEFD3}" destId="{D4325C78-374B-4BCC-96E9-846444032CD6}" srcOrd="0" destOrd="0" presId="urn:microsoft.com/office/officeart/2005/8/layout/orgChart1"/>
    <dgm:cxn modelId="{C7E99620-B2B0-46DE-8CB3-16AD83B5C4E1}" type="presParOf" srcId="{5BEAE24C-7FDD-4593-8E3E-344A8CFCEFD3}" destId="{BEB7AA70-2970-4528-B33A-EBB9D62328FD}" srcOrd="1" destOrd="0" presId="urn:microsoft.com/office/officeart/2005/8/layout/orgChart1"/>
    <dgm:cxn modelId="{71340BE8-99FA-4AE7-8FE0-706A70104E54}" type="presParOf" srcId="{C5260387-B38C-4250-9486-8C2367F58153}" destId="{37596A64-DD92-4CD3-9F16-1C7D951BFE57}" srcOrd="1" destOrd="0" presId="urn:microsoft.com/office/officeart/2005/8/layout/orgChart1"/>
    <dgm:cxn modelId="{AEF6AF21-DB5C-4EFC-A0EA-6C92C8098C0A}" type="presParOf" srcId="{C5260387-B38C-4250-9486-8C2367F58153}" destId="{08ED37D3-E147-4ABF-8B95-77B420A7E1EF}" srcOrd="2" destOrd="0" presId="urn:microsoft.com/office/officeart/2005/8/layout/orgChart1"/>
    <dgm:cxn modelId="{7C160469-5E10-49CD-B201-924242120E28}" type="presParOf" srcId="{785E140D-8B84-4981-AB94-29DDF13E0994}" destId="{E5FB701E-D08F-47C6-86F3-9E83607A53B9}" srcOrd="2" destOrd="0" presId="urn:microsoft.com/office/officeart/2005/8/layout/orgChart1"/>
    <dgm:cxn modelId="{B6C9C0AE-AE9D-4CC8-B5CE-810F8B6B9946}" type="presParOf" srcId="{7CF74E5A-D16B-4021-9B2C-DD5DE0918F40}" destId="{971AD3FE-5143-4A23-9594-6F0B95F32A35}" srcOrd="4" destOrd="0" presId="urn:microsoft.com/office/officeart/2005/8/layout/orgChart1"/>
    <dgm:cxn modelId="{9F2996D7-CE05-4320-B3F5-65CAEF7DC68C}" type="presParOf" srcId="{7CF74E5A-D16B-4021-9B2C-DD5DE0918F40}" destId="{811DF168-E81F-4D99-AEAB-1968EE8020FC}" srcOrd="5" destOrd="0" presId="urn:microsoft.com/office/officeart/2005/8/layout/orgChart1"/>
    <dgm:cxn modelId="{E4B76BEB-834E-4C4E-8C22-35396497EA77}" type="presParOf" srcId="{811DF168-E81F-4D99-AEAB-1968EE8020FC}" destId="{CF0AFD5D-8D81-4704-831C-E62F2D64BF85}" srcOrd="0" destOrd="0" presId="urn:microsoft.com/office/officeart/2005/8/layout/orgChart1"/>
    <dgm:cxn modelId="{DE69EAB9-36B8-4757-9ED0-BD89B232073E}" type="presParOf" srcId="{CF0AFD5D-8D81-4704-831C-E62F2D64BF85}" destId="{1888A706-966D-4201-8565-CDAD09D33126}" srcOrd="0" destOrd="0" presId="urn:microsoft.com/office/officeart/2005/8/layout/orgChart1"/>
    <dgm:cxn modelId="{0DC20A3E-C476-4ADE-A888-8F94430CFA96}" type="presParOf" srcId="{CF0AFD5D-8D81-4704-831C-E62F2D64BF85}" destId="{988013AD-40D7-4016-A048-D71A6100082E}" srcOrd="1" destOrd="0" presId="urn:microsoft.com/office/officeart/2005/8/layout/orgChart1"/>
    <dgm:cxn modelId="{00E05EC8-2BAF-49D5-A958-6213F738560E}" type="presParOf" srcId="{811DF168-E81F-4D99-AEAB-1968EE8020FC}" destId="{CAC0E2C4-F04D-475D-BA05-AC9BC1587019}" srcOrd="1" destOrd="0" presId="urn:microsoft.com/office/officeart/2005/8/layout/orgChart1"/>
    <dgm:cxn modelId="{7B7BCA1B-D725-495E-B610-B0798EB5104E}" type="presParOf" srcId="{CAC0E2C4-F04D-475D-BA05-AC9BC1587019}" destId="{67857AA2-E066-40FE-9020-E47B8BB26EA9}" srcOrd="0" destOrd="0" presId="urn:microsoft.com/office/officeart/2005/8/layout/orgChart1"/>
    <dgm:cxn modelId="{E7968ED3-4D9A-4501-8640-D1ADA0434B67}" type="presParOf" srcId="{CAC0E2C4-F04D-475D-BA05-AC9BC1587019}" destId="{2DA793FB-5843-43DB-93B8-433F715B5662}" srcOrd="1" destOrd="0" presId="urn:microsoft.com/office/officeart/2005/8/layout/orgChart1"/>
    <dgm:cxn modelId="{64CADA44-1114-4D50-BE12-420D34AFF0F1}" type="presParOf" srcId="{2DA793FB-5843-43DB-93B8-433F715B5662}" destId="{AECDFCDE-E228-4841-95BA-48CB71ED58C3}" srcOrd="0" destOrd="0" presId="urn:microsoft.com/office/officeart/2005/8/layout/orgChart1"/>
    <dgm:cxn modelId="{9E444E3D-5E11-4494-B6B1-1FD5F55AC112}" type="presParOf" srcId="{AECDFCDE-E228-4841-95BA-48CB71ED58C3}" destId="{42F86B3E-B55E-40C8-A3C0-E5D4C0678630}" srcOrd="0" destOrd="0" presId="urn:microsoft.com/office/officeart/2005/8/layout/orgChart1"/>
    <dgm:cxn modelId="{B2DF1362-61AC-4A0C-BD21-1DB343B19DB1}" type="presParOf" srcId="{AECDFCDE-E228-4841-95BA-48CB71ED58C3}" destId="{B0466266-8188-4F7E-A80F-05CAB5A293A0}" srcOrd="1" destOrd="0" presId="urn:microsoft.com/office/officeart/2005/8/layout/orgChart1"/>
    <dgm:cxn modelId="{8A26F439-B891-41E9-AA71-BA57736CC3F7}" type="presParOf" srcId="{2DA793FB-5843-43DB-93B8-433F715B5662}" destId="{BC98C8A5-E84F-4279-809F-5748C5EFECDC}" srcOrd="1" destOrd="0" presId="urn:microsoft.com/office/officeart/2005/8/layout/orgChart1"/>
    <dgm:cxn modelId="{CA65C551-0D37-4F21-9565-EB4DE7054CB1}" type="presParOf" srcId="{2DA793FB-5843-43DB-93B8-433F715B5662}" destId="{33101A54-65CA-48EA-BC94-3860CEAF08AC}" srcOrd="2" destOrd="0" presId="urn:microsoft.com/office/officeart/2005/8/layout/orgChart1"/>
    <dgm:cxn modelId="{DDAA594A-AEE0-465B-A052-EE03AE668C2B}" type="presParOf" srcId="{CAC0E2C4-F04D-475D-BA05-AC9BC1587019}" destId="{A85646F6-E1F5-4227-874D-122E8FE9F3AF}" srcOrd="2" destOrd="0" presId="urn:microsoft.com/office/officeart/2005/8/layout/orgChart1"/>
    <dgm:cxn modelId="{D296861C-F9C0-4122-8869-C01870166DE1}" type="presParOf" srcId="{CAC0E2C4-F04D-475D-BA05-AC9BC1587019}" destId="{4821CE98-C079-448E-A100-7B59E2DE1899}" srcOrd="3" destOrd="0" presId="urn:microsoft.com/office/officeart/2005/8/layout/orgChart1"/>
    <dgm:cxn modelId="{1C7F4AB5-C72A-497B-AD15-87EBD352BD29}" type="presParOf" srcId="{4821CE98-C079-448E-A100-7B59E2DE1899}" destId="{4E7CF24E-1B02-40FF-AB17-C67EB9D58472}" srcOrd="0" destOrd="0" presId="urn:microsoft.com/office/officeart/2005/8/layout/orgChart1"/>
    <dgm:cxn modelId="{887D30E6-4F2A-4594-8A30-E18A068450CA}" type="presParOf" srcId="{4E7CF24E-1B02-40FF-AB17-C67EB9D58472}" destId="{82EF8E96-C2F1-4FDF-B51E-ECE62193C074}" srcOrd="0" destOrd="0" presId="urn:microsoft.com/office/officeart/2005/8/layout/orgChart1"/>
    <dgm:cxn modelId="{C869BFBF-CC02-4E97-986F-9AB9B2C1C633}" type="presParOf" srcId="{4E7CF24E-1B02-40FF-AB17-C67EB9D58472}" destId="{4F6FF22E-DB99-4F19-97C3-D9A5B86F5E4F}" srcOrd="1" destOrd="0" presId="urn:microsoft.com/office/officeart/2005/8/layout/orgChart1"/>
    <dgm:cxn modelId="{0A8BE9E1-81D4-4706-8EEF-040AD35C9050}" type="presParOf" srcId="{4821CE98-C079-448E-A100-7B59E2DE1899}" destId="{3BEE829F-8B65-4FB7-895A-09431348ECA1}" srcOrd="1" destOrd="0" presId="urn:microsoft.com/office/officeart/2005/8/layout/orgChart1"/>
    <dgm:cxn modelId="{343FEE6E-9878-443D-A00C-15A164861E43}" type="presParOf" srcId="{4821CE98-C079-448E-A100-7B59E2DE1899}" destId="{62D95EF4-36E5-4413-BEA0-A7FA17D2FE57}" srcOrd="2" destOrd="0" presId="urn:microsoft.com/office/officeart/2005/8/layout/orgChart1"/>
    <dgm:cxn modelId="{AFDA4CFD-32F2-45F4-A005-0A7ED9212401}" type="presParOf" srcId="{CAC0E2C4-F04D-475D-BA05-AC9BC1587019}" destId="{079608FD-0187-4A7A-9D72-6E465AF5B90D}" srcOrd="4" destOrd="0" presId="urn:microsoft.com/office/officeart/2005/8/layout/orgChart1"/>
    <dgm:cxn modelId="{D4009A13-98B3-4E44-AEA0-F0A370A0F3B1}" type="presParOf" srcId="{CAC0E2C4-F04D-475D-BA05-AC9BC1587019}" destId="{FD064A97-69D8-4B83-8CFA-BA8554D79025}" srcOrd="5" destOrd="0" presId="urn:microsoft.com/office/officeart/2005/8/layout/orgChart1"/>
    <dgm:cxn modelId="{25631BC4-D676-491C-AD5B-E4B96B6C51D9}" type="presParOf" srcId="{FD064A97-69D8-4B83-8CFA-BA8554D79025}" destId="{154D0346-2559-4D95-8C9E-B6F39DE4B305}" srcOrd="0" destOrd="0" presId="urn:microsoft.com/office/officeart/2005/8/layout/orgChart1"/>
    <dgm:cxn modelId="{BDE71CE9-D8B2-4996-9FF5-09A18622730C}" type="presParOf" srcId="{154D0346-2559-4D95-8C9E-B6F39DE4B305}" destId="{F72F4ED8-66CB-4B1A-97F7-52AB0D3CBF1A}" srcOrd="0" destOrd="0" presId="urn:microsoft.com/office/officeart/2005/8/layout/orgChart1"/>
    <dgm:cxn modelId="{6978ECDD-CD1E-411E-90A8-8A25B98BE344}" type="presParOf" srcId="{154D0346-2559-4D95-8C9E-B6F39DE4B305}" destId="{909160E5-F87A-4D00-87C7-6B8E06830254}" srcOrd="1" destOrd="0" presId="urn:microsoft.com/office/officeart/2005/8/layout/orgChart1"/>
    <dgm:cxn modelId="{B6222222-D033-45B7-B417-D613E377F04D}" type="presParOf" srcId="{FD064A97-69D8-4B83-8CFA-BA8554D79025}" destId="{D84ACBD9-89EE-466B-9AA7-A9DC634A9EC9}" srcOrd="1" destOrd="0" presId="urn:microsoft.com/office/officeart/2005/8/layout/orgChart1"/>
    <dgm:cxn modelId="{F01866E5-886D-4A5E-AD3A-0123A13753F1}" type="presParOf" srcId="{FD064A97-69D8-4B83-8CFA-BA8554D79025}" destId="{38B163F6-374B-4AD1-9B92-869C56380B42}" srcOrd="2" destOrd="0" presId="urn:microsoft.com/office/officeart/2005/8/layout/orgChart1"/>
    <dgm:cxn modelId="{0B7DEA10-4CDC-4366-ABF6-A75D29D3355A}" type="presParOf" srcId="{CAC0E2C4-F04D-475D-BA05-AC9BC1587019}" destId="{A22CB990-007E-4BB4-AEA1-8662FB4F8738}" srcOrd="6" destOrd="0" presId="urn:microsoft.com/office/officeart/2005/8/layout/orgChart1"/>
    <dgm:cxn modelId="{3EE34327-D7BD-4189-A4AB-CEA686F0BEFC}" type="presParOf" srcId="{CAC0E2C4-F04D-475D-BA05-AC9BC1587019}" destId="{4C5904DE-25D6-4F29-A516-F7D56CA4276C}" srcOrd="7" destOrd="0" presId="urn:microsoft.com/office/officeart/2005/8/layout/orgChart1"/>
    <dgm:cxn modelId="{538930B6-3EBF-40F0-BC63-AF09B2603EBD}" type="presParOf" srcId="{4C5904DE-25D6-4F29-A516-F7D56CA4276C}" destId="{7810087E-0688-489E-AAE2-EABEA77EBEE1}" srcOrd="0" destOrd="0" presId="urn:microsoft.com/office/officeart/2005/8/layout/orgChart1"/>
    <dgm:cxn modelId="{F4C69631-E83D-4EF4-AA5F-612A52BFE1C3}" type="presParOf" srcId="{7810087E-0688-489E-AAE2-EABEA77EBEE1}" destId="{EAFE3BBC-7FAA-417D-9E49-0B835333EB80}" srcOrd="0" destOrd="0" presId="urn:microsoft.com/office/officeart/2005/8/layout/orgChart1"/>
    <dgm:cxn modelId="{96082933-BF83-4288-BEEA-C0AB684E0224}" type="presParOf" srcId="{7810087E-0688-489E-AAE2-EABEA77EBEE1}" destId="{F7FD3C38-184F-4F9C-A66F-B92099D3A6AC}" srcOrd="1" destOrd="0" presId="urn:microsoft.com/office/officeart/2005/8/layout/orgChart1"/>
    <dgm:cxn modelId="{9E6005A9-2343-4FDE-964A-48D8B959A5F7}" type="presParOf" srcId="{4C5904DE-25D6-4F29-A516-F7D56CA4276C}" destId="{CD19F9AC-D9C9-44BE-8989-D430439C10F4}" srcOrd="1" destOrd="0" presId="urn:microsoft.com/office/officeart/2005/8/layout/orgChart1"/>
    <dgm:cxn modelId="{6C9AEE64-A224-4008-A062-F3E20EE019D4}" type="presParOf" srcId="{4C5904DE-25D6-4F29-A516-F7D56CA4276C}" destId="{03C15974-378C-4600-956B-3008C6E15CE3}" srcOrd="2" destOrd="0" presId="urn:microsoft.com/office/officeart/2005/8/layout/orgChart1"/>
    <dgm:cxn modelId="{70E3E883-DA4F-4CB8-8101-3E0B95DF2041}" type="presParOf" srcId="{CAC0E2C4-F04D-475D-BA05-AC9BC1587019}" destId="{DFAC34C5-C045-4EE4-A382-C26D8275F85C}" srcOrd="8" destOrd="0" presId="urn:microsoft.com/office/officeart/2005/8/layout/orgChart1"/>
    <dgm:cxn modelId="{FA86CD46-3031-4939-859B-E9F10531FD55}" type="presParOf" srcId="{CAC0E2C4-F04D-475D-BA05-AC9BC1587019}" destId="{DA0D8A3F-6D43-4286-BECA-179C0D702C2F}" srcOrd="9" destOrd="0" presId="urn:microsoft.com/office/officeart/2005/8/layout/orgChart1"/>
    <dgm:cxn modelId="{46B618DE-DBB8-42B3-81AE-D3E2A394CC39}" type="presParOf" srcId="{DA0D8A3F-6D43-4286-BECA-179C0D702C2F}" destId="{19C59C3D-A687-4354-981E-9980C987A321}" srcOrd="0" destOrd="0" presId="urn:microsoft.com/office/officeart/2005/8/layout/orgChart1"/>
    <dgm:cxn modelId="{928F34C6-A6A7-4F5E-B781-58BC57EAA312}" type="presParOf" srcId="{19C59C3D-A687-4354-981E-9980C987A321}" destId="{2747EDAE-1392-44B5-A5CC-DEC4626DB26F}" srcOrd="0" destOrd="0" presId="urn:microsoft.com/office/officeart/2005/8/layout/orgChart1"/>
    <dgm:cxn modelId="{9F41636A-AF80-4220-ACB3-95657C956A05}" type="presParOf" srcId="{19C59C3D-A687-4354-981E-9980C987A321}" destId="{CF1B6FE1-6501-4B4B-8431-B35F1C83B394}" srcOrd="1" destOrd="0" presId="urn:microsoft.com/office/officeart/2005/8/layout/orgChart1"/>
    <dgm:cxn modelId="{761FBC19-FC4A-4327-9977-68C8337FDA49}" type="presParOf" srcId="{DA0D8A3F-6D43-4286-BECA-179C0D702C2F}" destId="{B01847C0-7DEF-4C4E-956C-ED8F8E2F6B85}" srcOrd="1" destOrd="0" presId="urn:microsoft.com/office/officeart/2005/8/layout/orgChart1"/>
    <dgm:cxn modelId="{52E250B6-BDDD-477A-A820-F1CD9596747B}" type="presParOf" srcId="{DA0D8A3F-6D43-4286-BECA-179C0D702C2F}" destId="{D5E07177-F498-410A-B1D9-2D3E299781D2}" srcOrd="2" destOrd="0" presId="urn:microsoft.com/office/officeart/2005/8/layout/orgChart1"/>
    <dgm:cxn modelId="{0AC720E2-0083-4C94-A969-67ABBA2FA424}" type="presParOf" srcId="{CAC0E2C4-F04D-475D-BA05-AC9BC1587019}" destId="{C36AFC6F-75A1-44A3-8DAF-2A75A318C22F}" srcOrd="10" destOrd="0" presId="urn:microsoft.com/office/officeart/2005/8/layout/orgChart1"/>
    <dgm:cxn modelId="{6C72D35E-6AE1-4521-AAC3-C7DF60F1AF8F}" type="presParOf" srcId="{CAC0E2C4-F04D-475D-BA05-AC9BC1587019}" destId="{80407C6E-C1AA-44C5-B2AE-62CC752B20C0}" srcOrd="11" destOrd="0" presId="urn:microsoft.com/office/officeart/2005/8/layout/orgChart1"/>
    <dgm:cxn modelId="{0A9A3D77-6CA8-46C8-9D23-B000625AAF0C}" type="presParOf" srcId="{80407C6E-C1AA-44C5-B2AE-62CC752B20C0}" destId="{D8D8E16C-DEC8-42C2-829E-DD21FD01FD10}" srcOrd="0" destOrd="0" presId="urn:microsoft.com/office/officeart/2005/8/layout/orgChart1"/>
    <dgm:cxn modelId="{A01E3A4D-846B-496F-A3B0-3AE18FB9470A}" type="presParOf" srcId="{D8D8E16C-DEC8-42C2-829E-DD21FD01FD10}" destId="{EE4497B8-F70A-4DBA-9C2B-EB18649F20DC}" srcOrd="0" destOrd="0" presId="urn:microsoft.com/office/officeart/2005/8/layout/orgChart1"/>
    <dgm:cxn modelId="{D5317FF7-EC47-4C50-94B5-FAF606BF82D5}" type="presParOf" srcId="{D8D8E16C-DEC8-42C2-829E-DD21FD01FD10}" destId="{9F957AAA-A4C6-44C6-8434-913CB67E98F4}" srcOrd="1" destOrd="0" presId="urn:microsoft.com/office/officeart/2005/8/layout/orgChart1"/>
    <dgm:cxn modelId="{FE9F10B7-CFF9-45B1-91A0-8633C197B11D}" type="presParOf" srcId="{80407C6E-C1AA-44C5-B2AE-62CC752B20C0}" destId="{29FD87CC-8960-4435-9A54-960C5F254BE6}" srcOrd="1" destOrd="0" presId="urn:microsoft.com/office/officeart/2005/8/layout/orgChart1"/>
    <dgm:cxn modelId="{3FCFF71D-7A02-41B7-A3AA-0BCEF4C5C655}" type="presParOf" srcId="{80407C6E-C1AA-44C5-B2AE-62CC752B20C0}" destId="{DC11BAD8-0B2A-4348-8CFF-2C02779854E7}" srcOrd="2" destOrd="0" presId="urn:microsoft.com/office/officeart/2005/8/layout/orgChart1"/>
    <dgm:cxn modelId="{7DDB132D-9609-4505-9E50-6896FD02D87A}" type="presParOf" srcId="{CAC0E2C4-F04D-475D-BA05-AC9BC1587019}" destId="{9922B42C-B788-4C2E-8523-D537B3109055}" srcOrd="12" destOrd="0" presId="urn:microsoft.com/office/officeart/2005/8/layout/orgChart1"/>
    <dgm:cxn modelId="{C91D1765-CEA5-4C8E-AEB3-02A6A4B184A3}" type="presParOf" srcId="{CAC0E2C4-F04D-475D-BA05-AC9BC1587019}" destId="{B0A3D824-7F33-4970-A6C9-9AA6B3669AB9}" srcOrd="13" destOrd="0" presId="urn:microsoft.com/office/officeart/2005/8/layout/orgChart1"/>
    <dgm:cxn modelId="{2CF6B321-970D-49D4-AC9E-0E3E67D912A2}" type="presParOf" srcId="{B0A3D824-7F33-4970-A6C9-9AA6B3669AB9}" destId="{2FB4572A-EB18-4356-AFEB-59249ECBD202}" srcOrd="0" destOrd="0" presId="urn:microsoft.com/office/officeart/2005/8/layout/orgChart1"/>
    <dgm:cxn modelId="{6EFDCD01-6CD0-4879-96B4-425BA91052CF}" type="presParOf" srcId="{2FB4572A-EB18-4356-AFEB-59249ECBD202}" destId="{F45412BF-1AEC-4462-AA9C-76048F8044FE}" srcOrd="0" destOrd="0" presId="urn:microsoft.com/office/officeart/2005/8/layout/orgChart1"/>
    <dgm:cxn modelId="{B3BC825B-71BA-4D6E-9D57-179CDE342846}" type="presParOf" srcId="{2FB4572A-EB18-4356-AFEB-59249ECBD202}" destId="{EEA6FBEC-7019-4CCD-BCE3-A8F37091A7D8}" srcOrd="1" destOrd="0" presId="urn:microsoft.com/office/officeart/2005/8/layout/orgChart1"/>
    <dgm:cxn modelId="{3C8DABC4-61A2-45B9-9775-D08962BD5D02}" type="presParOf" srcId="{B0A3D824-7F33-4970-A6C9-9AA6B3669AB9}" destId="{6BDE2A79-EAE2-47C7-8150-6AD9774068E9}" srcOrd="1" destOrd="0" presId="urn:microsoft.com/office/officeart/2005/8/layout/orgChart1"/>
    <dgm:cxn modelId="{06498AE8-29DB-4D02-8591-C34DC3FB9C5D}" type="presParOf" srcId="{B0A3D824-7F33-4970-A6C9-9AA6B3669AB9}" destId="{BF4B16EF-F0DC-4D14-A8E3-16451FE538E5}" srcOrd="2" destOrd="0" presId="urn:microsoft.com/office/officeart/2005/8/layout/orgChart1"/>
    <dgm:cxn modelId="{C24E9234-07B7-4798-8CE6-EA994201E5BB}" type="presParOf" srcId="{CAC0E2C4-F04D-475D-BA05-AC9BC1587019}" destId="{1A56A355-70DD-44E5-AA25-CCBC635E1DDF}" srcOrd="14" destOrd="0" presId="urn:microsoft.com/office/officeart/2005/8/layout/orgChart1"/>
    <dgm:cxn modelId="{38B64F54-29FA-49E5-BD40-4D886A05D410}" type="presParOf" srcId="{CAC0E2C4-F04D-475D-BA05-AC9BC1587019}" destId="{D5BAC7D1-251F-44F4-B72A-E89605A77D7E}" srcOrd="15" destOrd="0" presId="urn:microsoft.com/office/officeart/2005/8/layout/orgChart1"/>
    <dgm:cxn modelId="{8623DB92-FCC8-4E21-905A-BC8559C69332}" type="presParOf" srcId="{D5BAC7D1-251F-44F4-B72A-E89605A77D7E}" destId="{19B25A09-6AB2-4624-9F58-A8A2A614717C}" srcOrd="0" destOrd="0" presId="urn:microsoft.com/office/officeart/2005/8/layout/orgChart1"/>
    <dgm:cxn modelId="{AEC2B31A-B5D1-4317-9A62-6BDE0CC6E6B5}" type="presParOf" srcId="{19B25A09-6AB2-4624-9F58-A8A2A614717C}" destId="{5C7D6648-6E08-4669-9B57-255C9DBE1DAD}" srcOrd="0" destOrd="0" presId="urn:microsoft.com/office/officeart/2005/8/layout/orgChart1"/>
    <dgm:cxn modelId="{0786D222-D22C-435A-98E4-790FABB68E5C}" type="presParOf" srcId="{19B25A09-6AB2-4624-9F58-A8A2A614717C}" destId="{30A45D71-1354-49B5-8FF6-DFBF02A2B625}" srcOrd="1" destOrd="0" presId="urn:microsoft.com/office/officeart/2005/8/layout/orgChart1"/>
    <dgm:cxn modelId="{B693930B-2D31-4559-B32B-F324E91C2340}" type="presParOf" srcId="{D5BAC7D1-251F-44F4-B72A-E89605A77D7E}" destId="{017C0B36-D393-4CE2-98E3-81284BC03EAF}" srcOrd="1" destOrd="0" presId="urn:microsoft.com/office/officeart/2005/8/layout/orgChart1"/>
    <dgm:cxn modelId="{9D71E286-DB8B-4C15-8359-CCE2984E00DB}" type="presParOf" srcId="{D5BAC7D1-251F-44F4-B72A-E89605A77D7E}" destId="{8718BC36-213D-4E7E-8747-FA8EBABB4F26}" srcOrd="2" destOrd="0" presId="urn:microsoft.com/office/officeart/2005/8/layout/orgChart1"/>
    <dgm:cxn modelId="{EB86147C-200C-4DDB-8009-3927952A8F49}" type="presParOf" srcId="{CAC0E2C4-F04D-475D-BA05-AC9BC1587019}" destId="{0C0F9830-5806-47E9-9463-92AFE27DBA1E}" srcOrd="16" destOrd="0" presId="urn:microsoft.com/office/officeart/2005/8/layout/orgChart1"/>
    <dgm:cxn modelId="{1DA0875E-BC84-4C1F-BF56-5C2BFEDED5CC}" type="presParOf" srcId="{CAC0E2C4-F04D-475D-BA05-AC9BC1587019}" destId="{203B48CB-61FD-46E9-B133-5C79AB074A78}" srcOrd="17" destOrd="0" presId="urn:microsoft.com/office/officeart/2005/8/layout/orgChart1"/>
    <dgm:cxn modelId="{192D5448-B4D2-4F44-844A-AB024B28404E}" type="presParOf" srcId="{203B48CB-61FD-46E9-B133-5C79AB074A78}" destId="{659EBB37-20E4-4DFD-A348-6A97A45A5C2D}" srcOrd="0" destOrd="0" presId="urn:microsoft.com/office/officeart/2005/8/layout/orgChart1"/>
    <dgm:cxn modelId="{7ECA327B-978A-4082-AFD8-6B6E26B6ED6E}" type="presParOf" srcId="{659EBB37-20E4-4DFD-A348-6A97A45A5C2D}" destId="{7F82636E-A72C-4AF4-830C-4ED122A81A14}" srcOrd="0" destOrd="0" presId="urn:microsoft.com/office/officeart/2005/8/layout/orgChart1"/>
    <dgm:cxn modelId="{056C99EF-A5BC-4608-B2C3-F9126BEA6B11}" type="presParOf" srcId="{659EBB37-20E4-4DFD-A348-6A97A45A5C2D}" destId="{160B8E0B-DBC8-4746-875B-5AFE5766CD8C}" srcOrd="1" destOrd="0" presId="urn:microsoft.com/office/officeart/2005/8/layout/orgChart1"/>
    <dgm:cxn modelId="{F40ED4A1-5539-4418-8F6C-8D88A6F48052}" type="presParOf" srcId="{203B48CB-61FD-46E9-B133-5C79AB074A78}" destId="{ABB4277C-0047-4F48-92A2-3B098E18642E}" srcOrd="1" destOrd="0" presId="urn:microsoft.com/office/officeart/2005/8/layout/orgChart1"/>
    <dgm:cxn modelId="{768CA35B-1123-48B9-B88C-A97CD78FD832}" type="presParOf" srcId="{203B48CB-61FD-46E9-B133-5C79AB074A78}" destId="{EC2B7667-D7E7-4BF4-B8FE-2363B4D1A1F8}" srcOrd="2" destOrd="0" presId="urn:microsoft.com/office/officeart/2005/8/layout/orgChart1"/>
    <dgm:cxn modelId="{E2A00FF2-307C-4C13-BF98-0A6F0FE24B48}" type="presParOf" srcId="{811DF168-E81F-4D99-AEAB-1968EE8020FC}" destId="{7F23BCE2-B72E-47F7-9F03-44ADC53F9D70}" srcOrd="2" destOrd="0" presId="urn:microsoft.com/office/officeart/2005/8/layout/orgChart1"/>
    <dgm:cxn modelId="{EC376452-D5FA-4528-A74A-A49618189E4C}" type="presParOf" srcId="{946FE5AE-943F-4A5D-BE9A-C10DEEA72389}" destId="{E466FD2C-BDC2-4326-82E9-1E9A3835B84F}" srcOrd="2" destOrd="0" presId="urn:microsoft.com/office/officeart/2005/8/layout/orgChart1"/>
    <dgm:cxn modelId="{644199AE-C6E7-443A-B3EC-D55747FCC13F}" type="presParOf" srcId="{1CB62327-0FD1-4229-A831-3E2B2CB1C5CE}" destId="{8A044F30-CB12-44A6-95D0-9DDAE6BF218B}" srcOrd="12" destOrd="0" presId="urn:microsoft.com/office/officeart/2005/8/layout/orgChart1"/>
    <dgm:cxn modelId="{702E23B6-504D-4339-910C-FB7F41CC5ECC}" type="presParOf" srcId="{1CB62327-0FD1-4229-A831-3E2B2CB1C5CE}" destId="{D0FB15CE-8709-4E29-BAE7-1A46987A0AE2}" srcOrd="13" destOrd="0" presId="urn:microsoft.com/office/officeart/2005/8/layout/orgChart1"/>
    <dgm:cxn modelId="{189D1290-2455-43F7-9BA9-D2F8580D55AF}" type="presParOf" srcId="{D0FB15CE-8709-4E29-BAE7-1A46987A0AE2}" destId="{956318E9-139D-44B3-8FD0-D81EABC09F91}" srcOrd="0" destOrd="0" presId="urn:microsoft.com/office/officeart/2005/8/layout/orgChart1"/>
    <dgm:cxn modelId="{E559DABF-E5C8-4A35-B59A-FD6548324923}" type="presParOf" srcId="{956318E9-139D-44B3-8FD0-D81EABC09F91}" destId="{C279B51E-4CBB-42C1-90D0-41D2DCF62C34}" srcOrd="0" destOrd="0" presId="urn:microsoft.com/office/officeart/2005/8/layout/orgChart1"/>
    <dgm:cxn modelId="{DA27A100-BD24-4757-8E81-911B1669CA59}" type="presParOf" srcId="{956318E9-139D-44B3-8FD0-D81EABC09F91}" destId="{3FDCFC98-734C-4A40-B717-EC7F78BF42CD}" srcOrd="1" destOrd="0" presId="urn:microsoft.com/office/officeart/2005/8/layout/orgChart1"/>
    <dgm:cxn modelId="{E5140FAC-8C80-45EE-B5A6-B30BA6335854}" type="presParOf" srcId="{D0FB15CE-8709-4E29-BAE7-1A46987A0AE2}" destId="{D53EEC21-D53A-4B3E-8040-E202E78D67C4}" srcOrd="1" destOrd="0" presId="urn:microsoft.com/office/officeart/2005/8/layout/orgChart1"/>
    <dgm:cxn modelId="{6BF1FC34-9DE3-4C22-A33E-386A00A0A228}" type="presParOf" srcId="{D53EEC21-D53A-4B3E-8040-E202E78D67C4}" destId="{3EBC53F7-68E8-44E3-A140-0B58FC4CF441}" srcOrd="0" destOrd="0" presId="urn:microsoft.com/office/officeart/2005/8/layout/orgChart1"/>
    <dgm:cxn modelId="{837FBD7E-DB07-427C-8E3A-28307B8EBF67}" type="presParOf" srcId="{D53EEC21-D53A-4B3E-8040-E202E78D67C4}" destId="{0D121CC1-7EB3-43D5-9352-7613396A4515}" srcOrd="1" destOrd="0" presId="urn:microsoft.com/office/officeart/2005/8/layout/orgChart1"/>
    <dgm:cxn modelId="{4BCBB096-97BF-4856-9729-BFA9405B3457}" type="presParOf" srcId="{0D121CC1-7EB3-43D5-9352-7613396A4515}" destId="{EB91B1B1-6A41-440E-BEC6-315261F11725}" srcOrd="0" destOrd="0" presId="urn:microsoft.com/office/officeart/2005/8/layout/orgChart1"/>
    <dgm:cxn modelId="{25292D32-9FFE-43FA-B2DF-3441C1BCF6A2}" type="presParOf" srcId="{EB91B1B1-6A41-440E-BEC6-315261F11725}" destId="{6897B74B-81D9-411E-B579-D8DDB6E93804}" srcOrd="0" destOrd="0" presId="urn:microsoft.com/office/officeart/2005/8/layout/orgChart1"/>
    <dgm:cxn modelId="{4B3B0D9C-556A-425C-9D79-F87614B6A32F}" type="presParOf" srcId="{EB91B1B1-6A41-440E-BEC6-315261F11725}" destId="{F13B78E4-30B1-4016-8E55-89D89EF9356A}" srcOrd="1" destOrd="0" presId="urn:microsoft.com/office/officeart/2005/8/layout/orgChart1"/>
    <dgm:cxn modelId="{4BDDFE10-6779-4EB0-8230-7AF9A9E1CA65}" type="presParOf" srcId="{0D121CC1-7EB3-43D5-9352-7613396A4515}" destId="{C50CD4C8-2613-44DB-B83E-1374AB7EFC61}" srcOrd="1" destOrd="0" presId="urn:microsoft.com/office/officeart/2005/8/layout/orgChart1"/>
    <dgm:cxn modelId="{4611FFE5-8C33-43B6-8A39-05EF32D73958}" type="presParOf" srcId="{C50CD4C8-2613-44DB-B83E-1374AB7EFC61}" destId="{9EBE47A4-5C11-49A6-B8CC-F6B27C081615}" srcOrd="0" destOrd="0" presId="urn:microsoft.com/office/officeart/2005/8/layout/orgChart1"/>
    <dgm:cxn modelId="{B41A7EB4-1B7B-41AD-9B3B-D6D93CF93F6D}" type="presParOf" srcId="{C50CD4C8-2613-44DB-B83E-1374AB7EFC61}" destId="{C5001DCF-6462-4ED4-8CFA-981AA0365BD2}" srcOrd="1" destOrd="0" presId="urn:microsoft.com/office/officeart/2005/8/layout/orgChart1"/>
    <dgm:cxn modelId="{20B35BF0-3EE5-45BD-929F-BC003C80C2F3}" type="presParOf" srcId="{C5001DCF-6462-4ED4-8CFA-981AA0365BD2}" destId="{85129FDC-D023-49C8-8815-B106BF4A9AC9}" srcOrd="0" destOrd="0" presId="urn:microsoft.com/office/officeart/2005/8/layout/orgChart1"/>
    <dgm:cxn modelId="{F785CB5B-3C41-4C0D-9C8B-FC518C788939}" type="presParOf" srcId="{85129FDC-D023-49C8-8815-B106BF4A9AC9}" destId="{2FA2CDFE-C360-4692-BDB6-0C3649455A65}" srcOrd="0" destOrd="0" presId="urn:microsoft.com/office/officeart/2005/8/layout/orgChart1"/>
    <dgm:cxn modelId="{31427E0F-80FC-4797-BD89-170908D6CE26}" type="presParOf" srcId="{85129FDC-D023-49C8-8815-B106BF4A9AC9}" destId="{CE609E5A-440A-449B-A616-CB4D49A508B0}" srcOrd="1" destOrd="0" presId="urn:microsoft.com/office/officeart/2005/8/layout/orgChart1"/>
    <dgm:cxn modelId="{8E1AC6CC-B1F5-47EF-9F8B-5DB8336D9F79}" type="presParOf" srcId="{C5001DCF-6462-4ED4-8CFA-981AA0365BD2}" destId="{1A924E93-6467-4394-9546-D03E67AFCD8C}" srcOrd="1" destOrd="0" presId="urn:microsoft.com/office/officeart/2005/8/layout/orgChart1"/>
    <dgm:cxn modelId="{0656E735-D97E-4942-A90C-2375EB8E7F3C}" type="presParOf" srcId="{C5001DCF-6462-4ED4-8CFA-981AA0365BD2}" destId="{6720BB45-6CE6-41F7-9F04-048FC7E2498A}" srcOrd="2" destOrd="0" presId="urn:microsoft.com/office/officeart/2005/8/layout/orgChart1"/>
    <dgm:cxn modelId="{AD8235F3-FA0B-4F99-B506-988E1C6986E9}" type="presParOf" srcId="{C50CD4C8-2613-44DB-B83E-1374AB7EFC61}" destId="{BE6537E0-2A40-40A8-A601-32E68F76EEA5}" srcOrd="2" destOrd="0" presId="urn:microsoft.com/office/officeart/2005/8/layout/orgChart1"/>
    <dgm:cxn modelId="{208DC0A0-3223-4116-8FDA-A48052B998B1}" type="presParOf" srcId="{C50CD4C8-2613-44DB-B83E-1374AB7EFC61}" destId="{E5463328-6E85-42A6-8D06-A0EF673D045A}" srcOrd="3" destOrd="0" presId="urn:microsoft.com/office/officeart/2005/8/layout/orgChart1"/>
    <dgm:cxn modelId="{739FD1E2-50FE-4154-BB10-CBD4EC6BB1C9}" type="presParOf" srcId="{E5463328-6E85-42A6-8D06-A0EF673D045A}" destId="{5FDF3CE9-117F-482B-BD99-E346671E4B0A}" srcOrd="0" destOrd="0" presId="urn:microsoft.com/office/officeart/2005/8/layout/orgChart1"/>
    <dgm:cxn modelId="{D6560931-9D49-404B-AC48-1992EE4DD8E7}" type="presParOf" srcId="{5FDF3CE9-117F-482B-BD99-E346671E4B0A}" destId="{F62FD2BB-57D1-4A62-950A-EE42F54A44EC}" srcOrd="0" destOrd="0" presId="urn:microsoft.com/office/officeart/2005/8/layout/orgChart1"/>
    <dgm:cxn modelId="{70C410E5-EABC-49B3-980C-4E64C876313E}" type="presParOf" srcId="{5FDF3CE9-117F-482B-BD99-E346671E4B0A}" destId="{24572763-CF30-489F-BAFC-0D93293BC09E}" srcOrd="1" destOrd="0" presId="urn:microsoft.com/office/officeart/2005/8/layout/orgChart1"/>
    <dgm:cxn modelId="{87EB94D2-7FA0-4E9D-A05A-01E4DBE7F445}" type="presParOf" srcId="{E5463328-6E85-42A6-8D06-A0EF673D045A}" destId="{8165A10F-4B4D-4F0C-BB3E-624245E7828A}" srcOrd="1" destOrd="0" presId="urn:microsoft.com/office/officeart/2005/8/layout/orgChart1"/>
    <dgm:cxn modelId="{4198EE13-C311-4A52-996D-C6DF3BBAAF5E}" type="presParOf" srcId="{E5463328-6E85-42A6-8D06-A0EF673D045A}" destId="{26867210-AE45-433F-8297-A0ED9C60B517}" srcOrd="2" destOrd="0" presId="urn:microsoft.com/office/officeart/2005/8/layout/orgChart1"/>
    <dgm:cxn modelId="{48862694-6F79-4714-B8F7-5F07A3191907}" type="presParOf" srcId="{C50CD4C8-2613-44DB-B83E-1374AB7EFC61}" destId="{32D01696-C28B-41ED-ADF1-F98A69E3B32C}" srcOrd="4" destOrd="0" presId="urn:microsoft.com/office/officeart/2005/8/layout/orgChart1"/>
    <dgm:cxn modelId="{8B3D567D-E725-485D-9923-EBA47129E280}" type="presParOf" srcId="{C50CD4C8-2613-44DB-B83E-1374AB7EFC61}" destId="{082E0BF4-1E7F-4760-81A6-B1A21B379C79}" srcOrd="5" destOrd="0" presId="urn:microsoft.com/office/officeart/2005/8/layout/orgChart1"/>
    <dgm:cxn modelId="{044E408F-215A-4FBB-A821-72434C2FCF0F}" type="presParOf" srcId="{082E0BF4-1E7F-4760-81A6-B1A21B379C79}" destId="{DC182430-6A72-4586-B6BA-936DE090D1FF}" srcOrd="0" destOrd="0" presId="urn:microsoft.com/office/officeart/2005/8/layout/orgChart1"/>
    <dgm:cxn modelId="{CE899AF8-588A-4B0A-A009-31BB40EFAFDD}" type="presParOf" srcId="{DC182430-6A72-4586-B6BA-936DE090D1FF}" destId="{63BD861E-8753-49DC-97D3-F13451019827}" srcOrd="0" destOrd="0" presId="urn:microsoft.com/office/officeart/2005/8/layout/orgChart1"/>
    <dgm:cxn modelId="{0C0B58CE-CD38-44FE-B8F5-88CF428C5A6A}" type="presParOf" srcId="{DC182430-6A72-4586-B6BA-936DE090D1FF}" destId="{A6671755-99C3-4BEF-8CFF-21F311B2FD7F}" srcOrd="1" destOrd="0" presId="urn:microsoft.com/office/officeart/2005/8/layout/orgChart1"/>
    <dgm:cxn modelId="{F5BC9109-DD5B-482D-8168-DEFE3E3708AD}" type="presParOf" srcId="{082E0BF4-1E7F-4760-81A6-B1A21B379C79}" destId="{083D7086-594E-4D93-83B6-8AFC5D3FB314}" srcOrd="1" destOrd="0" presId="urn:microsoft.com/office/officeart/2005/8/layout/orgChart1"/>
    <dgm:cxn modelId="{0C927A03-A141-4695-83E7-E751163189BE}" type="presParOf" srcId="{082E0BF4-1E7F-4760-81A6-B1A21B379C79}" destId="{E4BDC733-ED03-4CB1-ADF1-1E82F1597582}" srcOrd="2" destOrd="0" presId="urn:microsoft.com/office/officeart/2005/8/layout/orgChart1"/>
    <dgm:cxn modelId="{C81A7937-645A-4AE6-8CC2-1BFAD9DED00C}" type="presParOf" srcId="{0D121CC1-7EB3-43D5-9352-7613396A4515}" destId="{003DD7D2-C4D5-4B5D-90EB-354E96FF8408}" srcOrd="2" destOrd="0" presId="urn:microsoft.com/office/officeart/2005/8/layout/orgChart1"/>
    <dgm:cxn modelId="{541ACDBD-2A4D-4FE4-903F-9719345E1693}" type="presParOf" srcId="{D53EEC21-D53A-4B3E-8040-E202E78D67C4}" destId="{9ECA3C23-35D0-4D51-9117-2611AFB8F678}" srcOrd="2" destOrd="0" presId="urn:microsoft.com/office/officeart/2005/8/layout/orgChart1"/>
    <dgm:cxn modelId="{C827C2CB-9A20-4E5C-8090-A476BDB95B9E}" type="presParOf" srcId="{D53EEC21-D53A-4B3E-8040-E202E78D67C4}" destId="{83042328-B88E-4365-88A4-FAA86D070FF1}" srcOrd="3" destOrd="0" presId="urn:microsoft.com/office/officeart/2005/8/layout/orgChart1"/>
    <dgm:cxn modelId="{EE91DAD9-BFDE-43CA-9DA2-4EB2419448DF}" type="presParOf" srcId="{83042328-B88E-4365-88A4-FAA86D070FF1}" destId="{11DEA036-17CE-41A7-9FEF-FD0158E632CD}" srcOrd="0" destOrd="0" presId="urn:microsoft.com/office/officeart/2005/8/layout/orgChart1"/>
    <dgm:cxn modelId="{6BCC1BF5-253C-483B-9107-85401150D9D7}" type="presParOf" srcId="{11DEA036-17CE-41A7-9FEF-FD0158E632CD}" destId="{A9FE15DB-343A-47CA-94BF-400187D9ACB8}" srcOrd="0" destOrd="0" presId="urn:microsoft.com/office/officeart/2005/8/layout/orgChart1"/>
    <dgm:cxn modelId="{2B2F8CE3-9014-4888-ACAF-C50AD08C5B52}" type="presParOf" srcId="{11DEA036-17CE-41A7-9FEF-FD0158E632CD}" destId="{B698ED06-5F52-44A9-9909-7265D613921D}" srcOrd="1" destOrd="0" presId="urn:microsoft.com/office/officeart/2005/8/layout/orgChart1"/>
    <dgm:cxn modelId="{743EC35B-F6ED-4042-B2E6-62E472AE5B5A}" type="presParOf" srcId="{83042328-B88E-4365-88A4-FAA86D070FF1}" destId="{B8F1E83E-D07A-4E45-A6E1-7B18847AF1A0}" srcOrd="1" destOrd="0" presId="urn:microsoft.com/office/officeart/2005/8/layout/orgChart1"/>
    <dgm:cxn modelId="{95786F6E-C332-4030-B8F7-E2D4C3DF6259}" type="presParOf" srcId="{B8F1E83E-D07A-4E45-A6E1-7B18847AF1A0}" destId="{A4CE7AF2-10B1-4625-A6A6-1F62187A9DEC}" srcOrd="0" destOrd="0" presId="urn:microsoft.com/office/officeart/2005/8/layout/orgChart1"/>
    <dgm:cxn modelId="{A58BA3B4-31E9-4E11-A18D-DE0947045D6B}" type="presParOf" srcId="{B8F1E83E-D07A-4E45-A6E1-7B18847AF1A0}" destId="{DFDF5867-4294-4776-8FDC-D714F23C43BB}" srcOrd="1" destOrd="0" presId="urn:microsoft.com/office/officeart/2005/8/layout/orgChart1"/>
    <dgm:cxn modelId="{B41C9309-24D3-41EB-B7FD-12964B17DAC2}" type="presParOf" srcId="{DFDF5867-4294-4776-8FDC-D714F23C43BB}" destId="{5A4E2DC9-BEAF-4291-B8C4-45A517C1336F}" srcOrd="0" destOrd="0" presId="urn:microsoft.com/office/officeart/2005/8/layout/orgChart1"/>
    <dgm:cxn modelId="{0EA688D2-9784-4C54-B9CE-666EE3E06F7C}" type="presParOf" srcId="{5A4E2DC9-BEAF-4291-B8C4-45A517C1336F}" destId="{872B54C5-9C32-49E3-A921-4492AF7E48D1}" srcOrd="0" destOrd="0" presId="urn:microsoft.com/office/officeart/2005/8/layout/orgChart1"/>
    <dgm:cxn modelId="{166474E7-ED51-4CCB-8CF9-73C2BBFB5400}" type="presParOf" srcId="{5A4E2DC9-BEAF-4291-B8C4-45A517C1336F}" destId="{568ADF8E-12DA-4FA4-850D-310423099387}" srcOrd="1" destOrd="0" presId="urn:microsoft.com/office/officeart/2005/8/layout/orgChart1"/>
    <dgm:cxn modelId="{FF4C39B3-1D88-48B4-9B58-122BCE5A4D60}" type="presParOf" srcId="{DFDF5867-4294-4776-8FDC-D714F23C43BB}" destId="{CF350A69-FDC1-4CE4-BB12-64CE472455BE}" srcOrd="1" destOrd="0" presId="urn:microsoft.com/office/officeart/2005/8/layout/orgChart1"/>
    <dgm:cxn modelId="{2F0A8AA0-1A8A-4D00-B9DA-B0EEC6BE00DD}" type="presParOf" srcId="{DFDF5867-4294-4776-8FDC-D714F23C43BB}" destId="{B8115C8E-646A-4F85-82D8-3AA84E6D4DE8}" srcOrd="2" destOrd="0" presId="urn:microsoft.com/office/officeart/2005/8/layout/orgChart1"/>
    <dgm:cxn modelId="{A8DF414D-C826-4C79-9C72-1AB344244B9E}" type="presParOf" srcId="{B8F1E83E-D07A-4E45-A6E1-7B18847AF1A0}" destId="{D38B95FE-2E2F-46B1-A2C8-EA3980CED39F}" srcOrd="2" destOrd="0" presId="urn:microsoft.com/office/officeart/2005/8/layout/orgChart1"/>
    <dgm:cxn modelId="{7A1086F7-5352-4D80-A634-07BFE74FEFD5}" type="presParOf" srcId="{B8F1E83E-D07A-4E45-A6E1-7B18847AF1A0}" destId="{B857B735-7AC2-40A3-A943-CA3F4F962247}" srcOrd="3" destOrd="0" presId="urn:microsoft.com/office/officeart/2005/8/layout/orgChart1"/>
    <dgm:cxn modelId="{A1948978-D33B-4410-AC82-504959C75CB9}" type="presParOf" srcId="{B857B735-7AC2-40A3-A943-CA3F4F962247}" destId="{BC315F4D-EBA6-4246-8CCE-D4590AC604AF}" srcOrd="0" destOrd="0" presId="urn:microsoft.com/office/officeart/2005/8/layout/orgChart1"/>
    <dgm:cxn modelId="{993D6F16-384D-47A0-ABE2-5FD2905B909B}" type="presParOf" srcId="{BC315F4D-EBA6-4246-8CCE-D4590AC604AF}" destId="{EE5E02FC-B31D-4CCA-9CB6-3FD549A5B819}" srcOrd="0" destOrd="0" presId="urn:microsoft.com/office/officeart/2005/8/layout/orgChart1"/>
    <dgm:cxn modelId="{E552DFFC-4730-4897-A0E1-E4E4F0E490CE}" type="presParOf" srcId="{BC315F4D-EBA6-4246-8CCE-D4590AC604AF}" destId="{7B43F5C7-1C87-4366-A58C-FAF611906C0F}" srcOrd="1" destOrd="0" presId="urn:microsoft.com/office/officeart/2005/8/layout/orgChart1"/>
    <dgm:cxn modelId="{20D53930-06AC-444D-9407-CB7525399498}" type="presParOf" srcId="{B857B735-7AC2-40A3-A943-CA3F4F962247}" destId="{CA84D6FE-E5CE-445B-8126-D3D8F8E8E80A}" srcOrd="1" destOrd="0" presId="urn:microsoft.com/office/officeart/2005/8/layout/orgChart1"/>
    <dgm:cxn modelId="{24E5F849-F5A7-4F51-8E7F-3CDE7B1575FA}" type="presParOf" srcId="{B857B735-7AC2-40A3-A943-CA3F4F962247}" destId="{05F17F3D-31E6-4980-B7DE-BC01376AD864}" srcOrd="2" destOrd="0" presId="urn:microsoft.com/office/officeart/2005/8/layout/orgChart1"/>
    <dgm:cxn modelId="{318D35B6-8CDE-4F48-8849-97324AB04388}" type="presParOf" srcId="{B8F1E83E-D07A-4E45-A6E1-7B18847AF1A0}" destId="{E8DCED65-69C1-4C7D-8AB1-0A5BE6413346}" srcOrd="4" destOrd="0" presId="urn:microsoft.com/office/officeart/2005/8/layout/orgChart1"/>
    <dgm:cxn modelId="{F044BCDC-76FA-4DED-A27D-5F502356674B}" type="presParOf" srcId="{B8F1E83E-D07A-4E45-A6E1-7B18847AF1A0}" destId="{531D86C3-4538-41D3-931F-5D312F33B04D}" srcOrd="5" destOrd="0" presId="urn:microsoft.com/office/officeart/2005/8/layout/orgChart1"/>
    <dgm:cxn modelId="{05C84E3E-5625-4BD5-8938-1E7BE7940B10}" type="presParOf" srcId="{531D86C3-4538-41D3-931F-5D312F33B04D}" destId="{46841CF6-9449-484E-9ACA-552AB5B7E9C1}" srcOrd="0" destOrd="0" presId="urn:microsoft.com/office/officeart/2005/8/layout/orgChart1"/>
    <dgm:cxn modelId="{5A008713-4195-43D7-8F95-AE5FBB2B8914}" type="presParOf" srcId="{46841CF6-9449-484E-9ACA-552AB5B7E9C1}" destId="{5C218586-5B3C-4FD1-A6C4-5DFA56769B92}" srcOrd="0" destOrd="0" presId="urn:microsoft.com/office/officeart/2005/8/layout/orgChart1"/>
    <dgm:cxn modelId="{645FBEDC-079A-4C7F-B83F-C6861AD0FB2C}" type="presParOf" srcId="{46841CF6-9449-484E-9ACA-552AB5B7E9C1}" destId="{D8EAE8D2-7EEC-4F6E-90F8-CD74BBEC439C}" srcOrd="1" destOrd="0" presId="urn:microsoft.com/office/officeart/2005/8/layout/orgChart1"/>
    <dgm:cxn modelId="{211DC07A-939B-4F99-A0D7-3073F5CDAAD6}" type="presParOf" srcId="{531D86C3-4538-41D3-931F-5D312F33B04D}" destId="{B23EA258-483A-4075-AF28-998E7D6940FD}" srcOrd="1" destOrd="0" presId="urn:microsoft.com/office/officeart/2005/8/layout/orgChart1"/>
    <dgm:cxn modelId="{6B357FA4-A1C3-413D-88CF-8ECB716F95B4}" type="presParOf" srcId="{531D86C3-4538-41D3-931F-5D312F33B04D}" destId="{2A104754-CD5E-4ECE-90EB-D8D5AD6CD450}" srcOrd="2" destOrd="0" presId="urn:microsoft.com/office/officeart/2005/8/layout/orgChart1"/>
    <dgm:cxn modelId="{E661E0F8-BC5E-4BAF-B6FB-A48D00CB775C}" type="presParOf" srcId="{B8F1E83E-D07A-4E45-A6E1-7B18847AF1A0}" destId="{DE02F199-87FA-49C0-8BD2-ED55D47C0136}" srcOrd="6" destOrd="0" presId="urn:microsoft.com/office/officeart/2005/8/layout/orgChart1"/>
    <dgm:cxn modelId="{B6B6E0CD-ADA6-4ED4-8977-BACBA7098B7C}" type="presParOf" srcId="{B8F1E83E-D07A-4E45-A6E1-7B18847AF1A0}" destId="{74787983-CDBA-411E-9ADE-F3E14BA24CED}" srcOrd="7" destOrd="0" presId="urn:microsoft.com/office/officeart/2005/8/layout/orgChart1"/>
    <dgm:cxn modelId="{825AA63F-E73F-4D6D-94F4-2CB8ACB59E95}" type="presParOf" srcId="{74787983-CDBA-411E-9ADE-F3E14BA24CED}" destId="{9D2F9F04-0A2E-42DF-B97C-C75CF1305F68}" srcOrd="0" destOrd="0" presId="urn:microsoft.com/office/officeart/2005/8/layout/orgChart1"/>
    <dgm:cxn modelId="{33FE0417-C60E-4396-9BBA-7D651CE1DB4F}" type="presParOf" srcId="{9D2F9F04-0A2E-42DF-B97C-C75CF1305F68}" destId="{B3FD1850-5428-454F-AF32-30BCAC70B30F}" srcOrd="0" destOrd="0" presId="urn:microsoft.com/office/officeart/2005/8/layout/orgChart1"/>
    <dgm:cxn modelId="{B47DC651-4F1E-451D-B6D7-6B70F1E42E76}" type="presParOf" srcId="{9D2F9F04-0A2E-42DF-B97C-C75CF1305F68}" destId="{72C314E0-921C-49E8-B1F1-0FE5ABCF7088}" srcOrd="1" destOrd="0" presId="urn:microsoft.com/office/officeart/2005/8/layout/orgChart1"/>
    <dgm:cxn modelId="{1EE66FC4-E330-4FB6-81C2-93469F6FF8BC}" type="presParOf" srcId="{74787983-CDBA-411E-9ADE-F3E14BA24CED}" destId="{8AF29267-D1AC-4937-AD01-A36927E6FDD7}" srcOrd="1" destOrd="0" presId="urn:microsoft.com/office/officeart/2005/8/layout/orgChart1"/>
    <dgm:cxn modelId="{ECCCBBCF-8611-4D07-85B4-5FC5AB7AC482}" type="presParOf" srcId="{74787983-CDBA-411E-9ADE-F3E14BA24CED}" destId="{F8E1D2B1-02B4-4830-B3F9-ED3454A0DE84}" srcOrd="2" destOrd="0" presId="urn:microsoft.com/office/officeart/2005/8/layout/orgChart1"/>
    <dgm:cxn modelId="{F019C832-9E86-434D-A8AF-DC4FEB0C5010}" type="presParOf" srcId="{B8F1E83E-D07A-4E45-A6E1-7B18847AF1A0}" destId="{29776831-3E85-4147-B12F-BCBB9A27B205}" srcOrd="8" destOrd="0" presId="urn:microsoft.com/office/officeart/2005/8/layout/orgChart1"/>
    <dgm:cxn modelId="{686A7728-57B4-4E64-B8CF-0536FBF5B165}" type="presParOf" srcId="{B8F1E83E-D07A-4E45-A6E1-7B18847AF1A0}" destId="{CF98B88F-4897-4982-80C0-4D111A100753}" srcOrd="9" destOrd="0" presId="urn:microsoft.com/office/officeart/2005/8/layout/orgChart1"/>
    <dgm:cxn modelId="{7E11829D-8BEA-404B-9944-2E9EF66F3C51}" type="presParOf" srcId="{CF98B88F-4897-4982-80C0-4D111A100753}" destId="{C8981DFB-0BC6-40BC-93DE-7464FB16F1E2}" srcOrd="0" destOrd="0" presId="urn:microsoft.com/office/officeart/2005/8/layout/orgChart1"/>
    <dgm:cxn modelId="{E3695B1A-E6BD-4B6F-9B08-BACF8AC81168}" type="presParOf" srcId="{C8981DFB-0BC6-40BC-93DE-7464FB16F1E2}" destId="{0259C31A-8186-480B-8A09-55CDEC7DA63A}" srcOrd="0" destOrd="0" presId="urn:microsoft.com/office/officeart/2005/8/layout/orgChart1"/>
    <dgm:cxn modelId="{FF2F7965-A8F2-4A2B-B54A-A9F16F02693A}" type="presParOf" srcId="{C8981DFB-0BC6-40BC-93DE-7464FB16F1E2}" destId="{E747E3D1-9721-44A7-9CE9-F9841BF0C363}" srcOrd="1" destOrd="0" presId="urn:microsoft.com/office/officeart/2005/8/layout/orgChart1"/>
    <dgm:cxn modelId="{A654CC08-3746-421C-B583-C0F464CC0805}" type="presParOf" srcId="{CF98B88F-4897-4982-80C0-4D111A100753}" destId="{5287B8E0-1EA9-40BF-836F-E890DD40DDED}" srcOrd="1" destOrd="0" presId="urn:microsoft.com/office/officeart/2005/8/layout/orgChart1"/>
    <dgm:cxn modelId="{09965036-0DBA-487C-8842-18C13D45CCBB}" type="presParOf" srcId="{CF98B88F-4897-4982-80C0-4D111A100753}" destId="{91D9FB37-631F-4B0E-8D70-C153333087B8}" srcOrd="2" destOrd="0" presId="urn:microsoft.com/office/officeart/2005/8/layout/orgChart1"/>
    <dgm:cxn modelId="{4604E919-506D-40A4-B39A-F2D4FD842816}" type="presParOf" srcId="{83042328-B88E-4365-88A4-FAA86D070FF1}" destId="{C7209305-7A41-4754-A603-8AB629A8B832}" srcOrd="2" destOrd="0" presId="urn:microsoft.com/office/officeart/2005/8/layout/orgChart1"/>
    <dgm:cxn modelId="{0630E316-B39F-4210-A857-B51A31B12284}" type="presParOf" srcId="{D53EEC21-D53A-4B3E-8040-E202E78D67C4}" destId="{4230F1FE-202E-4231-9A87-0B5896D9CE31}" srcOrd="4" destOrd="0" presId="urn:microsoft.com/office/officeart/2005/8/layout/orgChart1"/>
    <dgm:cxn modelId="{CE74D2A5-4F60-4766-AE7A-0793E7B94E20}" type="presParOf" srcId="{D53EEC21-D53A-4B3E-8040-E202E78D67C4}" destId="{F109F8D7-229F-4425-92C8-AAA20CF09B15}" srcOrd="5" destOrd="0" presId="urn:microsoft.com/office/officeart/2005/8/layout/orgChart1"/>
    <dgm:cxn modelId="{1784F59A-25CA-4432-ABA7-DD1D76EDB297}" type="presParOf" srcId="{F109F8D7-229F-4425-92C8-AAA20CF09B15}" destId="{9D866801-B082-463D-B2DB-AF3DEFA448DA}" srcOrd="0" destOrd="0" presId="urn:microsoft.com/office/officeart/2005/8/layout/orgChart1"/>
    <dgm:cxn modelId="{66CA540F-8F7A-493B-B24C-BA8548102998}" type="presParOf" srcId="{9D866801-B082-463D-B2DB-AF3DEFA448DA}" destId="{6EA33034-635F-4998-818F-A9FCD1DFC48F}" srcOrd="0" destOrd="0" presId="urn:microsoft.com/office/officeart/2005/8/layout/orgChart1"/>
    <dgm:cxn modelId="{412B76BA-0FC2-4927-B5DF-3E42639D52E0}" type="presParOf" srcId="{9D866801-B082-463D-B2DB-AF3DEFA448DA}" destId="{46BBA359-4740-4B57-99CA-0A52FB102C13}" srcOrd="1" destOrd="0" presId="urn:microsoft.com/office/officeart/2005/8/layout/orgChart1"/>
    <dgm:cxn modelId="{8908E36C-B7B2-4D52-A0CF-ED7159818171}" type="presParOf" srcId="{F109F8D7-229F-4425-92C8-AAA20CF09B15}" destId="{39132C10-46E1-44AD-B599-4B632EB30313}" srcOrd="1" destOrd="0" presId="urn:microsoft.com/office/officeart/2005/8/layout/orgChart1"/>
    <dgm:cxn modelId="{B9214192-2E17-48AD-8656-CA779FF249E8}" type="presParOf" srcId="{39132C10-46E1-44AD-B599-4B632EB30313}" destId="{96EE91D0-859D-4A09-B87D-4A423FD439D5}" srcOrd="0" destOrd="0" presId="urn:microsoft.com/office/officeart/2005/8/layout/orgChart1"/>
    <dgm:cxn modelId="{9CF1793E-45D0-4DEF-A99B-EB038A2B2903}" type="presParOf" srcId="{39132C10-46E1-44AD-B599-4B632EB30313}" destId="{C4C2CEDE-8D72-485A-AB13-BBD858E226E7}" srcOrd="1" destOrd="0" presId="urn:microsoft.com/office/officeart/2005/8/layout/orgChart1"/>
    <dgm:cxn modelId="{42CFFFE9-D751-43A0-B767-F78A71FC8F30}" type="presParOf" srcId="{C4C2CEDE-8D72-485A-AB13-BBD858E226E7}" destId="{8F8D39D8-8344-418C-BEF6-9E474306A7AC}" srcOrd="0" destOrd="0" presId="urn:microsoft.com/office/officeart/2005/8/layout/orgChart1"/>
    <dgm:cxn modelId="{DC559374-756A-4B97-829F-BE32ABC9766C}" type="presParOf" srcId="{8F8D39D8-8344-418C-BEF6-9E474306A7AC}" destId="{4B258E43-CD69-4F6B-B8D8-4E7D99416063}" srcOrd="0" destOrd="0" presId="urn:microsoft.com/office/officeart/2005/8/layout/orgChart1"/>
    <dgm:cxn modelId="{9ADBDAB2-98A7-42B2-951F-AB6C9C9E3313}" type="presParOf" srcId="{8F8D39D8-8344-418C-BEF6-9E474306A7AC}" destId="{84A6E346-23D5-4422-823A-C535113CF0A0}" srcOrd="1" destOrd="0" presId="urn:microsoft.com/office/officeart/2005/8/layout/orgChart1"/>
    <dgm:cxn modelId="{17BB10F2-13E1-4873-BA71-DC4A20317350}" type="presParOf" srcId="{C4C2CEDE-8D72-485A-AB13-BBD858E226E7}" destId="{920A106C-1BE9-4B3C-B51A-990554798D31}" srcOrd="1" destOrd="0" presId="urn:microsoft.com/office/officeart/2005/8/layout/orgChart1"/>
    <dgm:cxn modelId="{14269BD5-3ACE-4B0E-A0C0-101ACC18DBCA}" type="presParOf" srcId="{C4C2CEDE-8D72-485A-AB13-BBD858E226E7}" destId="{9472CE05-E6C7-4254-83CE-BC23B6D22619}" srcOrd="2" destOrd="0" presId="urn:microsoft.com/office/officeart/2005/8/layout/orgChart1"/>
    <dgm:cxn modelId="{01E11A61-FBC2-4930-83FE-53C82491E0F9}" type="presParOf" srcId="{39132C10-46E1-44AD-B599-4B632EB30313}" destId="{132AB459-EBC1-4CFA-B4BD-D2649EEF0C18}" srcOrd="2" destOrd="0" presId="urn:microsoft.com/office/officeart/2005/8/layout/orgChart1"/>
    <dgm:cxn modelId="{51812ABB-3D27-4910-B1E8-3DC7DC0327CA}" type="presParOf" srcId="{39132C10-46E1-44AD-B599-4B632EB30313}" destId="{8A461154-6B1D-4CCB-9EC8-1DF23075BCB5}" srcOrd="3" destOrd="0" presId="urn:microsoft.com/office/officeart/2005/8/layout/orgChart1"/>
    <dgm:cxn modelId="{C0CDCE9F-37CB-4496-95D8-17DD3855F6F7}" type="presParOf" srcId="{8A461154-6B1D-4CCB-9EC8-1DF23075BCB5}" destId="{896BE87B-AED1-4A99-B4E8-80BE890D10E5}" srcOrd="0" destOrd="0" presId="urn:microsoft.com/office/officeart/2005/8/layout/orgChart1"/>
    <dgm:cxn modelId="{25AB4B83-BDCB-4684-AFF4-3CE93244F3CA}" type="presParOf" srcId="{896BE87B-AED1-4A99-B4E8-80BE890D10E5}" destId="{48110D79-D1F1-40A7-B3FE-FB16A405A410}" srcOrd="0" destOrd="0" presId="urn:microsoft.com/office/officeart/2005/8/layout/orgChart1"/>
    <dgm:cxn modelId="{C6E479B3-9916-4D97-8C93-DFFE1B0028C9}" type="presParOf" srcId="{896BE87B-AED1-4A99-B4E8-80BE890D10E5}" destId="{83E952D3-07CA-494B-8B86-3F71329F9D86}" srcOrd="1" destOrd="0" presId="urn:microsoft.com/office/officeart/2005/8/layout/orgChart1"/>
    <dgm:cxn modelId="{DB7552B9-2B32-46F5-A157-4BF4E58AEF8A}" type="presParOf" srcId="{8A461154-6B1D-4CCB-9EC8-1DF23075BCB5}" destId="{9C333835-4C3A-404F-BB10-1E5B07C8A4F5}" srcOrd="1" destOrd="0" presId="urn:microsoft.com/office/officeart/2005/8/layout/orgChart1"/>
    <dgm:cxn modelId="{EE9AC7B8-A7B2-47E8-BADA-0AB1C0E927D1}" type="presParOf" srcId="{8A461154-6B1D-4CCB-9EC8-1DF23075BCB5}" destId="{5B480271-9024-40F7-BE6A-56D4306CB3C6}" srcOrd="2" destOrd="0" presId="urn:microsoft.com/office/officeart/2005/8/layout/orgChart1"/>
    <dgm:cxn modelId="{FD08CBB2-8113-4FCE-95CE-98E6A7C9ACF1}" type="presParOf" srcId="{F109F8D7-229F-4425-92C8-AAA20CF09B15}" destId="{B94109C3-0C3B-44C8-95BF-85611A57F949}" srcOrd="2" destOrd="0" presId="urn:microsoft.com/office/officeart/2005/8/layout/orgChart1"/>
    <dgm:cxn modelId="{7D8EEA82-F177-41E2-A4D2-71C5F9D87DE3}" type="presParOf" srcId="{D53EEC21-D53A-4B3E-8040-E202E78D67C4}" destId="{B393B20B-3215-4A1F-A623-EFC0AA7EE754}" srcOrd="6" destOrd="0" presId="urn:microsoft.com/office/officeart/2005/8/layout/orgChart1"/>
    <dgm:cxn modelId="{D1138ADF-B6EA-41C1-B6C9-C484E333AEF3}" type="presParOf" srcId="{D53EEC21-D53A-4B3E-8040-E202E78D67C4}" destId="{3AAFD8BC-4D55-4B5C-8D09-6DC49A4B8DC3}" srcOrd="7" destOrd="0" presId="urn:microsoft.com/office/officeart/2005/8/layout/orgChart1"/>
    <dgm:cxn modelId="{AD1C262C-C22B-435D-9E76-11C9D0FC986E}" type="presParOf" srcId="{3AAFD8BC-4D55-4B5C-8D09-6DC49A4B8DC3}" destId="{228B75E9-A270-4603-BFFF-B958D1195627}" srcOrd="0" destOrd="0" presId="urn:microsoft.com/office/officeart/2005/8/layout/orgChart1"/>
    <dgm:cxn modelId="{D992B547-C026-4267-8AE6-8BB219886088}" type="presParOf" srcId="{228B75E9-A270-4603-BFFF-B958D1195627}" destId="{831BBDEA-99C3-48EC-A436-9B4505ADA81F}" srcOrd="0" destOrd="0" presId="urn:microsoft.com/office/officeart/2005/8/layout/orgChart1"/>
    <dgm:cxn modelId="{C667A95B-4025-433A-87BD-044AD2966EDA}" type="presParOf" srcId="{228B75E9-A270-4603-BFFF-B958D1195627}" destId="{AEB3D553-D353-4DA9-89CA-E85D2CB1D557}" srcOrd="1" destOrd="0" presId="urn:microsoft.com/office/officeart/2005/8/layout/orgChart1"/>
    <dgm:cxn modelId="{798EAF55-8D04-4840-910B-5FD6CA1C78CC}" type="presParOf" srcId="{3AAFD8BC-4D55-4B5C-8D09-6DC49A4B8DC3}" destId="{E716CBE3-0B35-4FB2-9974-03C0D10700D5}" srcOrd="1" destOrd="0" presId="urn:microsoft.com/office/officeart/2005/8/layout/orgChart1"/>
    <dgm:cxn modelId="{107E1C86-8B9D-495A-94FF-4C6766A3AB48}" type="presParOf" srcId="{E716CBE3-0B35-4FB2-9974-03C0D10700D5}" destId="{279B4F28-8E69-4E9C-B3F5-C8A405B1177D}" srcOrd="0" destOrd="0" presId="urn:microsoft.com/office/officeart/2005/8/layout/orgChart1"/>
    <dgm:cxn modelId="{D4AEC4A7-E958-4670-98C5-7EA1B6396C52}" type="presParOf" srcId="{E716CBE3-0B35-4FB2-9974-03C0D10700D5}" destId="{17F38497-2B83-4665-BB7E-8AFC8844CBBC}" srcOrd="1" destOrd="0" presId="urn:microsoft.com/office/officeart/2005/8/layout/orgChart1"/>
    <dgm:cxn modelId="{23B58046-982E-4F4B-A299-E378C770CD62}" type="presParOf" srcId="{17F38497-2B83-4665-BB7E-8AFC8844CBBC}" destId="{446E4470-7288-4448-AB97-AC780C0EB829}" srcOrd="0" destOrd="0" presId="urn:microsoft.com/office/officeart/2005/8/layout/orgChart1"/>
    <dgm:cxn modelId="{7C0C6391-4BD0-49FD-BAC5-3AFE3DD79F8F}" type="presParOf" srcId="{446E4470-7288-4448-AB97-AC780C0EB829}" destId="{E22ED98B-DF9A-4B42-B105-760AFD836F73}" srcOrd="0" destOrd="0" presId="urn:microsoft.com/office/officeart/2005/8/layout/orgChart1"/>
    <dgm:cxn modelId="{692E3686-D756-4BBB-AC5E-432248F03021}" type="presParOf" srcId="{446E4470-7288-4448-AB97-AC780C0EB829}" destId="{8BC0EC6D-2875-4E02-93B0-69C896DF3B3E}" srcOrd="1" destOrd="0" presId="urn:microsoft.com/office/officeart/2005/8/layout/orgChart1"/>
    <dgm:cxn modelId="{D8E2AD75-4CA7-43CB-87F1-3E3341305844}" type="presParOf" srcId="{17F38497-2B83-4665-BB7E-8AFC8844CBBC}" destId="{1B4308D6-B2AB-4EF4-985B-51DB78FC48AB}" srcOrd="1" destOrd="0" presId="urn:microsoft.com/office/officeart/2005/8/layout/orgChart1"/>
    <dgm:cxn modelId="{016319E1-7031-4D3A-9F84-32C1613C0F6F}" type="presParOf" srcId="{17F38497-2B83-4665-BB7E-8AFC8844CBBC}" destId="{5366FA46-A3DD-49B9-9551-F674DC2F2563}" srcOrd="2" destOrd="0" presId="urn:microsoft.com/office/officeart/2005/8/layout/orgChart1"/>
    <dgm:cxn modelId="{E138CFE3-653D-4BD2-8CA2-2DE38EF32460}" type="presParOf" srcId="{3AAFD8BC-4D55-4B5C-8D09-6DC49A4B8DC3}" destId="{A3992975-B990-48CC-BD03-23EA1C8ED422}" srcOrd="2" destOrd="0" presId="urn:microsoft.com/office/officeart/2005/8/layout/orgChart1"/>
    <dgm:cxn modelId="{B603AE8A-B063-4D15-BD18-500511011434}" type="presParOf" srcId="{D53EEC21-D53A-4B3E-8040-E202E78D67C4}" destId="{2CE7C095-AADB-486D-8063-DFF4E84761F3}" srcOrd="8" destOrd="0" presId="urn:microsoft.com/office/officeart/2005/8/layout/orgChart1"/>
    <dgm:cxn modelId="{F74012F3-F8F1-4E33-989B-2C731C3FC49E}" type="presParOf" srcId="{D53EEC21-D53A-4B3E-8040-E202E78D67C4}" destId="{6805F2CE-E670-4544-B774-574578F77039}" srcOrd="9" destOrd="0" presId="urn:microsoft.com/office/officeart/2005/8/layout/orgChart1"/>
    <dgm:cxn modelId="{DB10D039-0BDD-48C3-8CF9-AA70DC546C59}" type="presParOf" srcId="{6805F2CE-E670-4544-B774-574578F77039}" destId="{AA7A6298-8527-414E-9504-BA3513EB2F0F}" srcOrd="0" destOrd="0" presId="urn:microsoft.com/office/officeart/2005/8/layout/orgChart1"/>
    <dgm:cxn modelId="{C77F487C-EE64-41B6-A425-E0DD5B304BDD}" type="presParOf" srcId="{AA7A6298-8527-414E-9504-BA3513EB2F0F}" destId="{DF526DD1-3BBA-4D96-A2E5-1C1F115ED83B}" srcOrd="0" destOrd="0" presId="urn:microsoft.com/office/officeart/2005/8/layout/orgChart1"/>
    <dgm:cxn modelId="{AC00E7A0-9D02-4EC4-8383-63087C6089DB}" type="presParOf" srcId="{AA7A6298-8527-414E-9504-BA3513EB2F0F}" destId="{C0919ACA-79E5-472A-9DCE-33B7C5D0FADB}" srcOrd="1" destOrd="0" presId="urn:microsoft.com/office/officeart/2005/8/layout/orgChart1"/>
    <dgm:cxn modelId="{66ECFE03-BFD0-4851-883D-ED1EDD8C93EE}" type="presParOf" srcId="{6805F2CE-E670-4544-B774-574578F77039}" destId="{C5742F0E-DD7C-4512-84C4-6256E70C1A4B}" srcOrd="1" destOrd="0" presId="urn:microsoft.com/office/officeart/2005/8/layout/orgChart1"/>
    <dgm:cxn modelId="{16B9AFA4-189E-47CE-A4B7-2AB1AB7903B0}" type="presParOf" srcId="{C5742F0E-DD7C-4512-84C4-6256E70C1A4B}" destId="{B0E54EEB-B701-44F7-9AE0-B92643DEDA9F}" srcOrd="0" destOrd="0" presId="urn:microsoft.com/office/officeart/2005/8/layout/orgChart1"/>
    <dgm:cxn modelId="{DD58E7DF-AB16-4ADF-A4AD-37E40DC5D8D3}" type="presParOf" srcId="{C5742F0E-DD7C-4512-84C4-6256E70C1A4B}" destId="{3327D474-B522-411B-9BFB-D862EA6A1B54}" srcOrd="1" destOrd="0" presId="urn:microsoft.com/office/officeart/2005/8/layout/orgChart1"/>
    <dgm:cxn modelId="{A62E3DF9-3510-4F3A-BA9D-EAEDBB299808}" type="presParOf" srcId="{3327D474-B522-411B-9BFB-D862EA6A1B54}" destId="{3ADA0BBE-A139-4236-AA96-3D82CD4145FA}" srcOrd="0" destOrd="0" presId="urn:microsoft.com/office/officeart/2005/8/layout/orgChart1"/>
    <dgm:cxn modelId="{F1FF4A6E-345E-45C4-8C66-EBEA278293C1}" type="presParOf" srcId="{3ADA0BBE-A139-4236-AA96-3D82CD4145FA}" destId="{2580FA16-5A34-4813-9A1D-BE7E1C427851}" srcOrd="0" destOrd="0" presId="urn:microsoft.com/office/officeart/2005/8/layout/orgChart1"/>
    <dgm:cxn modelId="{7B392F25-7630-48DC-87D2-C6E79A70A0E3}" type="presParOf" srcId="{3ADA0BBE-A139-4236-AA96-3D82CD4145FA}" destId="{520F7361-E05C-4465-8225-13B40D463F22}" srcOrd="1" destOrd="0" presId="urn:microsoft.com/office/officeart/2005/8/layout/orgChart1"/>
    <dgm:cxn modelId="{E9200F15-4259-48CB-827E-AAA5F9D362BC}" type="presParOf" srcId="{3327D474-B522-411B-9BFB-D862EA6A1B54}" destId="{ED3058D8-374C-4AF6-9863-4768FCC2898C}" srcOrd="1" destOrd="0" presId="urn:microsoft.com/office/officeart/2005/8/layout/orgChart1"/>
    <dgm:cxn modelId="{38010FBE-21EA-41D9-99AE-1899DB0DC404}" type="presParOf" srcId="{3327D474-B522-411B-9BFB-D862EA6A1B54}" destId="{912B6DD3-1DFF-48F9-A42B-4C0188E79561}" srcOrd="2" destOrd="0" presId="urn:microsoft.com/office/officeart/2005/8/layout/orgChart1"/>
    <dgm:cxn modelId="{120C4F9A-633D-4417-A070-3700ADE28FBD}" type="presParOf" srcId="{6805F2CE-E670-4544-B774-574578F77039}" destId="{0CDFCA7F-7A15-4BB9-8A63-BD98DAFAF789}" srcOrd="2" destOrd="0" presId="urn:microsoft.com/office/officeart/2005/8/layout/orgChart1"/>
    <dgm:cxn modelId="{056751C0-CA71-4D1B-AD74-99D730B71B51}" type="presParOf" srcId="{D53EEC21-D53A-4B3E-8040-E202E78D67C4}" destId="{CBB992CC-AF0C-4B14-AB0C-6617EA6A58CE}" srcOrd="10" destOrd="0" presId="urn:microsoft.com/office/officeart/2005/8/layout/orgChart1"/>
    <dgm:cxn modelId="{9BBE11A3-358B-414C-989F-1806FAE5B482}" type="presParOf" srcId="{D53EEC21-D53A-4B3E-8040-E202E78D67C4}" destId="{2FB290BF-F3BE-4621-A8F4-E044432A3759}" srcOrd="11" destOrd="0" presId="urn:microsoft.com/office/officeart/2005/8/layout/orgChart1"/>
    <dgm:cxn modelId="{C44A0692-2A85-4910-9630-5908BEA20074}" type="presParOf" srcId="{2FB290BF-F3BE-4621-A8F4-E044432A3759}" destId="{395B5F90-AA6E-4BE1-862D-32BC5CC71E62}" srcOrd="0" destOrd="0" presId="urn:microsoft.com/office/officeart/2005/8/layout/orgChart1"/>
    <dgm:cxn modelId="{6182762C-F31A-436C-92AF-7E4422552224}" type="presParOf" srcId="{395B5F90-AA6E-4BE1-862D-32BC5CC71E62}" destId="{04397AF6-6FB1-4374-AE02-AE45E8470FFB}" srcOrd="0" destOrd="0" presId="urn:microsoft.com/office/officeart/2005/8/layout/orgChart1"/>
    <dgm:cxn modelId="{276D45DD-C193-4A3E-923B-648CA72B8F64}" type="presParOf" srcId="{395B5F90-AA6E-4BE1-862D-32BC5CC71E62}" destId="{8E744A0D-9041-40B4-B36C-1A4F8FA39C75}" srcOrd="1" destOrd="0" presId="urn:microsoft.com/office/officeart/2005/8/layout/orgChart1"/>
    <dgm:cxn modelId="{873C48B5-6F52-4194-B05C-F4DBF63489F9}" type="presParOf" srcId="{2FB290BF-F3BE-4621-A8F4-E044432A3759}" destId="{6173A5A4-60FD-4F3B-BD9D-EFC60AF45095}" srcOrd="1" destOrd="0" presId="urn:microsoft.com/office/officeart/2005/8/layout/orgChart1"/>
    <dgm:cxn modelId="{9CAE937B-DFAD-4F9F-986F-7175E5871D45}" type="presParOf" srcId="{6173A5A4-60FD-4F3B-BD9D-EFC60AF45095}" destId="{8382B8F4-4176-48B8-9EA4-CCA25DF22F50}" srcOrd="0" destOrd="0" presId="urn:microsoft.com/office/officeart/2005/8/layout/orgChart1"/>
    <dgm:cxn modelId="{9FEF2154-CDB2-4F25-AC7C-FA0A7B924B9B}" type="presParOf" srcId="{6173A5A4-60FD-4F3B-BD9D-EFC60AF45095}" destId="{4AFCE032-70F7-4156-AA3C-DDCE7AF6257C}" srcOrd="1" destOrd="0" presId="urn:microsoft.com/office/officeart/2005/8/layout/orgChart1"/>
    <dgm:cxn modelId="{C7C54E27-1774-4DD2-B9B8-7FBBAE2288B1}" type="presParOf" srcId="{4AFCE032-70F7-4156-AA3C-DDCE7AF6257C}" destId="{0C3856F5-9818-485E-B462-DC08AEE944B1}" srcOrd="0" destOrd="0" presId="urn:microsoft.com/office/officeart/2005/8/layout/orgChart1"/>
    <dgm:cxn modelId="{92E91657-B0BD-4C64-BF01-64FF143A882E}" type="presParOf" srcId="{0C3856F5-9818-485E-B462-DC08AEE944B1}" destId="{7D70FCA4-7F52-4757-8EBA-E73FEA2E2498}" srcOrd="0" destOrd="0" presId="urn:microsoft.com/office/officeart/2005/8/layout/orgChart1"/>
    <dgm:cxn modelId="{42193DAF-E121-443F-9F52-BA48C20B49B2}" type="presParOf" srcId="{0C3856F5-9818-485E-B462-DC08AEE944B1}" destId="{EBB54882-3685-4B35-AB39-B4E47C52F711}" srcOrd="1" destOrd="0" presId="urn:microsoft.com/office/officeart/2005/8/layout/orgChart1"/>
    <dgm:cxn modelId="{D3C27348-0D79-4665-AACF-2185A4CCD62A}" type="presParOf" srcId="{4AFCE032-70F7-4156-AA3C-DDCE7AF6257C}" destId="{EDD74B43-BFD6-4FF8-8226-78236B486244}" srcOrd="1" destOrd="0" presId="urn:microsoft.com/office/officeart/2005/8/layout/orgChart1"/>
    <dgm:cxn modelId="{718223B0-6E83-438C-91FF-5146E93FB6E7}" type="presParOf" srcId="{4AFCE032-70F7-4156-AA3C-DDCE7AF6257C}" destId="{75BAC675-8A0C-44EB-A0AF-FEB99ECED764}" srcOrd="2" destOrd="0" presId="urn:microsoft.com/office/officeart/2005/8/layout/orgChart1"/>
    <dgm:cxn modelId="{EB95673A-3F1D-4318-A349-5FA73D01098C}" type="presParOf" srcId="{2FB290BF-F3BE-4621-A8F4-E044432A3759}" destId="{A8F67188-79D3-4CEB-8315-5DF486AF19DB}" srcOrd="2" destOrd="0" presId="urn:microsoft.com/office/officeart/2005/8/layout/orgChart1"/>
    <dgm:cxn modelId="{E26A1087-FD9F-4C2A-ACDD-A7CA3690BC7E}" type="presParOf" srcId="{D53EEC21-D53A-4B3E-8040-E202E78D67C4}" destId="{98E3C23C-F0D8-484B-93FC-664102251547}" srcOrd="12" destOrd="0" presId="urn:microsoft.com/office/officeart/2005/8/layout/orgChart1"/>
    <dgm:cxn modelId="{0435309C-606F-4EA2-91F9-6A376D3FB055}" type="presParOf" srcId="{D53EEC21-D53A-4B3E-8040-E202E78D67C4}" destId="{01452F01-78BC-4D30-88DF-70458F4DBDCB}" srcOrd="13" destOrd="0" presId="urn:microsoft.com/office/officeart/2005/8/layout/orgChart1"/>
    <dgm:cxn modelId="{EBD9D831-AC26-4591-AC0E-656CD85F0FF7}" type="presParOf" srcId="{01452F01-78BC-4D30-88DF-70458F4DBDCB}" destId="{152CFD62-915D-46E8-9E16-E2703AC78499}" srcOrd="0" destOrd="0" presId="urn:microsoft.com/office/officeart/2005/8/layout/orgChart1"/>
    <dgm:cxn modelId="{17A9178F-5D8B-456A-B90A-015551BB1591}" type="presParOf" srcId="{152CFD62-915D-46E8-9E16-E2703AC78499}" destId="{6713C568-CE09-4EF7-B4D3-174E982022FC}" srcOrd="0" destOrd="0" presId="urn:microsoft.com/office/officeart/2005/8/layout/orgChart1"/>
    <dgm:cxn modelId="{2B714A9D-1A37-4132-B498-A28FCBEFBBA9}" type="presParOf" srcId="{152CFD62-915D-46E8-9E16-E2703AC78499}" destId="{5ACD5947-110A-4CDC-97B6-9C5C51728AAE}" srcOrd="1" destOrd="0" presId="urn:microsoft.com/office/officeart/2005/8/layout/orgChart1"/>
    <dgm:cxn modelId="{AC1BE6CA-37F5-4E59-BDA9-07C0B089C6E2}" type="presParOf" srcId="{01452F01-78BC-4D30-88DF-70458F4DBDCB}" destId="{C7A154A2-5BB2-46BF-9010-69657353E777}" srcOrd="1" destOrd="0" presId="urn:microsoft.com/office/officeart/2005/8/layout/orgChart1"/>
    <dgm:cxn modelId="{F5F2C475-583D-442F-8015-1FF60A01367D}" type="presParOf" srcId="{C7A154A2-5BB2-46BF-9010-69657353E777}" destId="{48A8F18B-A4E1-40AB-85D0-7805E12C541B}" srcOrd="0" destOrd="0" presId="urn:microsoft.com/office/officeart/2005/8/layout/orgChart1"/>
    <dgm:cxn modelId="{1DDEC4C6-C0BB-4B5E-9FA2-02906382BCF9}" type="presParOf" srcId="{C7A154A2-5BB2-46BF-9010-69657353E777}" destId="{5E6E9C84-6C96-4B90-A18C-68133237D5B0}" srcOrd="1" destOrd="0" presId="urn:microsoft.com/office/officeart/2005/8/layout/orgChart1"/>
    <dgm:cxn modelId="{BFFD91D2-3A8C-4164-935E-C0E68D34BF49}" type="presParOf" srcId="{5E6E9C84-6C96-4B90-A18C-68133237D5B0}" destId="{2F1A1794-4B3E-4295-92D4-28E20C00FC1A}" srcOrd="0" destOrd="0" presId="urn:microsoft.com/office/officeart/2005/8/layout/orgChart1"/>
    <dgm:cxn modelId="{6D583947-5B0F-4051-93E2-24C19E6E151C}" type="presParOf" srcId="{2F1A1794-4B3E-4295-92D4-28E20C00FC1A}" destId="{1348F904-E0AA-4FEA-A4A9-34E75CF0EA98}" srcOrd="0" destOrd="0" presId="urn:microsoft.com/office/officeart/2005/8/layout/orgChart1"/>
    <dgm:cxn modelId="{1635166B-B478-4D57-A78E-461CF3958589}" type="presParOf" srcId="{2F1A1794-4B3E-4295-92D4-28E20C00FC1A}" destId="{B79AEDF5-A48E-4FA8-8294-29BD293ACE6A}" srcOrd="1" destOrd="0" presId="urn:microsoft.com/office/officeart/2005/8/layout/orgChart1"/>
    <dgm:cxn modelId="{726ACB6F-3796-4627-B1D5-A6917C8E8F84}" type="presParOf" srcId="{5E6E9C84-6C96-4B90-A18C-68133237D5B0}" destId="{BAEC8EA6-1E31-4ED7-9433-D33172A32AE3}" srcOrd="1" destOrd="0" presId="urn:microsoft.com/office/officeart/2005/8/layout/orgChart1"/>
    <dgm:cxn modelId="{D487546C-A17C-40E2-B634-0BDF1DBD1B05}" type="presParOf" srcId="{5E6E9C84-6C96-4B90-A18C-68133237D5B0}" destId="{E108F190-DF90-4ED2-B77C-178A5BFD76B8}" srcOrd="2" destOrd="0" presId="urn:microsoft.com/office/officeart/2005/8/layout/orgChart1"/>
    <dgm:cxn modelId="{61D93E39-00A4-4D64-A865-F4A0228539C3}" type="presParOf" srcId="{C7A154A2-5BB2-46BF-9010-69657353E777}" destId="{E2615314-AB9F-4155-B4DE-410C23CD2166}" srcOrd="2" destOrd="0" presId="urn:microsoft.com/office/officeart/2005/8/layout/orgChart1"/>
    <dgm:cxn modelId="{D1E5F39F-5BBE-4B72-A692-3F5BC5EF1588}" type="presParOf" srcId="{C7A154A2-5BB2-46BF-9010-69657353E777}" destId="{02A43FB3-3C4E-4A08-BF4A-EC516E92EEC3}" srcOrd="3" destOrd="0" presId="urn:microsoft.com/office/officeart/2005/8/layout/orgChart1"/>
    <dgm:cxn modelId="{8DA81A43-8F6F-4F1B-81BE-6097D05F63B0}" type="presParOf" srcId="{02A43FB3-3C4E-4A08-BF4A-EC516E92EEC3}" destId="{0169BD9B-5172-4AB7-BD1E-88F75620AC05}" srcOrd="0" destOrd="0" presId="urn:microsoft.com/office/officeart/2005/8/layout/orgChart1"/>
    <dgm:cxn modelId="{9EAFB71C-6C6C-417F-A6BB-CDF7B0F4EA6E}" type="presParOf" srcId="{0169BD9B-5172-4AB7-BD1E-88F75620AC05}" destId="{882EF2FB-D487-4CF8-9AC3-CC92799E2811}" srcOrd="0" destOrd="0" presId="urn:microsoft.com/office/officeart/2005/8/layout/orgChart1"/>
    <dgm:cxn modelId="{5FA003E9-1994-4B67-BFC1-8CADA907A221}" type="presParOf" srcId="{0169BD9B-5172-4AB7-BD1E-88F75620AC05}" destId="{EF0FAC77-4CB7-4CE2-A4AB-8DC32D5C7619}" srcOrd="1" destOrd="0" presId="urn:microsoft.com/office/officeart/2005/8/layout/orgChart1"/>
    <dgm:cxn modelId="{43B1D0B4-87D6-4CA6-AD9E-40F999A5778E}" type="presParOf" srcId="{02A43FB3-3C4E-4A08-BF4A-EC516E92EEC3}" destId="{7FA95F48-DECD-4323-BAF3-B5E40DEF36B6}" srcOrd="1" destOrd="0" presId="urn:microsoft.com/office/officeart/2005/8/layout/orgChart1"/>
    <dgm:cxn modelId="{0226AB43-1056-440B-A000-55CF1A6980E9}" type="presParOf" srcId="{02A43FB3-3C4E-4A08-BF4A-EC516E92EEC3}" destId="{D9D18CAF-8889-41F4-B78E-BFB31AC387A0}" srcOrd="2" destOrd="0" presId="urn:microsoft.com/office/officeart/2005/8/layout/orgChart1"/>
    <dgm:cxn modelId="{F713C96E-3F65-4EAD-BCD8-F42197453B47}" type="presParOf" srcId="{C7A154A2-5BB2-46BF-9010-69657353E777}" destId="{EFA68F53-9A91-4E8C-AB4E-8F5CCE729EFF}" srcOrd="4" destOrd="0" presId="urn:microsoft.com/office/officeart/2005/8/layout/orgChart1"/>
    <dgm:cxn modelId="{BAF22560-A262-4217-A087-EE191B3B6EB3}" type="presParOf" srcId="{C7A154A2-5BB2-46BF-9010-69657353E777}" destId="{5D47FB38-16BC-4F5E-945B-B55B62FFC426}" srcOrd="5" destOrd="0" presId="urn:microsoft.com/office/officeart/2005/8/layout/orgChart1"/>
    <dgm:cxn modelId="{2836E48F-D99F-4140-94B6-1DF37B70335C}" type="presParOf" srcId="{5D47FB38-16BC-4F5E-945B-B55B62FFC426}" destId="{B9AC996B-C35D-4260-8D06-5FE7D2DA4EDE}" srcOrd="0" destOrd="0" presId="urn:microsoft.com/office/officeart/2005/8/layout/orgChart1"/>
    <dgm:cxn modelId="{DE27A8F3-19CA-42C4-81B5-07279939D114}" type="presParOf" srcId="{B9AC996B-C35D-4260-8D06-5FE7D2DA4EDE}" destId="{7CBB54AD-CAC1-467B-83B8-05186116BE23}" srcOrd="0" destOrd="0" presId="urn:microsoft.com/office/officeart/2005/8/layout/orgChart1"/>
    <dgm:cxn modelId="{26617EFD-0E8A-40E8-B427-4BAB6B20D0D5}" type="presParOf" srcId="{B9AC996B-C35D-4260-8D06-5FE7D2DA4EDE}" destId="{04C081D8-3087-435D-928D-2E33DE347FD8}" srcOrd="1" destOrd="0" presId="urn:microsoft.com/office/officeart/2005/8/layout/orgChart1"/>
    <dgm:cxn modelId="{D8419A12-64F7-45AF-AD4E-70F75A76F3D2}" type="presParOf" srcId="{5D47FB38-16BC-4F5E-945B-B55B62FFC426}" destId="{AFE1019A-F70D-48BE-B73E-4444722FBED0}" srcOrd="1" destOrd="0" presId="urn:microsoft.com/office/officeart/2005/8/layout/orgChart1"/>
    <dgm:cxn modelId="{9DAD5BEC-D965-4A4A-9127-F0852E77CE7F}" type="presParOf" srcId="{5D47FB38-16BC-4F5E-945B-B55B62FFC426}" destId="{883C309E-8BFB-48F8-9687-650F76901A74}" srcOrd="2" destOrd="0" presId="urn:microsoft.com/office/officeart/2005/8/layout/orgChart1"/>
    <dgm:cxn modelId="{39EF51A1-7BBA-49E8-88ED-783B0267A6A9}" type="presParOf" srcId="{C7A154A2-5BB2-46BF-9010-69657353E777}" destId="{6B9CB102-5930-4193-9271-2F4002F73FD0}" srcOrd="6" destOrd="0" presId="urn:microsoft.com/office/officeart/2005/8/layout/orgChart1"/>
    <dgm:cxn modelId="{C89861DE-AFFF-4434-A521-03D9C756BA1E}" type="presParOf" srcId="{C7A154A2-5BB2-46BF-9010-69657353E777}" destId="{8475C574-D631-415A-B5C3-3F713F92AA45}" srcOrd="7" destOrd="0" presId="urn:microsoft.com/office/officeart/2005/8/layout/orgChart1"/>
    <dgm:cxn modelId="{03B79EC3-AC76-4AEF-A032-4CC2714A8F78}" type="presParOf" srcId="{8475C574-D631-415A-B5C3-3F713F92AA45}" destId="{A85E2CA4-0B52-4C65-8F33-9361745AC23E}" srcOrd="0" destOrd="0" presId="urn:microsoft.com/office/officeart/2005/8/layout/orgChart1"/>
    <dgm:cxn modelId="{CB0A07C4-55A0-4FFB-A0C5-472EF5195941}" type="presParOf" srcId="{A85E2CA4-0B52-4C65-8F33-9361745AC23E}" destId="{1C82E22C-65CE-4494-9347-CDD0896A1E39}" srcOrd="0" destOrd="0" presId="urn:microsoft.com/office/officeart/2005/8/layout/orgChart1"/>
    <dgm:cxn modelId="{CC40B58C-73C3-4192-AA1F-A76EEB09CE34}" type="presParOf" srcId="{A85E2CA4-0B52-4C65-8F33-9361745AC23E}" destId="{BFCB7C6A-886F-407A-9150-BFABE97EAFD7}" srcOrd="1" destOrd="0" presId="urn:microsoft.com/office/officeart/2005/8/layout/orgChart1"/>
    <dgm:cxn modelId="{D68823B3-C514-452B-A0C7-B167FD84518E}" type="presParOf" srcId="{8475C574-D631-415A-B5C3-3F713F92AA45}" destId="{67BE91BE-AAE0-4AEF-B1E9-E64A60CB037E}" srcOrd="1" destOrd="0" presId="urn:microsoft.com/office/officeart/2005/8/layout/orgChart1"/>
    <dgm:cxn modelId="{7643968A-5CAE-404D-B09D-C2EE0C351844}" type="presParOf" srcId="{8475C574-D631-415A-B5C3-3F713F92AA45}" destId="{24455FC6-F04B-49B7-A974-5FBDD9870BDE}" srcOrd="2" destOrd="0" presId="urn:microsoft.com/office/officeart/2005/8/layout/orgChart1"/>
    <dgm:cxn modelId="{70BFE241-4883-4DAD-8459-642B8F8F5507}" type="presParOf" srcId="{C7A154A2-5BB2-46BF-9010-69657353E777}" destId="{95FB411C-4A3F-4211-AB1E-A2B6329EE908}" srcOrd="8" destOrd="0" presId="urn:microsoft.com/office/officeart/2005/8/layout/orgChart1"/>
    <dgm:cxn modelId="{185CC0F0-9039-4895-986A-48C6CA2A9DCA}" type="presParOf" srcId="{C7A154A2-5BB2-46BF-9010-69657353E777}" destId="{B1308ED9-54BB-4DF0-A6AD-ECB4004FF928}" srcOrd="9" destOrd="0" presId="urn:microsoft.com/office/officeart/2005/8/layout/orgChart1"/>
    <dgm:cxn modelId="{E553D747-ADF2-48DB-81A5-1DE7E9DD1764}" type="presParOf" srcId="{B1308ED9-54BB-4DF0-A6AD-ECB4004FF928}" destId="{33C194EB-DFFA-427A-BFFE-192DFD80D4EC}" srcOrd="0" destOrd="0" presId="urn:microsoft.com/office/officeart/2005/8/layout/orgChart1"/>
    <dgm:cxn modelId="{45531523-3314-4BD0-B7D9-1E8E428C4A8E}" type="presParOf" srcId="{33C194EB-DFFA-427A-BFFE-192DFD80D4EC}" destId="{FD9198A6-BEAD-4C83-B467-5D22E5F2D718}" srcOrd="0" destOrd="0" presId="urn:microsoft.com/office/officeart/2005/8/layout/orgChart1"/>
    <dgm:cxn modelId="{D4FEA29B-AA3F-47C8-AEDB-89490CAEC905}" type="presParOf" srcId="{33C194EB-DFFA-427A-BFFE-192DFD80D4EC}" destId="{46BA67D1-1A5C-4A5A-9670-53FE6250BA5E}" srcOrd="1" destOrd="0" presId="urn:microsoft.com/office/officeart/2005/8/layout/orgChart1"/>
    <dgm:cxn modelId="{E0686CE3-07A2-4866-94FD-01CD21D746C0}" type="presParOf" srcId="{B1308ED9-54BB-4DF0-A6AD-ECB4004FF928}" destId="{C9C9C9AC-DEB0-4936-A05C-F1C1ECC09EEA}" srcOrd="1" destOrd="0" presId="urn:microsoft.com/office/officeart/2005/8/layout/orgChart1"/>
    <dgm:cxn modelId="{28A6788B-7DB9-4D53-8784-74D258D68AF5}" type="presParOf" srcId="{B1308ED9-54BB-4DF0-A6AD-ECB4004FF928}" destId="{AA9108AD-2D52-40D0-9060-ADA75D4F8FD2}" srcOrd="2" destOrd="0" presId="urn:microsoft.com/office/officeart/2005/8/layout/orgChart1"/>
    <dgm:cxn modelId="{C7B0276B-AD47-4FE4-A224-FA8F176CE527}" type="presParOf" srcId="{C7A154A2-5BB2-46BF-9010-69657353E777}" destId="{F1DDDE21-B3DF-4CB1-AF68-01EBF2CEDB92}" srcOrd="10" destOrd="0" presId="urn:microsoft.com/office/officeart/2005/8/layout/orgChart1"/>
    <dgm:cxn modelId="{C6F931AC-FAF4-4965-81A7-B9D6799B6561}" type="presParOf" srcId="{C7A154A2-5BB2-46BF-9010-69657353E777}" destId="{E8D2D4F0-C4BC-4D40-BA9C-057B01303405}" srcOrd="11" destOrd="0" presId="urn:microsoft.com/office/officeart/2005/8/layout/orgChart1"/>
    <dgm:cxn modelId="{E1E855FB-607F-4B64-B1D8-C04BE74822EA}" type="presParOf" srcId="{E8D2D4F0-C4BC-4D40-BA9C-057B01303405}" destId="{87C644E0-E990-487D-9528-6829F6873A73}" srcOrd="0" destOrd="0" presId="urn:microsoft.com/office/officeart/2005/8/layout/orgChart1"/>
    <dgm:cxn modelId="{4D6D83F7-8BE3-4157-805F-D04792A38AE2}" type="presParOf" srcId="{87C644E0-E990-487D-9528-6829F6873A73}" destId="{D6A754E8-CB9E-4447-8DA3-F06EB6BC9F57}" srcOrd="0" destOrd="0" presId="urn:microsoft.com/office/officeart/2005/8/layout/orgChart1"/>
    <dgm:cxn modelId="{6C01F1A7-3E56-4474-A449-B439ACC43A89}" type="presParOf" srcId="{87C644E0-E990-487D-9528-6829F6873A73}" destId="{4B3333E3-9B2E-4A3B-B325-ABABEC5881AF}" srcOrd="1" destOrd="0" presId="urn:microsoft.com/office/officeart/2005/8/layout/orgChart1"/>
    <dgm:cxn modelId="{EF7A3FD2-2F54-4D02-B591-E6DD5BBB61B3}" type="presParOf" srcId="{E8D2D4F0-C4BC-4D40-BA9C-057B01303405}" destId="{70080E03-411F-4DF8-B58A-78FCA634DAD0}" srcOrd="1" destOrd="0" presId="urn:microsoft.com/office/officeart/2005/8/layout/orgChart1"/>
    <dgm:cxn modelId="{3D01E1AB-C520-48EA-853C-D2FD3689277E}" type="presParOf" srcId="{E8D2D4F0-C4BC-4D40-BA9C-057B01303405}" destId="{CEAF51FD-A37A-4D69-AC52-DB17DF710EE0}" srcOrd="2" destOrd="0" presId="urn:microsoft.com/office/officeart/2005/8/layout/orgChart1"/>
    <dgm:cxn modelId="{1BB4B4FF-577C-488E-AA92-4002274A975D}" type="presParOf" srcId="{C7A154A2-5BB2-46BF-9010-69657353E777}" destId="{4CDF05FD-FAAB-420D-9011-DF5B50D852B4}" srcOrd="12" destOrd="0" presId="urn:microsoft.com/office/officeart/2005/8/layout/orgChart1"/>
    <dgm:cxn modelId="{67DAEAB5-59C8-4699-92CE-8805C12FC36F}" type="presParOf" srcId="{C7A154A2-5BB2-46BF-9010-69657353E777}" destId="{AAB1B938-F295-446F-8360-1B21757C090E}" srcOrd="13" destOrd="0" presId="urn:microsoft.com/office/officeart/2005/8/layout/orgChart1"/>
    <dgm:cxn modelId="{D3165FD3-F26C-4445-86BE-8CEBB2718D4E}" type="presParOf" srcId="{AAB1B938-F295-446F-8360-1B21757C090E}" destId="{198B007A-AB57-4D66-A10E-24B22B0C2BB7}" srcOrd="0" destOrd="0" presId="urn:microsoft.com/office/officeart/2005/8/layout/orgChart1"/>
    <dgm:cxn modelId="{E6F17214-6DAC-406C-A902-3C6D16BEA2F0}" type="presParOf" srcId="{198B007A-AB57-4D66-A10E-24B22B0C2BB7}" destId="{D3D17E41-8495-4F85-80DC-DA1973951075}" srcOrd="0" destOrd="0" presId="urn:microsoft.com/office/officeart/2005/8/layout/orgChart1"/>
    <dgm:cxn modelId="{75B7E0BA-57B1-4460-ACC1-C9B90533F8D5}" type="presParOf" srcId="{198B007A-AB57-4D66-A10E-24B22B0C2BB7}" destId="{0662B61F-AAD8-42EA-BB9F-CBB0991D6042}" srcOrd="1" destOrd="0" presId="urn:microsoft.com/office/officeart/2005/8/layout/orgChart1"/>
    <dgm:cxn modelId="{09528DC8-99DB-46D0-A512-277D8E37952A}" type="presParOf" srcId="{AAB1B938-F295-446F-8360-1B21757C090E}" destId="{E2F71E79-48D7-492A-A8A4-58815DF5AEB2}" srcOrd="1" destOrd="0" presId="urn:microsoft.com/office/officeart/2005/8/layout/orgChart1"/>
    <dgm:cxn modelId="{5A4A104E-87DA-4AC9-961C-D5E9812B2F12}" type="presParOf" srcId="{AAB1B938-F295-446F-8360-1B21757C090E}" destId="{80E40353-18D3-4011-85AD-F729D27A534E}" srcOrd="2" destOrd="0" presId="urn:microsoft.com/office/officeart/2005/8/layout/orgChart1"/>
    <dgm:cxn modelId="{E973BC40-3969-45AA-B83E-3A73622DB140}" type="presParOf" srcId="{01452F01-78BC-4D30-88DF-70458F4DBDCB}" destId="{84544550-77DC-4FBD-93CA-B287D0B5AB65}" srcOrd="2" destOrd="0" presId="urn:microsoft.com/office/officeart/2005/8/layout/orgChart1"/>
    <dgm:cxn modelId="{1A5ACA2C-C119-4181-A970-A61C46584359}" type="presParOf" srcId="{D0FB15CE-8709-4E29-BAE7-1A46987A0AE2}" destId="{888EF909-351F-472B-AA47-5590A97F7CAA}" srcOrd="2" destOrd="0" presId="urn:microsoft.com/office/officeart/2005/8/layout/orgChart1"/>
    <dgm:cxn modelId="{9C62AB5F-7C09-46F6-8BE8-F831D3E9920D}" type="presParOf" srcId="{1CB62327-0FD1-4229-A831-3E2B2CB1C5CE}" destId="{9829307F-24D9-4673-9F34-B7A04ED6DB13}" srcOrd="14" destOrd="0" presId="urn:microsoft.com/office/officeart/2005/8/layout/orgChart1"/>
    <dgm:cxn modelId="{7F784A4F-E040-460C-8FA5-F3F563281EB5}" type="presParOf" srcId="{1CB62327-0FD1-4229-A831-3E2B2CB1C5CE}" destId="{BCC2A141-1F97-43F1-ACAF-0AA1349D39EE}" srcOrd="15" destOrd="0" presId="urn:microsoft.com/office/officeart/2005/8/layout/orgChart1"/>
    <dgm:cxn modelId="{2665691B-6AF8-447C-B461-4759387FBB13}" type="presParOf" srcId="{BCC2A141-1F97-43F1-ACAF-0AA1349D39EE}" destId="{E4C4E92D-0B78-478A-AA0A-244F9837D416}" srcOrd="0" destOrd="0" presId="urn:microsoft.com/office/officeart/2005/8/layout/orgChart1"/>
    <dgm:cxn modelId="{CB603116-AD97-4CB8-B8A9-181DD779FAAC}" type="presParOf" srcId="{E4C4E92D-0B78-478A-AA0A-244F9837D416}" destId="{58DD75B2-08D6-4CBC-88F9-D6DDE9C5E101}" srcOrd="0" destOrd="0" presId="urn:microsoft.com/office/officeart/2005/8/layout/orgChart1"/>
    <dgm:cxn modelId="{C5FC9544-3381-4ECF-8D63-277E51DB0B8B}" type="presParOf" srcId="{E4C4E92D-0B78-478A-AA0A-244F9837D416}" destId="{A793CC41-41A0-4BC4-8EEB-81EAD9A826EA}" srcOrd="1" destOrd="0" presId="urn:microsoft.com/office/officeart/2005/8/layout/orgChart1"/>
    <dgm:cxn modelId="{4C0A0A8F-5FCD-4F86-BD66-7403F9998268}" type="presParOf" srcId="{BCC2A141-1F97-43F1-ACAF-0AA1349D39EE}" destId="{D991294D-3026-42B3-A11D-C3ECFA0C5982}" srcOrd="1" destOrd="0" presId="urn:microsoft.com/office/officeart/2005/8/layout/orgChart1"/>
    <dgm:cxn modelId="{6CD7DA75-B7E2-437C-B692-0D73563E1D63}" type="presParOf" srcId="{D991294D-3026-42B3-A11D-C3ECFA0C5982}" destId="{C83D10FB-9E8F-4EF2-8CD7-00CD9F052588}" srcOrd="0" destOrd="0" presId="urn:microsoft.com/office/officeart/2005/8/layout/orgChart1"/>
    <dgm:cxn modelId="{B77F7D30-AAFE-4E16-8F6D-4CA54FEF4828}" type="presParOf" srcId="{D991294D-3026-42B3-A11D-C3ECFA0C5982}" destId="{4E44F75E-94F5-41EB-8A07-493552596BA2}" srcOrd="1" destOrd="0" presId="urn:microsoft.com/office/officeart/2005/8/layout/orgChart1"/>
    <dgm:cxn modelId="{B43FBC6E-45E9-4705-9681-888A0E2FA715}" type="presParOf" srcId="{4E44F75E-94F5-41EB-8A07-493552596BA2}" destId="{4A34A99F-D864-40CC-860C-D2F555C8CDBE}" srcOrd="0" destOrd="0" presId="urn:microsoft.com/office/officeart/2005/8/layout/orgChart1"/>
    <dgm:cxn modelId="{A127FD79-111C-46EE-8764-6E5354ED8602}" type="presParOf" srcId="{4A34A99F-D864-40CC-860C-D2F555C8CDBE}" destId="{315DA511-429D-428C-B0E7-95CB0A509CA3}" srcOrd="0" destOrd="0" presId="urn:microsoft.com/office/officeart/2005/8/layout/orgChart1"/>
    <dgm:cxn modelId="{F87CD69B-919C-4766-B352-36622E1D6002}" type="presParOf" srcId="{4A34A99F-D864-40CC-860C-D2F555C8CDBE}" destId="{8A727386-D22B-4219-A8DF-0788F0C275F6}" srcOrd="1" destOrd="0" presId="urn:microsoft.com/office/officeart/2005/8/layout/orgChart1"/>
    <dgm:cxn modelId="{4A6AEA73-BF83-4EED-BBAD-2746ACDA7117}" type="presParOf" srcId="{4E44F75E-94F5-41EB-8A07-493552596BA2}" destId="{14BF32C2-FF94-4FE0-AB2B-6FA28CB8B276}" srcOrd="1" destOrd="0" presId="urn:microsoft.com/office/officeart/2005/8/layout/orgChart1"/>
    <dgm:cxn modelId="{D063759A-1D65-4EFC-952E-D24733A2D435}" type="presParOf" srcId="{14BF32C2-FF94-4FE0-AB2B-6FA28CB8B276}" destId="{F6B0100B-01DA-4C1E-B6C2-7CAD9CA9138B}" srcOrd="0" destOrd="0" presId="urn:microsoft.com/office/officeart/2005/8/layout/orgChart1"/>
    <dgm:cxn modelId="{0A1B7E39-CC47-469F-894F-5CF560273784}" type="presParOf" srcId="{14BF32C2-FF94-4FE0-AB2B-6FA28CB8B276}" destId="{020AA99D-6555-4B28-8E63-C9991F5A5988}" srcOrd="1" destOrd="0" presId="urn:microsoft.com/office/officeart/2005/8/layout/orgChart1"/>
    <dgm:cxn modelId="{95B5711A-BA02-41A0-AEE4-B45A9A5E64C6}" type="presParOf" srcId="{020AA99D-6555-4B28-8E63-C9991F5A5988}" destId="{677DD290-0A98-4317-908C-50CD44903EFE}" srcOrd="0" destOrd="0" presId="urn:microsoft.com/office/officeart/2005/8/layout/orgChart1"/>
    <dgm:cxn modelId="{8AEF4D97-37CE-4E60-AB4F-B5A1154758F0}" type="presParOf" srcId="{677DD290-0A98-4317-908C-50CD44903EFE}" destId="{6BE2F6F4-39D2-4DDD-B403-5C49967CF777}" srcOrd="0" destOrd="0" presId="urn:microsoft.com/office/officeart/2005/8/layout/orgChart1"/>
    <dgm:cxn modelId="{FF7AC271-35D1-4707-A0A3-0D832F142E12}" type="presParOf" srcId="{677DD290-0A98-4317-908C-50CD44903EFE}" destId="{F0C244B5-620E-4888-B945-308527BF9459}" srcOrd="1" destOrd="0" presId="urn:microsoft.com/office/officeart/2005/8/layout/orgChart1"/>
    <dgm:cxn modelId="{0DB16124-D982-4F46-86F9-7E859736D8D1}" type="presParOf" srcId="{020AA99D-6555-4B28-8E63-C9991F5A5988}" destId="{1D5E4579-19DB-4BB4-962A-0BB6FC7E6014}" srcOrd="1" destOrd="0" presId="urn:microsoft.com/office/officeart/2005/8/layout/orgChart1"/>
    <dgm:cxn modelId="{C491BAC7-C17B-47DE-AB2D-52A6ED845F93}" type="presParOf" srcId="{020AA99D-6555-4B28-8E63-C9991F5A5988}" destId="{E969F791-5EA1-45BD-8C1D-9013DBEA5BB9}" srcOrd="2" destOrd="0" presId="urn:microsoft.com/office/officeart/2005/8/layout/orgChart1"/>
    <dgm:cxn modelId="{86B51155-95F4-4449-8831-A5E1801A7F19}" type="presParOf" srcId="{14BF32C2-FF94-4FE0-AB2B-6FA28CB8B276}" destId="{95D1733F-8E73-40DC-A9B5-3F7EE56908CE}" srcOrd="2" destOrd="0" presId="urn:microsoft.com/office/officeart/2005/8/layout/orgChart1"/>
    <dgm:cxn modelId="{5DCCB9E7-37A3-40BD-94CA-D3A543122573}" type="presParOf" srcId="{14BF32C2-FF94-4FE0-AB2B-6FA28CB8B276}" destId="{0A8BCF2E-7B7E-47FE-9135-DBDE1BF4FD4F}" srcOrd="3" destOrd="0" presId="urn:microsoft.com/office/officeart/2005/8/layout/orgChart1"/>
    <dgm:cxn modelId="{F191E0FA-5689-4097-92A2-D019A0EFEBCC}" type="presParOf" srcId="{0A8BCF2E-7B7E-47FE-9135-DBDE1BF4FD4F}" destId="{FCF0BA2A-5DCF-4174-9973-ED86F6D60CDC}" srcOrd="0" destOrd="0" presId="urn:microsoft.com/office/officeart/2005/8/layout/orgChart1"/>
    <dgm:cxn modelId="{CFC33051-4A24-462E-BC9B-930B311C3E85}" type="presParOf" srcId="{FCF0BA2A-5DCF-4174-9973-ED86F6D60CDC}" destId="{CAC3B591-A616-4638-BBE3-2B7FA40F8B5A}" srcOrd="0" destOrd="0" presId="urn:microsoft.com/office/officeart/2005/8/layout/orgChart1"/>
    <dgm:cxn modelId="{DCD7E350-4638-4749-BEFB-AD0C2F5D5DD3}" type="presParOf" srcId="{FCF0BA2A-5DCF-4174-9973-ED86F6D60CDC}" destId="{4311BA6E-2CF0-4646-98E6-1CD2B6ED86B7}" srcOrd="1" destOrd="0" presId="urn:microsoft.com/office/officeart/2005/8/layout/orgChart1"/>
    <dgm:cxn modelId="{3F5733A0-D081-479C-9F15-9F6A834875F1}" type="presParOf" srcId="{0A8BCF2E-7B7E-47FE-9135-DBDE1BF4FD4F}" destId="{FFF76E4C-DC56-41BB-B278-E8CE9FB83915}" srcOrd="1" destOrd="0" presId="urn:microsoft.com/office/officeart/2005/8/layout/orgChart1"/>
    <dgm:cxn modelId="{B62F81F5-F7AA-459E-9542-8C24506A95DE}" type="presParOf" srcId="{0A8BCF2E-7B7E-47FE-9135-DBDE1BF4FD4F}" destId="{C7253FEF-00B5-46F0-83B9-110E88AF6DE8}" srcOrd="2" destOrd="0" presId="urn:microsoft.com/office/officeart/2005/8/layout/orgChart1"/>
    <dgm:cxn modelId="{CDF4D466-FC2B-4BD7-8D4B-99782BF48506}" type="presParOf" srcId="{14BF32C2-FF94-4FE0-AB2B-6FA28CB8B276}" destId="{D952E374-B74F-4C79-9619-B108847F2A92}" srcOrd="4" destOrd="0" presId="urn:microsoft.com/office/officeart/2005/8/layout/orgChart1"/>
    <dgm:cxn modelId="{813C0E57-0DB9-4BA8-B03F-B284DA06D1A0}" type="presParOf" srcId="{14BF32C2-FF94-4FE0-AB2B-6FA28CB8B276}" destId="{C4EAD036-82A6-47E9-8411-99B8A96CF7AC}" srcOrd="5" destOrd="0" presId="urn:microsoft.com/office/officeart/2005/8/layout/orgChart1"/>
    <dgm:cxn modelId="{7945E189-E5AE-4FA2-9309-34272BDA2B8C}" type="presParOf" srcId="{C4EAD036-82A6-47E9-8411-99B8A96CF7AC}" destId="{8D98D827-B8F9-441F-9F48-6D1D2A5AA6C6}" srcOrd="0" destOrd="0" presId="urn:microsoft.com/office/officeart/2005/8/layout/orgChart1"/>
    <dgm:cxn modelId="{FA779EDA-B13F-4F42-A0FB-833E1D3E3394}" type="presParOf" srcId="{8D98D827-B8F9-441F-9F48-6D1D2A5AA6C6}" destId="{D55A83C3-1273-46F4-ADFD-2F93FC62822E}" srcOrd="0" destOrd="0" presId="urn:microsoft.com/office/officeart/2005/8/layout/orgChart1"/>
    <dgm:cxn modelId="{91A05B00-15AB-4EDE-A01B-124B712BA85E}" type="presParOf" srcId="{8D98D827-B8F9-441F-9F48-6D1D2A5AA6C6}" destId="{5896678A-33D8-4ECE-9854-B938536F3434}" srcOrd="1" destOrd="0" presId="urn:microsoft.com/office/officeart/2005/8/layout/orgChart1"/>
    <dgm:cxn modelId="{27A2BC86-7317-48A0-8D73-A4ED80A9F69A}" type="presParOf" srcId="{C4EAD036-82A6-47E9-8411-99B8A96CF7AC}" destId="{5D91A335-780A-4C42-A888-2BD1C2F6BB33}" srcOrd="1" destOrd="0" presId="urn:microsoft.com/office/officeart/2005/8/layout/orgChart1"/>
    <dgm:cxn modelId="{2535FF45-CEB8-4395-8647-649764EC1A27}" type="presParOf" srcId="{C4EAD036-82A6-47E9-8411-99B8A96CF7AC}" destId="{2F64D3E1-23FF-489B-8361-6495BF4CC608}" srcOrd="2" destOrd="0" presId="urn:microsoft.com/office/officeart/2005/8/layout/orgChart1"/>
    <dgm:cxn modelId="{C924C721-846A-42C6-82EA-A81E9AF1BCE4}" type="presParOf" srcId="{14BF32C2-FF94-4FE0-AB2B-6FA28CB8B276}" destId="{2CC819CC-D1FD-4B58-9397-16D913E75CDB}" srcOrd="6" destOrd="0" presId="urn:microsoft.com/office/officeart/2005/8/layout/orgChart1"/>
    <dgm:cxn modelId="{EC8B4F95-07C5-4A99-AA8E-2FE13985B964}" type="presParOf" srcId="{14BF32C2-FF94-4FE0-AB2B-6FA28CB8B276}" destId="{CD6CBCEB-3E3D-4A6A-8389-251166006A0E}" srcOrd="7" destOrd="0" presId="urn:microsoft.com/office/officeart/2005/8/layout/orgChart1"/>
    <dgm:cxn modelId="{9BD01E05-3597-4709-9CE8-BC42865B2896}" type="presParOf" srcId="{CD6CBCEB-3E3D-4A6A-8389-251166006A0E}" destId="{4846616C-E9F2-4ADB-8362-2C65FA3C969F}" srcOrd="0" destOrd="0" presId="urn:microsoft.com/office/officeart/2005/8/layout/orgChart1"/>
    <dgm:cxn modelId="{3FAA991E-94B0-493D-96CC-683F87F4D5F0}" type="presParOf" srcId="{4846616C-E9F2-4ADB-8362-2C65FA3C969F}" destId="{5F678C12-7EEC-460D-AC68-8CCFACF06733}" srcOrd="0" destOrd="0" presId="urn:microsoft.com/office/officeart/2005/8/layout/orgChart1"/>
    <dgm:cxn modelId="{C5F2EA1D-C79B-4365-A006-831C160E68E0}" type="presParOf" srcId="{4846616C-E9F2-4ADB-8362-2C65FA3C969F}" destId="{EE8464B4-2A4C-40D2-8616-3CB37DC3E60B}" srcOrd="1" destOrd="0" presId="urn:microsoft.com/office/officeart/2005/8/layout/orgChart1"/>
    <dgm:cxn modelId="{A75C709C-772C-4678-8D5B-3D63ABF09AD4}" type="presParOf" srcId="{CD6CBCEB-3E3D-4A6A-8389-251166006A0E}" destId="{AD8E8DD6-571D-4004-8D99-38AC9C65D003}" srcOrd="1" destOrd="0" presId="urn:microsoft.com/office/officeart/2005/8/layout/orgChart1"/>
    <dgm:cxn modelId="{E74BE160-59BA-4B22-8FF8-B0B2FC457EE6}" type="presParOf" srcId="{CD6CBCEB-3E3D-4A6A-8389-251166006A0E}" destId="{B5452EB0-7B09-491C-B946-C136E026C121}" srcOrd="2" destOrd="0" presId="urn:microsoft.com/office/officeart/2005/8/layout/orgChart1"/>
    <dgm:cxn modelId="{C2A26359-D150-44CE-BF5C-BB7CA305ECEB}" type="presParOf" srcId="{14BF32C2-FF94-4FE0-AB2B-6FA28CB8B276}" destId="{10A052D8-0E36-4624-82EB-65D8289A1E80}" srcOrd="8" destOrd="0" presId="urn:microsoft.com/office/officeart/2005/8/layout/orgChart1"/>
    <dgm:cxn modelId="{F5CE7075-2D81-42B3-AE27-7B93BF62F7E6}" type="presParOf" srcId="{14BF32C2-FF94-4FE0-AB2B-6FA28CB8B276}" destId="{278C1EFE-27FC-4370-A930-123B8DC99A44}" srcOrd="9" destOrd="0" presId="urn:microsoft.com/office/officeart/2005/8/layout/orgChart1"/>
    <dgm:cxn modelId="{CC4BEBD7-66AF-4F23-B404-6A2769CAA62D}" type="presParOf" srcId="{278C1EFE-27FC-4370-A930-123B8DC99A44}" destId="{DF7BDF0A-987F-47CE-B98E-047B386917CE}" srcOrd="0" destOrd="0" presId="urn:microsoft.com/office/officeart/2005/8/layout/orgChart1"/>
    <dgm:cxn modelId="{6824FF72-1667-4028-A335-F44EEF4B0DA3}" type="presParOf" srcId="{DF7BDF0A-987F-47CE-B98E-047B386917CE}" destId="{7A939B6A-6967-4277-AC5E-CD62031F83FE}" srcOrd="0" destOrd="0" presId="urn:microsoft.com/office/officeart/2005/8/layout/orgChart1"/>
    <dgm:cxn modelId="{8DD2D121-E2E7-4F73-A599-F9E0597D8947}" type="presParOf" srcId="{DF7BDF0A-987F-47CE-B98E-047B386917CE}" destId="{E35B4C34-8C6A-4614-A545-AB7A02567676}" srcOrd="1" destOrd="0" presId="urn:microsoft.com/office/officeart/2005/8/layout/orgChart1"/>
    <dgm:cxn modelId="{CF43048A-807E-4F7B-8C0B-0F3DE36799D1}" type="presParOf" srcId="{278C1EFE-27FC-4370-A930-123B8DC99A44}" destId="{61F32E4D-BD1D-457A-AC9B-0E4605F10F09}" srcOrd="1" destOrd="0" presId="urn:microsoft.com/office/officeart/2005/8/layout/orgChart1"/>
    <dgm:cxn modelId="{F0DD7D34-8679-4192-9607-43A5579F5944}" type="presParOf" srcId="{278C1EFE-27FC-4370-A930-123B8DC99A44}" destId="{580E7BEA-1711-4D1C-A119-8B5956AC148B}" srcOrd="2" destOrd="0" presId="urn:microsoft.com/office/officeart/2005/8/layout/orgChart1"/>
    <dgm:cxn modelId="{E344D1AA-8630-4759-9C3A-15C69FDF3C03}" type="presParOf" srcId="{14BF32C2-FF94-4FE0-AB2B-6FA28CB8B276}" destId="{A98DA5E1-A399-480A-A183-8EA21676575E}" srcOrd="10" destOrd="0" presId="urn:microsoft.com/office/officeart/2005/8/layout/orgChart1"/>
    <dgm:cxn modelId="{E234B26A-2FB2-4B34-A3A8-C2689CA5C64F}" type="presParOf" srcId="{14BF32C2-FF94-4FE0-AB2B-6FA28CB8B276}" destId="{47A6CC23-7406-4167-B706-A50687ADC1BF}" srcOrd="11" destOrd="0" presId="urn:microsoft.com/office/officeart/2005/8/layout/orgChart1"/>
    <dgm:cxn modelId="{43A8FFF9-B7F4-49B9-9D79-9F6394440F75}" type="presParOf" srcId="{47A6CC23-7406-4167-B706-A50687ADC1BF}" destId="{1FA9E52A-014B-4500-8439-D164B082D3D8}" srcOrd="0" destOrd="0" presId="urn:microsoft.com/office/officeart/2005/8/layout/orgChart1"/>
    <dgm:cxn modelId="{AA7D566D-4264-4C95-8ADC-AFA2AB167BE8}" type="presParOf" srcId="{1FA9E52A-014B-4500-8439-D164B082D3D8}" destId="{CEE4B99C-6DC8-4740-8C4A-A72B34F3183E}" srcOrd="0" destOrd="0" presId="urn:microsoft.com/office/officeart/2005/8/layout/orgChart1"/>
    <dgm:cxn modelId="{7D86FE32-C2D5-42F4-A76E-BFD68CEE8171}" type="presParOf" srcId="{1FA9E52A-014B-4500-8439-D164B082D3D8}" destId="{715B4BEA-E98E-4587-84B6-2ADC44B00453}" srcOrd="1" destOrd="0" presId="urn:microsoft.com/office/officeart/2005/8/layout/orgChart1"/>
    <dgm:cxn modelId="{F7E06053-F721-452A-A2E7-50804069359A}" type="presParOf" srcId="{47A6CC23-7406-4167-B706-A50687ADC1BF}" destId="{06FF81E7-4DA1-43C2-9E27-E1EDBD5B3F14}" srcOrd="1" destOrd="0" presId="urn:microsoft.com/office/officeart/2005/8/layout/orgChart1"/>
    <dgm:cxn modelId="{8FAC28E0-314D-4DE9-B2AA-45F391BF8354}" type="presParOf" srcId="{47A6CC23-7406-4167-B706-A50687ADC1BF}" destId="{50CC92A6-3651-4981-BCD2-5C1ABB8EFE77}" srcOrd="2" destOrd="0" presId="urn:microsoft.com/office/officeart/2005/8/layout/orgChart1"/>
    <dgm:cxn modelId="{C023C53E-30F6-4C71-86A3-E7B8E060C20B}" type="presParOf" srcId="{4E44F75E-94F5-41EB-8A07-493552596BA2}" destId="{58767B63-AFB2-480C-93D8-EAC7948265BA}" srcOrd="2" destOrd="0" presId="urn:microsoft.com/office/officeart/2005/8/layout/orgChart1"/>
    <dgm:cxn modelId="{98BF1749-00BE-4C99-95BC-6E7C2696E8BB}" type="presParOf" srcId="{D991294D-3026-42B3-A11D-C3ECFA0C5982}" destId="{6B25156B-47AA-4CBB-9E2D-0A0D89293BB7}" srcOrd="2" destOrd="0" presId="urn:microsoft.com/office/officeart/2005/8/layout/orgChart1"/>
    <dgm:cxn modelId="{FC241FDC-1A5F-49C5-8870-385A3D3D195E}" type="presParOf" srcId="{D991294D-3026-42B3-A11D-C3ECFA0C5982}" destId="{52C5F0F5-F399-4A6B-8F1D-F893EA4D0D4D}" srcOrd="3" destOrd="0" presId="urn:microsoft.com/office/officeart/2005/8/layout/orgChart1"/>
    <dgm:cxn modelId="{CC547661-3840-4AAF-BAC3-0D5EBECA1939}" type="presParOf" srcId="{52C5F0F5-F399-4A6B-8F1D-F893EA4D0D4D}" destId="{F45DD761-C445-494F-B658-E2CAA4C38655}" srcOrd="0" destOrd="0" presId="urn:microsoft.com/office/officeart/2005/8/layout/orgChart1"/>
    <dgm:cxn modelId="{BB2BBDB9-2571-4330-9AC5-33B7D733B099}" type="presParOf" srcId="{F45DD761-C445-494F-B658-E2CAA4C38655}" destId="{EE3E6A87-1CDE-4AED-99FD-720DF80D40EF}" srcOrd="0" destOrd="0" presId="urn:microsoft.com/office/officeart/2005/8/layout/orgChart1"/>
    <dgm:cxn modelId="{D9A3980A-87D7-45E7-A7EF-EF6C3F4BA0FF}" type="presParOf" srcId="{F45DD761-C445-494F-B658-E2CAA4C38655}" destId="{BCAC2468-D8BB-4491-A057-36C5B12C5B66}" srcOrd="1" destOrd="0" presId="urn:microsoft.com/office/officeart/2005/8/layout/orgChart1"/>
    <dgm:cxn modelId="{8CF32CED-3B33-4443-93B1-1FE9F9096C9A}" type="presParOf" srcId="{52C5F0F5-F399-4A6B-8F1D-F893EA4D0D4D}" destId="{B7D7BC0C-D3BD-443B-AB08-995477BD563E}" srcOrd="1" destOrd="0" presId="urn:microsoft.com/office/officeart/2005/8/layout/orgChart1"/>
    <dgm:cxn modelId="{495166D4-0663-46B2-9287-C48ECDDA8672}" type="presParOf" srcId="{B7D7BC0C-D3BD-443B-AB08-995477BD563E}" destId="{1501D6B4-7B68-4062-99B1-E20045386F2C}" srcOrd="0" destOrd="0" presId="urn:microsoft.com/office/officeart/2005/8/layout/orgChart1"/>
    <dgm:cxn modelId="{001182A9-8822-434A-9C94-3D2EB1B75A4E}" type="presParOf" srcId="{B7D7BC0C-D3BD-443B-AB08-995477BD563E}" destId="{71336817-7DA5-44F1-8B4F-06F6238D063B}" srcOrd="1" destOrd="0" presId="urn:microsoft.com/office/officeart/2005/8/layout/orgChart1"/>
    <dgm:cxn modelId="{81C85E0B-9CA4-4EFD-B004-B4570CDA5C86}" type="presParOf" srcId="{71336817-7DA5-44F1-8B4F-06F6238D063B}" destId="{246D44B2-1058-40B2-9D7D-679BC41AA116}" srcOrd="0" destOrd="0" presId="urn:microsoft.com/office/officeart/2005/8/layout/orgChart1"/>
    <dgm:cxn modelId="{0CCC863F-3DDD-4AC7-86D6-1542C8961744}" type="presParOf" srcId="{246D44B2-1058-40B2-9D7D-679BC41AA116}" destId="{5E9A3793-8227-47B1-A8FB-C7A2DB565813}" srcOrd="0" destOrd="0" presId="urn:microsoft.com/office/officeart/2005/8/layout/orgChart1"/>
    <dgm:cxn modelId="{0A714956-36AD-4CB4-B1A0-AB17EEDDBB2B}" type="presParOf" srcId="{246D44B2-1058-40B2-9D7D-679BC41AA116}" destId="{B03CBD79-6BBB-4911-9726-B0586A533675}" srcOrd="1" destOrd="0" presId="urn:microsoft.com/office/officeart/2005/8/layout/orgChart1"/>
    <dgm:cxn modelId="{C5654F98-B8DE-42FB-9BEF-120B1D7BC84A}" type="presParOf" srcId="{71336817-7DA5-44F1-8B4F-06F6238D063B}" destId="{9AD729EC-7F8B-475C-99BD-653656FFE124}" srcOrd="1" destOrd="0" presId="urn:microsoft.com/office/officeart/2005/8/layout/orgChart1"/>
    <dgm:cxn modelId="{086ACBED-E543-4FA7-9D98-A6D53F804106}" type="presParOf" srcId="{71336817-7DA5-44F1-8B4F-06F6238D063B}" destId="{1DAD0FC6-F9A8-4AF0-8ADB-6B086B6BB2D1}" srcOrd="2" destOrd="0" presId="urn:microsoft.com/office/officeart/2005/8/layout/orgChart1"/>
    <dgm:cxn modelId="{D8CFD492-3950-4307-8ECA-98ECFC88BA6E}" type="presParOf" srcId="{B7D7BC0C-D3BD-443B-AB08-995477BD563E}" destId="{08BE3875-FEA3-441E-A210-D759E8BDEED7}" srcOrd="2" destOrd="0" presId="urn:microsoft.com/office/officeart/2005/8/layout/orgChart1"/>
    <dgm:cxn modelId="{286F516F-3B47-431C-ABE5-333B6B24581D}" type="presParOf" srcId="{B7D7BC0C-D3BD-443B-AB08-995477BD563E}" destId="{A60DEF98-963D-49F9-8C22-46A4FA214858}" srcOrd="3" destOrd="0" presId="urn:microsoft.com/office/officeart/2005/8/layout/orgChart1"/>
    <dgm:cxn modelId="{81265357-3A8E-43EB-8F60-36F70F606E10}" type="presParOf" srcId="{A60DEF98-963D-49F9-8C22-46A4FA214858}" destId="{FA6744A6-561E-412B-B508-EE2F98C879A1}" srcOrd="0" destOrd="0" presId="urn:microsoft.com/office/officeart/2005/8/layout/orgChart1"/>
    <dgm:cxn modelId="{986B6AB9-A09F-41A1-BF47-BD838F9A93DB}" type="presParOf" srcId="{FA6744A6-561E-412B-B508-EE2F98C879A1}" destId="{1B190409-440F-4ED9-807D-2CE99E3DE6C0}" srcOrd="0" destOrd="0" presId="urn:microsoft.com/office/officeart/2005/8/layout/orgChart1"/>
    <dgm:cxn modelId="{1F99AAD6-0693-407C-9D34-789774F5299C}" type="presParOf" srcId="{FA6744A6-561E-412B-B508-EE2F98C879A1}" destId="{E3F29230-2913-42E4-A7AE-0A5E724975C9}" srcOrd="1" destOrd="0" presId="urn:microsoft.com/office/officeart/2005/8/layout/orgChart1"/>
    <dgm:cxn modelId="{8A446A56-08F5-4537-BCE5-7A3F6F9D430D}" type="presParOf" srcId="{A60DEF98-963D-49F9-8C22-46A4FA214858}" destId="{1F67EABF-88C9-425A-9657-CE15DC980FD2}" srcOrd="1" destOrd="0" presId="urn:microsoft.com/office/officeart/2005/8/layout/orgChart1"/>
    <dgm:cxn modelId="{71520087-2E30-42FB-BB3A-9373CC025880}" type="presParOf" srcId="{A60DEF98-963D-49F9-8C22-46A4FA214858}" destId="{236DE73F-AEC8-4056-B7F6-51E091FAD8F7}" srcOrd="2" destOrd="0" presId="urn:microsoft.com/office/officeart/2005/8/layout/orgChart1"/>
    <dgm:cxn modelId="{1119CB09-53D1-4B90-83AD-30DA2595A952}" type="presParOf" srcId="{52C5F0F5-F399-4A6B-8F1D-F893EA4D0D4D}" destId="{C072497F-C368-49A6-BD0D-B97FFF7202CD}" srcOrd="2" destOrd="0" presId="urn:microsoft.com/office/officeart/2005/8/layout/orgChart1"/>
    <dgm:cxn modelId="{B75385CB-7B61-445A-980B-494EC1E37AA2}" type="presParOf" srcId="{D991294D-3026-42B3-A11D-C3ECFA0C5982}" destId="{F81BB453-7B31-41B9-9ABE-F8CF87B741F3}" srcOrd="4" destOrd="0" presId="urn:microsoft.com/office/officeart/2005/8/layout/orgChart1"/>
    <dgm:cxn modelId="{CEE5F2A9-0A52-4F30-B318-6C70A6080F42}" type="presParOf" srcId="{D991294D-3026-42B3-A11D-C3ECFA0C5982}" destId="{E67C30D2-5381-423A-84CF-B4019035DD13}" srcOrd="5" destOrd="0" presId="urn:microsoft.com/office/officeart/2005/8/layout/orgChart1"/>
    <dgm:cxn modelId="{3B0BD4AB-1161-4149-880B-C43D90B4A47A}" type="presParOf" srcId="{E67C30D2-5381-423A-84CF-B4019035DD13}" destId="{7AAB5471-3635-4DD5-AA03-32F7100DD7A4}" srcOrd="0" destOrd="0" presId="urn:microsoft.com/office/officeart/2005/8/layout/orgChart1"/>
    <dgm:cxn modelId="{BA886418-F84B-4282-A78B-2515B209B50C}" type="presParOf" srcId="{7AAB5471-3635-4DD5-AA03-32F7100DD7A4}" destId="{0E27D6A9-68FF-463A-949A-5D37E5250483}" srcOrd="0" destOrd="0" presId="urn:microsoft.com/office/officeart/2005/8/layout/orgChart1"/>
    <dgm:cxn modelId="{C136BA47-6050-47B8-99E9-3C0AA46425AC}" type="presParOf" srcId="{7AAB5471-3635-4DD5-AA03-32F7100DD7A4}" destId="{BDA3BEF5-0A22-419E-90ED-51F752BEFF65}" srcOrd="1" destOrd="0" presId="urn:microsoft.com/office/officeart/2005/8/layout/orgChart1"/>
    <dgm:cxn modelId="{A5A6B281-C5F2-4703-9592-43C42E587CA6}" type="presParOf" srcId="{E67C30D2-5381-423A-84CF-B4019035DD13}" destId="{B994B797-1278-4E16-BD72-498722E6C890}" srcOrd="1" destOrd="0" presId="urn:microsoft.com/office/officeart/2005/8/layout/orgChart1"/>
    <dgm:cxn modelId="{CDCF4B94-23CC-4DDE-842E-187E638BF488}" type="presParOf" srcId="{B994B797-1278-4E16-BD72-498722E6C890}" destId="{EE1E98CF-C869-4151-83BA-B82976A6C1F4}" srcOrd="0" destOrd="0" presId="urn:microsoft.com/office/officeart/2005/8/layout/orgChart1"/>
    <dgm:cxn modelId="{59205A00-360A-4559-95B1-436F2D864097}" type="presParOf" srcId="{B994B797-1278-4E16-BD72-498722E6C890}" destId="{0884EBCD-00DC-4C85-A0B2-3BFBFC490C03}" srcOrd="1" destOrd="0" presId="urn:microsoft.com/office/officeart/2005/8/layout/orgChart1"/>
    <dgm:cxn modelId="{E506D873-7F80-4BE9-B8FC-CE5467EE7557}" type="presParOf" srcId="{0884EBCD-00DC-4C85-A0B2-3BFBFC490C03}" destId="{C45110C7-03E5-4EED-BDC8-D5AC492C6CE1}" srcOrd="0" destOrd="0" presId="urn:microsoft.com/office/officeart/2005/8/layout/orgChart1"/>
    <dgm:cxn modelId="{253A4403-879F-4D8C-9E57-EF683C75FF97}" type="presParOf" srcId="{C45110C7-03E5-4EED-BDC8-D5AC492C6CE1}" destId="{295D0E87-4F7F-4605-9D36-DEFD932B00A3}" srcOrd="0" destOrd="0" presId="urn:microsoft.com/office/officeart/2005/8/layout/orgChart1"/>
    <dgm:cxn modelId="{A1ACCE55-2E2D-4C1C-B515-3FF605A9B6F1}" type="presParOf" srcId="{C45110C7-03E5-4EED-BDC8-D5AC492C6CE1}" destId="{20285960-3998-4223-B05B-3CF7BF47CE8E}" srcOrd="1" destOrd="0" presId="urn:microsoft.com/office/officeart/2005/8/layout/orgChart1"/>
    <dgm:cxn modelId="{DF6B21DC-A7A0-489D-82BB-1678B1907F86}" type="presParOf" srcId="{0884EBCD-00DC-4C85-A0B2-3BFBFC490C03}" destId="{FFF32789-40EA-4ECA-A63C-63B13B1BAF14}" srcOrd="1" destOrd="0" presId="urn:microsoft.com/office/officeart/2005/8/layout/orgChart1"/>
    <dgm:cxn modelId="{FBF97A7C-1F9B-4399-8BFF-06181A0348AB}" type="presParOf" srcId="{0884EBCD-00DC-4C85-A0B2-3BFBFC490C03}" destId="{B074C429-7B2D-4DDF-A985-B83B71E865F7}" srcOrd="2" destOrd="0" presId="urn:microsoft.com/office/officeart/2005/8/layout/orgChart1"/>
    <dgm:cxn modelId="{9D24AA02-792A-4D16-8A9D-D4B6AB5E8E76}" type="presParOf" srcId="{B994B797-1278-4E16-BD72-498722E6C890}" destId="{37716CC6-99F4-440B-A100-AD33DA62B2EE}" srcOrd="2" destOrd="0" presId="urn:microsoft.com/office/officeart/2005/8/layout/orgChart1"/>
    <dgm:cxn modelId="{3C93345D-08E4-47A7-994E-8457E80F6D85}" type="presParOf" srcId="{B994B797-1278-4E16-BD72-498722E6C890}" destId="{391ED05D-FA53-42A6-9F0C-2F1F683CE902}" srcOrd="3" destOrd="0" presId="urn:microsoft.com/office/officeart/2005/8/layout/orgChart1"/>
    <dgm:cxn modelId="{94E196E6-5268-460F-9A44-694A1C934C7C}" type="presParOf" srcId="{391ED05D-FA53-42A6-9F0C-2F1F683CE902}" destId="{5753C7A9-F0E8-4E46-BA64-4B3CBCFDA1D7}" srcOrd="0" destOrd="0" presId="urn:microsoft.com/office/officeart/2005/8/layout/orgChart1"/>
    <dgm:cxn modelId="{DEC0BFD9-9D5E-4C3C-BB64-E8B43A63BCE2}" type="presParOf" srcId="{5753C7A9-F0E8-4E46-BA64-4B3CBCFDA1D7}" destId="{4D214032-C4B2-459B-8556-10EBB877F98F}" srcOrd="0" destOrd="0" presId="urn:microsoft.com/office/officeart/2005/8/layout/orgChart1"/>
    <dgm:cxn modelId="{5C029BB6-3362-4B5B-BE7B-5454B853C7BF}" type="presParOf" srcId="{5753C7A9-F0E8-4E46-BA64-4B3CBCFDA1D7}" destId="{7181310A-1A30-48EC-87CE-09555602F8C7}" srcOrd="1" destOrd="0" presId="urn:microsoft.com/office/officeart/2005/8/layout/orgChart1"/>
    <dgm:cxn modelId="{F82D92E9-90ED-4A52-975B-55A0EF0D350A}" type="presParOf" srcId="{391ED05D-FA53-42A6-9F0C-2F1F683CE902}" destId="{EB23D4B4-9A00-47D4-B216-37C0CE05C466}" srcOrd="1" destOrd="0" presId="urn:microsoft.com/office/officeart/2005/8/layout/orgChart1"/>
    <dgm:cxn modelId="{8C93EFA0-63A6-46C7-B68B-F1CF4240909A}" type="presParOf" srcId="{391ED05D-FA53-42A6-9F0C-2F1F683CE902}" destId="{712AA101-FD56-45B7-BEF9-308D3FB38A01}" srcOrd="2" destOrd="0" presId="urn:microsoft.com/office/officeart/2005/8/layout/orgChart1"/>
    <dgm:cxn modelId="{170104F2-6E08-4A01-852F-F8CC421B9793}" type="presParOf" srcId="{E67C30D2-5381-423A-84CF-B4019035DD13}" destId="{A3943550-77B4-4BFA-A6CD-5727EF21FEA5}" srcOrd="2" destOrd="0" presId="urn:microsoft.com/office/officeart/2005/8/layout/orgChart1"/>
    <dgm:cxn modelId="{97F8EDB9-60F5-4B39-ADAC-43CF256276B3}" type="presParOf" srcId="{D991294D-3026-42B3-A11D-C3ECFA0C5982}" destId="{9EB46EC8-499B-418B-BE9E-79464262298E}" srcOrd="6" destOrd="0" presId="urn:microsoft.com/office/officeart/2005/8/layout/orgChart1"/>
    <dgm:cxn modelId="{80516D66-B879-4E12-B27C-42983FBD9593}" type="presParOf" srcId="{D991294D-3026-42B3-A11D-C3ECFA0C5982}" destId="{F6EB7A68-CB40-41FC-ACCD-C51D1590343F}" srcOrd="7" destOrd="0" presId="urn:microsoft.com/office/officeart/2005/8/layout/orgChart1"/>
    <dgm:cxn modelId="{D3175BC9-B5D2-4895-BD34-14ED4A535A13}" type="presParOf" srcId="{F6EB7A68-CB40-41FC-ACCD-C51D1590343F}" destId="{758EDB91-49BF-422A-BAF1-DDA965A3299F}" srcOrd="0" destOrd="0" presId="urn:microsoft.com/office/officeart/2005/8/layout/orgChart1"/>
    <dgm:cxn modelId="{9309A0CF-5826-4614-B651-9F441E58053E}" type="presParOf" srcId="{758EDB91-49BF-422A-BAF1-DDA965A3299F}" destId="{198FA439-1042-484E-A918-5B54EE3ECB26}" srcOrd="0" destOrd="0" presId="urn:microsoft.com/office/officeart/2005/8/layout/orgChart1"/>
    <dgm:cxn modelId="{83874C0E-A0BA-4BA4-B049-ED415CDF0C65}" type="presParOf" srcId="{758EDB91-49BF-422A-BAF1-DDA965A3299F}" destId="{9CF88CE4-6926-4414-820F-8E843250EB1D}" srcOrd="1" destOrd="0" presId="urn:microsoft.com/office/officeart/2005/8/layout/orgChart1"/>
    <dgm:cxn modelId="{C2DBB639-AAF2-4CE6-9619-BCD8D12E42FE}" type="presParOf" srcId="{F6EB7A68-CB40-41FC-ACCD-C51D1590343F}" destId="{933EB9CC-A21E-430A-97A3-335FBAE1A9D0}" srcOrd="1" destOrd="0" presId="urn:microsoft.com/office/officeart/2005/8/layout/orgChart1"/>
    <dgm:cxn modelId="{A8CEE7EE-2B58-43B7-AAA1-B3860C163576}" type="presParOf" srcId="{933EB9CC-A21E-430A-97A3-335FBAE1A9D0}" destId="{58EA3C5A-80F4-42CA-A597-C679B9F1A888}" srcOrd="0" destOrd="0" presId="urn:microsoft.com/office/officeart/2005/8/layout/orgChart1"/>
    <dgm:cxn modelId="{FC704CC4-0315-45B2-B765-1C444E5DBB76}" type="presParOf" srcId="{933EB9CC-A21E-430A-97A3-335FBAE1A9D0}" destId="{7CE40E11-FB39-4604-8815-797F591D36E1}" srcOrd="1" destOrd="0" presId="urn:microsoft.com/office/officeart/2005/8/layout/orgChart1"/>
    <dgm:cxn modelId="{872D0E78-A8F4-4051-851A-F4EF8D8D18D7}" type="presParOf" srcId="{7CE40E11-FB39-4604-8815-797F591D36E1}" destId="{87D3EF2C-9A03-4D4E-B685-F396AAC1AFC3}" srcOrd="0" destOrd="0" presId="urn:microsoft.com/office/officeart/2005/8/layout/orgChart1"/>
    <dgm:cxn modelId="{81D831DC-CF58-4F7F-9F31-4DE464F732A9}" type="presParOf" srcId="{87D3EF2C-9A03-4D4E-B685-F396AAC1AFC3}" destId="{C55C7745-43F9-4B0E-A3B8-D1FC8C5F619A}" srcOrd="0" destOrd="0" presId="urn:microsoft.com/office/officeart/2005/8/layout/orgChart1"/>
    <dgm:cxn modelId="{A41B3789-7BB6-4335-88C8-03AC10F0E23D}" type="presParOf" srcId="{87D3EF2C-9A03-4D4E-B685-F396AAC1AFC3}" destId="{CA8DA2B4-5AD8-4348-8A7F-0895993E63B9}" srcOrd="1" destOrd="0" presId="urn:microsoft.com/office/officeart/2005/8/layout/orgChart1"/>
    <dgm:cxn modelId="{0A90C743-B5E9-43B6-8B0F-2E9A9C2CB3A4}" type="presParOf" srcId="{7CE40E11-FB39-4604-8815-797F591D36E1}" destId="{B0005B25-CDFA-4FA0-970E-38918B2317ED}" srcOrd="1" destOrd="0" presId="urn:microsoft.com/office/officeart/2005/8/layout/orgChart1"/>
    <dgm:cxn modelId="{4D87D660-0B1F-44BD-938F-439798178CE2}" type="presParOf" srcId="{7CE40E11-FB39-4604-8815-797F591D36E1}" destId="{FC963F21-461A-445E-A020-2901BFAF0EA4}" srcOrd="2" destOrd="0" presId="urn:microsoft.com/office/officeart/2005/8/layout/orgChart1"/>
    <dgm:cxn modelId="{3ACD8861-5AA6-4AE3-A954-9AF98370E20E}" type="presParOf" srcId="{933EB9CC-A21E-430A-97A3-335FBAE1A9D0}" destId="{0C46C4BE-3FC9-4B61-B226-E45A4C1DE6A4}" srcOrd="2" destOrd="0" presId="urn:microsoft.com/office/officeart/2005/8/layout/orgChart1"/>
    <dgm:cxn modelId="{3AB62F2E-75A6-4386-A052-EBE6618D9F44}" type="presParOf" srcId="{933EB9CC-A21E-430A-97A3-335FBAE1A9D0}" destId="{1E0029D6-B359-4BF4-84C2-31F4833EF8C6}" srcOrd="3" destOrd="0" presId="urn:microsoft.com/office/officeart/2005/8/layout/orgChart1"/>
    <dgm:cxn modelId="{AD0ABFC3-714F-414F-9275-3851455AB37D}" type="presParOf" srcId="{1E0029D6-B359-4BF4-84C2-31F4833EF8C6}" destId="{9E6E4B35-F977-4B78-8C92-C43EB53F1F52}" srcOrd="0" destOrd="0" presId="urn:microsoft.com/office/officeart/2005/8/layout/orgChart1"/>
    <dgm:cxn modelId="{276ECDBD-F5C8-4F31-A79A-5CA319612B43}" type="presParOf" srcId="{9E6E4B35-F977-4B78-8C92-C43EB53F1F52}" destId="{A0ACE71F-E4CC-4FA1-831B-309F75300363}" srcOrd="0" destOrd="0" presId="urn:microsoft.com/office/officeart/2005/8/layout/orgChart1"/>
    <dgm:cxn modelId="{A137C759-9FC9-4527-9543-D543F81EA3B5}" type="presParOf" srcId="{9E6E4B35-F977-4B78-8C92-C43EB53F1F52}" destId="{B5E6012B-DE88-4C65-B637-BC12DE00920C}" srcOrd="1" destOrd="0" presId="urn:microsoft.com/office/officeart/2005/8/layout/orgChart1"/>
    <dgm:cxn modelId="{AA393551-4160-4239-B8AB-571D39B75185}" type="presParOf" srcId="{1E0029D6-B359-4BF4-84C2-31F4833EF8C6}" destId="{F2751AC8-4F0C-4574-8177-D306D5CB34D2}" srcOrd="1" destOrd="0" presId="urn:microsoft.com/office/officeart/2005/8/layout/orgChart1"/>
    <dgm:cxn modelId="{74672E39-87C0-4D02-9889-DA2737F1C77E}" type="presParOf" srcId="{1E0029D6-B359-4BF4-84C2-31F4833EF8C6}" destId="{751A7862-3E06-48C5-8268-1FC0426BC832}" srcOrd="2" destOrd="0" presId="urn:microsoft.com/office/officeart/2005/8/layout/orgChart1"/>
    <dgm:cxn modelId="{564B15A5-A664-4739-8D68-1DBC61C9AC86}" type="presParOf" srcId="{F6EB7A68-CB40-41FC-ACCD-C51D1590343F}" destId="{E975E93E-AA5D-4A96-89DF-BA2AAE7554C9}" srcOrd="2" destOrd="0" presId="urn:microsoft.com/office/officeart/2005/8/layout/orgChart1"/>
    <dgm:cxn modelId="{0C7B34CA-9B77-4AD0-AB26-853DB9A4D778}" type="presParOf" srcId="{BCC2A141-1F97-43F1-ACAF-0AA1349D39EE}" destId="{7DF95401-9358-4F06-83D6-D5B817210B86}" srcOrd="2" destOrd="0" presId="urn:microsoft.com/office/officeart/2005/8/layout/orgChart1"/>
    <dgm:cxn modelId="{ACADDC4A-2668-4154-9F82-4A98144E227C}" type="presParOf" srcId="{1CB62327-0FD1-4229-A831-3E2B2CB1C5CE}" destId="{6B8D6A69-C941-4774-B9EB-83114D12CAC1}" srcOrd="16" destOrd="0" presId="urn:microsoft.com/office/officeart/2005/8/layout/orgChart1"/>
    <dgm:cxn modelId="{40ADAA61-E45E-4E82-ADB9-4B845E782A21}" type="presParOf" srcId="{1CB62327-0FD1-4229-A831-3E2B2CB1C5CE}" destId="{803E83AB-DFD2-4F8F-A07C-8A6F2DBE2695}" srcOrd="17" destOrd="0" presId="urn:microsoft.com/office/officeart/2005/8/layout/orgChart1"/>
    <dgm:cxn modelId="{FB73C388-A3DA-44AE-9EE7-87B356A4DB57}" type="presParOf" srcId="{803E83AB-DFD2-4F8F-A07C-8A6F2DBE2695}" destId="{3016E71D-B907-4C88-BEA7-11A831F7BCD6}" srcOrd="0" destOrd="0" presId="urn:microsoft.com/office/officeart/2005/8/layout/orgChart1"/>
    <dgm:cxn modelId="{B027A82E-0637-4260-8426-FFB99C8E7F6E}" type="presParOf" srcId="{3016E71D-B907-4C88-BEA7-11A831F7BCD6}" destId="{66F1A6AD-5F0A-471A-B0E1-F58910040D34}" srcOrd="0" destOrd="0" presId="urn:microsoft.com/office/officeart/2005/8/layout/orgChart1"/>
    <dgm:cxn modelId="{1CBD941D-F4C2-4E7D-8BD9-AAAFD66AE864}" type="presParOf" srcId="{3016E71D-B907-4C88-BEA7-11A831F7BCD6}" destId="{4E3EF15A-A0D5-465A-A0DE-03DF43825030}" srcOrd="1" destOrd="0" presId="urn:microsoft.com/office/officeart/2005/8/layout/orgChart1"/>
    <dgm:cxn modelId="{09466EF7-8A0D-403B-A7BF-741752EB1EBA}" type="presParOf" srcId="{803E83AB-DFD2-4F8F-A07C-8A6F2DBE2695}" destId="{418FD73E-BC2C-4FB9-97F8-06ECBFAB5A5F}" srcOrd="1" destOrd="0" presId="urn:microsoft.com/office/officeart/2005/8/layout/orgChart1"/>
    <dgm:cxn modelId="{64C33EA6-F4C0-4203-8A0E-7B8BAC87BE9D}" type="presParOf" srcId="{418FD73E-BC2C-4FB9-97F8-06ECBFAB5A5F}" destId="{E03B55BC-2857-4AE3-8FE7-0BB2C0CE575A}" srcOrd="0" destOrd="0" presId="urn:microsoft.com/office/officeart/2005/8/layout/orgChart1"/>
    <dgm:cxn modelId="{CE4DC1BB-A67F-42AE-A8E9-07958E40CAD7}" type="presParOf" srcId="{418FD73E-BC2C-4FB9-97F8-06ECBFAB5A5F}" destId="{409391F9-24FC-46AE-BFD9-48D310F1BAE7}" srcOrd="1" destOrd="0" presId="urn:microsoft.com/office/officeart/2005/8/layout/orgChart1"/>
    <dgm:cxn modelId="{5059C574-BC06-4E51-A5C7-87C44CFC8687}" type="presParOf" srcId="{409391F9-24FC-46AE-BFD9-48D310F1BAE7}" destId="{38A3FC37-ECE8-4FFA-99BE-2E10156F91ED}" srcOrd="0" destOrd="0" presId="urn:microsoft.com/office/officeart/2005/8/layout/orgChart1"/>
    <dgm:cxn modelId="{F2588B58-0D6F-415D-BB35-99C1DFE45B87}" type="presParOf" srcId="{38A3FC37-ECE8-4FFA-99BE-2E10156F91ED}" destId="{32AB8880-3958-42EE-B4C9-A8FE52972FD7}" srcOrd="0" destOrd="0" presId="urn:microsoft.com/office/officeart/2005/8/layout/orgChart1"/>
    <dgm:cxn modelId="{18710E91-8F6B-48BA-B4E3-81D6BC856926}" type="presParOf" srcId="{38A3FC37-ECE8-4FFA-99BE-2E10156F91ED}" destId="{98E6B053-FF29-44AF-8A4D-B65B818C3E7D}" srcOrd="1" destOrd="0" presId="urn:microsoft.com/office/officeart/2005/8/layout/orgChart1"/>
    <dgm:cxn modelId="{D3E4F8BC-4047-44A0-9EAE-7FD2E74578BD}" type="presParOf" srcId="{409391F9-24FC-46AE-BFD9-48D310F1BAE7}" destId="{3A1D2717-11DB-4070-BD1D-3FD7C70F9D53}" srcOrd="1" destOrd="0" presId="urn:microsoft.com/office/officeart/2005/8/layout/orgChart1"/>
    <dgm:cxn modelId="{F2077F50-EAA0-4DC4-BCD8-5DB51C0DD3C3}" type="presParOf" srcId="{3A1D2717-11DB-4070-BD1D-3FD7C70F9D53}" destId="{1AB19FBD-5B3B-4D53-903F-E8D834DAE3EC}" srcOrd="0" destOrd="0" presId="urn:microsoft.com/office/officeart/2005/8/layout/orgChart1"/>
    <dgm:cxn modelId="{0AAFC682-E159-43AE-BD78-C864CFD2EA49}" type="presParOf" srcId="{3A1D2717-11DB-4070-BD1D-3FD7C70F9D53}" destId="{284414F4-2993-4677-A264-81A71F961DDD}" srcOrd="1" destOrd="0" presId="urn:microsoft.com/office/officeart/2005/8/layout/orgChart1"/>
    <dgm:cxn modelId="{ADB58733-D07C-412A-84E0-C3150D8CECD6}" type="presParOf" srcId="{284414F4-2993-4677-A264-81A71F961DDD}" destId="{A887A877-5A7D-4C8B-8F61-55E2C579218E}" srcOrd="0" destOrd="0" presId="urn:microsoft.com/office/officeart/2005/8/layout/orgChart1"/>
    <dgm:cxn modelId="{04695DFF-3BBB-4FDA-9211-04B0737A123A}" type="presParOf" srcId="{A887A877-5A7D-4C8B-8F61-55E2C579218E}" destId="{5E4F2D89-8D69-4417-B047-6ABD8055E77B}" srcOrd="0" destOrd="0" presId="urn:microsoft.com/office/officeart/2005/8/layout/orgChart1"/>
    <dgm:cxn modelId="{C31A8A29-D026-46EB-BECF-4656108A8E5B}" type="presParOf" srcId="{A887A877-5A7D-4C8B-8F61-55E2C579218E}" destId="{E64ECC56-9405-4819-A0BC-D2664A2566FE}" srcOrd="1" destOrd="0" presId="urn:microsoft.com/office/officeart/2005/8/layout/orgChart1"/>
    <dgm:cxn modelId="{15725E13-6DF4-4B17-804C-65DD1A6A83CE}" type="presParOf" srcId="{284414F4-2993-4677-A264-81A71F961DDD}" destId="{E2F26E0F-FAB2-43C4-8D28-E6019CB814ED}" srcOrd="1" destOrd="0" presId="urn:microsoft.com/office/officeart/2005/8/layout/orgChart1"/>
    <dgm:cxn modelId="{470E8A97-908C-4ECD-84FA-1AFFD0488399}" type="presParOf" srcId="{284414F4-2993-4677-A264-81A71F961DDD}" destId="{99229AB3-76A5-47F3-8113-2EE4EC56E343}" srcOrd="2" destOrd="0" presId="urn:microsoft.com/office/officeart/2005/8/layout/orgChart1"/>
    <dgm:cxn modelId="{70632798-4407-42A5-86B6-774014355A80}" type="presParOf" srcId="{3A1D2717-11DB-4070-BD1D-3FD7C70F9D53}" destId="{50EBCB57-AF17-4745-ABF0-731C71CD95AB}" srcOrd="2" destOrd="0" presId="urn:microsoft.com/office/officeart/2005/8/layout/orgChart1"/>
    <dgm:cxn modelId="{27F6AA99-155B-4105-9EC1-3B0EE9B30092}" type="presParOf" srcId="{3A1D2717-11DB-4070-BD1D-3FD7C70F9D53}" destId="{676BD097-FD56-4CC9-B928-8FA968E1ADB1}" srcOrd="3" destOrd="0" presId="urn:microsoft.com/office/officeart/2005/8/layout/orgChart1"/>
    <dgm:cxn modelId="{21461A71-B528-4310-AE90-AC489E711E2F}" type="presParOf" srcId="{676BD097-FD56-4CC9-B928-8FA968E1ADB1}" destId="{FAB5CC8C-CB06-4C33-B703-56B5CA802829}" srcOrd="0" destOrd="0" presId="urn:microsoft.com/office/officeart/2005/8/layout/orgChart1"/>
    <dgm:cxn modelId="{D08D07AE-2814-4B75-BC21-DEE43ADE4160}" type="presParOf" srcId="{FAB5CC8C-CB06-4C33-B703-56B5CA802829}" destId="{7B8FB614-5F77-4940-A0B4-2A7AB28EC934}" srcOrd="0" destOrd="0" presId="urn:microsoft.com/office/officeart/2005/8/layout/orgChart1"/>
    <dgm:cxn modelId="{F5DBA160-EC23-41F0-9839-5A7BC83EC2AC}" type="presParOf" srcId="{FAB5CC8C-CB06-4C33-B703-56B5CA802829}" destId="{76931E58-E98A-470D-9FE0-25AFDE469B31}" srcOrd="1" destOrd="0" presId="urn:microsoft.com/office/officeart/2005/8/layout/orgChart1"/>
    <dgm:cxn modelId="{C2054844-107F-46B2-A3E7-D4313151352B}" type="presParOf" srcId="{676BD097-FD56-4CC9-B928-8FA968E1ADB1}" destId="{A008A628-0AE7-4CD7-B06F-2A20DE9E335A}" srcOrd="1" destOrd="0" presId="urn:microsoft.com/office/officeart/2005/8/layout/orgChart1"/>
    <dgm:cxn modelId="{5ACB7F01-8E05-40E2-8445-E309DCEC8EE8}" type="presParOf" srcId="{676BD097-FD56-4CC9-B928-8FA968E1ADB1}" destId="{C731FAC9-FD14-4125-BF59-F4C1B58FAF5E}" srcOrd="2" destOrd="0" presId="urn:microsoft.com/office/officeart/2005/8/layout/orgChart1"/>
    <dgm:cxn modelId="{5411B249-0355-473F-9DE2-D4F333E4BD73}" type="presParOf" srcId="{409391F9-24FC-46AE-BFD9-48D310F1BAE7}" destId="{2AE5ED2D-51AA-40F2-ADFD-55F022D61E64}" srcOrd="2" destOrd="0" presId="urn:microsoft.com/office/officeart/2005/8/layout/orgChart1"/>
    <dgm:cxn modelId="{2EC0F481-B7BD-4592-A48A-10C22079EC94}" type="presParOf" srcId="{418FD73E-BC2C-4FB9-97F8-06ECBFAB5A5F}" destId="{154EA232-D2BD-4B4F-A339-EF78D4AFD1BB}" srcOrd="2" destOrd="0" presId="urn:microsoft.com/office/officeart/2005/8/layout/orgChart1"/>
    <dgm:cxn modelId="{43115498-D84C-4DCA-9C9C-837D5FD53DE0}" type="presParOf" srcId="{418FD73E-BC2C-4FB9-97F8-06ECBFAB5A5F}" destId="{2D8E15F6-1ADE-4FC8-ACD6-1E453C99F67B}" srcOrd="3" destOrd="0" presId="urn:microsoft.com/office/officeart/2005/8/layout/orgChart1"/>
    <dgm:cxn modelId="{26CEDD0E-A8E4-49B7-803D-6F6716497B5B}" type="presParOf" srcId="{2D8E15F6-1ADE-4FC8-ACD6-1E453C99F67B}" destId="{F8425173-F6F8-47F3-9089-267A1A8BDA0E}" srcOrd="0" destOrd="0" presId="urn:microsoft.com/office/officeart/2005/8/layout/orgChart1"/>
    <dgm:cxn modelId="{255137E2-E4BE-4C6D-A689-70E38BFE293C}" type="presParOf" srcId="{F8425173-F6F8-47F3-9089-267A1A8BDA0E}" destId="{7D82FA03-59E1-4513-9412-A451B5847E20}" srcOrd="0" destOrd="0" presId="urn:microsoft.com/office/officeart/2005/8/layout/orgChart1"/>
    <dgm:cxn modelId="{6F57AF5D-53FF-4CEE-B923-96452EC8CD28}" type="presParOf" srcId="{F8425173-F6F8-47F3-9089-267A1A8BDA0E}" destId="{2D2CCAF6-E804-4E04-945E-D50504E36589}" srcOrd="1" destOrd="0" presId="urn:microsoft.com/office/officeart/2005/8/layout/orgChart1"/>
    <dgm:cxn modelId="{2A13F5DC-52D3-4742-8FE8-3B3E4EC6CCFD}" type="presParOf" srcId="{2D8E15F6-1ADE-4FC8-ACD6-1E453C99F67B}" destId="{E71E2927-881C-48C2-A7B9-76E985E45784}" srcOrd="1" destOrd="0" presId="urn:microsoft.com/office/officeart/2005/8/layout/orgChart1"/>
    <dgm:cxn modelId="{19A46D45-1F2B-4A69-A07C-D3FB309E976D}" type="presParOf" srcId="{E71E2927-881C-48C2-A7B9-76E985E45784}" destId="{82658557-D38F-4F12-8C3A-97D59729E408}" srcOrd="0" destOrd="0" presId="urn:microsoft.com/office/officeart/2005/8/layout/orgChart1"/>
    <dgm:cxn modelId="{69228B36-4155-464B-AE7A-BF6E26261797}" type="presParOf" srcId="{E71E2927-881C-48C2-A7B9-76E985E45784}" destId="{CBADA4AD-E0F6-4F46-8ACC-BC05AC27D17C}" srcOrd="1" destOrd="0" presId="urn:microsoft.com/office/officeart/2005/8/layout/orgChart1"/>
    <dgm:cxn modelId="{492F5B2C-C6CB-437B-808D-D2054F352308}" type="presParOf" srcId="{CBADA4AD-E0F6-4F46-8ACC-BC05AC27D17C}" destId="{0DFBE71A-F08E-46D7-8D96-D3AA2C4F2C6D}" srcOrd="0" destOrd="0" presId="urn:microsoft.com/office/officeart/2005/8/layout/orgChart1"/>
    <dgm:cxn modelId="{0653E189-AAAB-4F96-99DE-2615B580E99A}" type="presParOf" srcId="{0DFBE71A-F08E-46D7-8D96-D3AA2C4F2C6D}" destId="{DEA50672-DA70-4B5D-8A96-1326B622B8F5}" srcOrd="0" destOrd="0" presId="urn:microsoft.com/office/officeart/2005/8/layout/orgChart1"/>
    <dgm:cxn modelId="{D5FE5859-40C2-4011-86BE-FC2711F4D038}" type="presParOf" srcId="{0DFBE71A-F08E-46D7-8D96-D3AA2C4F2C6D}" destId="{D6E7AFC7-2CE2-4C15-8B21-3AFB06D7A9B2}" srcOrd="1" destOrd="0" presId="urn:microsoft.com/office/officeart/2005/8/layout/orgChart1"/>
    <dgm:cxn modelId="{C627EE31-A92C-4BF2-8F03-8D6210D28177}" type="presParOf" srcId="{CBADA4AD-E0F6-4F46-8ACC-BC05AC27D17C}" destId="{CA12AEC7-FC5D-4688-9221-258F39CEF389}" srcOrd="1" destOrd="0" presId="urn:microsoft.com/office/officeart/2005/8/layout/orgChart1"/>
    <dgm:cxn modelId="{CB293510-CE6F-4C39-A799-C648D9076A62}" type="presParOf" srcId="{CBADA4AD-E0F6-4F46-8ACC-BC05AC27D17C}" destId="{E92EB08A-441E-4A59-AD62-A6165161421B}" srcOrd="2" destOrd="0" presId="urn:microsoft.com/office/officeart/2005/8/layout/orgChart1"/>
    <dgm:cxn modelId="{D0786B5A-3952-4B12-8BCC-18C66884410B}" type="presParOf" srcId="{E71E2927-881C-48C2-A7B9-76E985E45784}" destId="{25C7A917-70D4-449D-A1C1-5B69AAE77B44}" srcOrd="2" destOrd="0" presId="urn:microsoft.com/office/officeart/2005/8/layout/orgChart1"/>
    <dgm:cxn modelId="{22F970B5-BFA5-428B-99DE-02AC179E364B}" type="presParOf" srcId="{E71E2927-881C-48C2-A7B9-76E985E45784}" destId="{186E0A85-0081-4121-A761-DA5E762BCDB0}" srcOrd="3" destOrd="0" presId="urn:microsoft.com/office/officeart/2005/8/layout/orgChart1"/>
    <dgm:cxn modelId="{4F6A0220-766D-43BD-BE37-A8FD1D468CAA}" type="presParOf" srcId="{186E0A85-0081-4121-A761-DA5E762BCDB0}" destId="{63D93D13-7F92-4704-8FE4-0949E0AB9E4D}" srcOrd="0" destOrd="0" presId="urn:microsoft.com/office/officeart/2005/8/layout/orgChart1"/>
    <dgm:cxn modelId="{D7A24C3A-D07E-43D1-9B3C-5A39BEA0E078}" type="presParOf" srcId="{63D93D13-7F92-4704-8FE4-0949E0AB9E4D}" destId="{5E0FFD17-4C07-4A93-A0FA-AEC9CE7BB4F9}" srcOrd="0" destOrd="0" presId="urn:microsoft.com/office/officeart/2005/8/layout/orgChart1"/>
    <dgm:cxn modelId="{5FE093F8-56A4-48D4-9FF2-37F5A7AC2CDD}" type="presParOf" srcId="{63D93D13-7F92-4704-8FE4-0949E0AB9E4D}" destId="{11E56972-7522-48A1-B877-AD22D2006F61}" srcOrd="1" destOrd="0" presId="urn:microsoft.com/office/officeart/2005/8/layout/orgChart1"/>
    <dgm:cxn modelId="{A05EA98B-28C6-4381-B51B-03F8617CE08D}" type="presParOf" srcId="{186E0A85-0081-4121-A761-DA5E762BCDB0}" destId="{7E28E59C-F895-4EDD-BA53-D793D20E78CD}" srcOrd="1" destOrd="0" presId="urn:microsoft.com/office/officeart/2005/8/layout/orgChart1"/>
    <dgm:cxn modelId="{7BF7A862-11EA-4D69-BF57-6C25152B3C54}" type="presParOf" srcId="{186E0A85-0081-4121-A761-DA5E762BCDB0}" destId="{C04429FD-42D4-4161-A2B6-D6F89AF1FC2B}" srcOrd="2" destOrd="0" presId="urn:microsoft.com/office/officeart/2005/8/layout/orgChart1"/>
    <dgm:cxn modelId="{748FF791-98E4-4FC7-9A5B-27AC27875F81}" type="presParOf" srcId="{E71E2927-881C-48C2-A7B9-76E985E45784}" destId="{EFB0ADFC-3729-4208-9C2E-DD5D1A866299}" srcOrd="4" destOrd="0" presId="urn:microsoft.com/office/officeart/2005/8/layout/orgChart1"/>
    <dgm:cxn modelId="{EF315A22-FB2A-4A13-9861-08532AD55731}" type="presParOf" srcId="{E71E2927-881C-48C2-A7B9-76E985E45784}" destId="{D34CAE93-29D4-4607-8850-99A3269BFBE9}" srcOrd="5" destOrd="0" presId="urn:microsoft.com/office/officeart/2005/8/layout/orgChart1"/>
    <dgm:cxn modelId="{A2FE538B-2DCB-42B7-BC3A-99665C099581}" type="presParOf" srcId="{D34CAE93-29D4-4607-8850-99A3269BFBE9}" destId="{6C0899A6-F905-4BDE-A9B2-66F8674B3E4D}" srcOrd="0" destOrd="0" presId="urn:microsoft.com/office/officeart/2005/8/layout/orgChart1"/>
    <dgm:cxn modelId="{BBF45302-7257-4EFE-A6AD-F00D586F41D0}" type="presParOf" srcId="{6C0899A6-F905-4BDE-A9B2-66F8674B3E4D}" destId="{5677334C-4D74-4050-9439-8B0E4073D3EE}" srcOrd="0" destOrd="0" presId="urn:microsoft.com/office/officeart/2005/8/layout/orgChart1"/>
    <dgm:cxn modelId="{10E7955D-69C7-48E0-9542-94D0BA2D6F2E}" type="presParOf" srcId="{6C0899A6-F905-4BDE-A9B2-66F8674B3E4D}" destId="{C9EC0D8A-3BD5-4A57-AA50-2223C8B96E7B}" srcOrd="1" destOrd="0" presId="urn:microsoft.com/office/officeart/2005/8/layout/orgChart1"/>
    <dgm:cxn modelId="{1439AA15-38D3-4EE8-8B76-F3BCC6850B16}" type="presParOf" srcId="{D34CAE93-29D4-4607-8850-99A3269BFBE9}" destId="{53CB589C-D457-4097-A569-85AFEAF3C975}" srcOrd="1" destOrd="0" presId="urn:microsoft.com/office/officeart/2005/8/layout/orgChart1"/>
    <dgm:cxn modelId="{E12D70CC-9D5B-4818-8BB0-FAE5FD82DA6E}" type="presParOf" srcId="{D34CAE93-29D4-4607-8850-99A3269BFBE9}" destId="{682F9C7B-9EEF-48EE-87B1-CCDA84AEDCD6}" srcOrd="2" destOrd="0" presId="urn:microsoft.com/office/officeart/2005/8/layout/orgChart1"/>
    <dgm:cxn modelId="{F3BD90FF-AEB4-49E7-A8EA-2699E3F39BED}" type="presParOf" srcId="{E71E2927-881C-48C2-A7B9-76E985E45784}" destId="{6895F13C-DA73-4007-A6E1-265385CA352E}" srcOrd="6" destOrd="0" presId="urn:microsoft.com/office/officeart/2005/8/layout/orgChart1"/>
    <dgm:cxn modelId="{D42802E2-FFBE-4204-A2FC-6ECFED7DEC69}" type="presParOf" srcId="{E71E2927-881C-48C2-A7B9-76E985E45784}" destId="{97B9296B-222C-4955-9323-27B0E4A19D1D}" srcOrd="7" destOrd="0" presId="urn:microsoft.com/office/officeart/2005/8/layout/orgChart1"/>
    <dgm:cxn modelId="{31E8BBC1-0AFC-4F02-8BED-E1CF3AA4DE3D}" type="presParOf" srcId="{97B9296B-222C-4955-9323-27B0E4A19D1D}" destId="{180B66D0-5152-4F4B-BF90-18B1188AE9E2}" srcOrd="0" destOrd="0" presId="urn:microsoft.com/office/officeart/2005/8/layout/orgChart1"/>
    <dgm:cxn modelId="{3098E75C-52CF-4E4A-A9DC-642DD35E2558}" type="presParOf" srcId="{180B66D0-5152-4F4B-BF90-18B1188AE9E2}" destId="{A2F785D1-79FE-455B-89F6-DC99E6586E6F}" srcOrd="0" destOrd="0" presId="urn:microsoft.com/office/officeart/2005/8/layout/orgChart1"/>
    <dgm:cxn modelId="{98CE2153-7F8B-4EBD-8D2B-88C1E5C67659}" type="presParOf" srcId="{180B66D0-5152-4F4B-BF90-18B1188AE9E2}" destId="{1843A8D3-0703-4F1C-B70E-07D69A350273}" srcOrd="1" destOrd="0" presId="urn:microsoft.com/office/officeart/2005/8/layout/orgChart1"/>
    <dgm:cxn modelId="{D9BAFABF-A1C1-4720-90B6-7C331CC04D7B}" type="presParOf" srcId="{97B9296B-222C-4955-9323-27B0E4A19D1D}" destId="{24EACF0C-0F16-43EF-ACC6-56641C44B43F}" srcOrd="1" destOrd="0" presId="urn:microsoft.com/office/officeart/2005/8/layout/orgChart1"/>
    <dgm:cxn modelId="{C630FD96-854E-4059-A99A-15BDFD907009}" type="presParOf" srcId="{97B9296B-222C-4955-9323-27B0E4A19D1D}" destId="{33DD39E6-2BFA-459A-9B78-7C9C402BB6A6}" srcOrd="2" destOrd="0" presId="urn:microsoft.com/office/officeart/2005/8/layout/orgChart1"/>
    <dgm:cxn modelId="{867DB588-6310-4126-BF46-7C9383F9787C}" type="presParOf" srcId="{2D8E15F6-1ADE-4FC8-ACD6-1E453C99F67B}" destId="{9C6DA49E-39EB-4D0B-8220-782CB444A965}" srcOrd="2" destOrd="0" presId="urn:microsoft.com/office/officeart/2005/8/layout/orgChart1"/>
    <dgm:cxn modelId="{8C81F227-9C44-43C2-8820-18FBA2D280B8}" type="presParOf" srcId="{418FD73E-BC2C-4FB9-97F8-06ECBFAB5A5F}" destId="{D1134B2F-0E1F-4B62-978E-BEAB8DF1F320}" srcOrd="4" destOrd="0" presId="urn:microsoft.com/office/officeart/2005/8/layout/orgChart1"/>
    <dgm:cxn modelId="{4CC913DA-B282-4BBD-931A-82A2A2C0A815}" type="presParOf" srcId="{418FD73E-BC2C-4FB9-97F8-06ECBFAB5A5F}" destId="{1715E26D-34E1-4BD8-BE2B-0638249FF9CF}" srcOrd="5" destOrd="0" presId="urn:microsoft.com/office/officeart/2005/8/layout/orgChart1"/>
    <dgm:cxn modelId="{9AFB8FFC-FE96-4C32-A2A2-4FF067E1BCB1}" type="presParOf" srcId="{1715E26D-34E1-4BD8-BE2B-0638249FF9CF}" destId="{65C3899E-EEE3-477F-8EC9-ABF5AD8D6AB5}" srcOrd="0" destOrd="0" presId="urn:microsoft.com/office/officeart/2005/8/layout/orgChart1"/>
    <dgm:cxn modelId="{D4F107B7-37DF-4326-80B4-FF3A4D91D8B1}" type="presParOf" srcId="{65C3899E-EEE3-477F-8EC9-ABF5AD8D6AB5}" destId="{BC11B85A-61E5-4882-ACBC-1B5FA0F6CD24}" srcOrd="0" destOrd="0" presId="urn:microsoft.com/office/officeart/2005/8/layout/orgChart1"/>
    <dgm:cxn modelId="{9C3ED10C-4A04-4F29-8E68-EDE9360F4D41}" type="presParOf" srcId="{65C3899E-EEE3-477F-8EC9-ABF5AD8D6AB5}" destId="{6CBF47D9-641D-4F8F-9077-90AD9AFDD181}" srcOrd="1" destOrd="0" presId="urn:microsoft.com/office/officeart/2005/8/layout/orgChart1"/>
    <dgm:cxn modelId="{BC581EEE-165E-4E4E-B628-9D23D3DF26F1}" type="presParOf" srcId="{1715E26D-34E1-4BD8-BE2B-0638249FF9CF}" destId="{61AB8D38-B291-42AF-B4FE-11D3924D7A43}" srcOrd="1" destOrd="0" presId="urn:microsoft.com/office/officeart/2005/8/layout/orgChart1"/>
    <dgm:cxn modelId="{61433173-84CE-42C2-AA08-DFD1CA3D0B6D}" type="presParOf" srcId="{61AB8D38-B291-42AF-B4FE-11D3924D7A43}" destId="{B740F1EB-DE83-4004-B07D-9E54EF1926A3}" srcOrd="0" destOrd="0" presId="urn:microsoft.com/office/officeart/2005/8/layout/orgChart1"/>
    <dgm:cxn modelId="{DFBB7361-0ABC-4A0E-B6E6-383C8B2CA6E2}" type="presParOf" srcId="{61AB8D38-B291-42AF-B4FE-11D3924D7A43}" destId="{4B8893A2-BA80-416A-8059-825A5D20B3BB}" srcOrd="1" destOrd="0" presId="urn:microsoft.com/office/officeart/2005/8/layout/orgChart1"/>
    <dgm:cxn modelId="{E423A3F3-12F8-4898-9928-3555B79CDF7E}" type="presParOf" srcId="{4B8893A2-BA80-416A-8059-825A5D20B3BB}" destId="{030ACF23-7154-4444-9D0C-C9F258A1449C}" srcOrd="0" destOrd="0" presId="urn:microsoft.com/office/officeart/2005/8/layout/orgChart1"/>
    <dgm:cxn modelId="{E6C048E9-0FB0-4AB5-A19B-58233FB2A0E8}" type="presParOf" srcId="{030ACF23-7154-4444-9D0C-C9F258A1449C}" destId="{6DF60795-B61D-4737-A2F2-CADDE5EE214D}" srcOrd="0" destOrd="0" presId="urn:microsoft.com/office/officeart/2005/8/layout/orgChart1"/>
    <dgm:cxn modelId="{ACAA9CBF-CE06-4B43-899F-85C07BCB41D1}" type="presParOf" srcId="{030ACF23-7154-4444-9D0C-C9F258A1449C}" destId="{F0D8AD90-96B5-4BFF-B72B-FE5A0FFA794E}" srcOrd="1" destOrd="0" presId="urn:microsoft.com/office/officeart/2005/8/layout/orgChart1"/>
    <dgm:cxn modelId="{C56913F2-5AA5-4116-B510-237250960020}" type="presParOf" srcId="{4B8893A2-BA80-416A-8059-825A5D20B3BB}" destId="{B79140CA-B23B-4394-B9CE-2724FF567C9C}" srcOrd="1" destOrd="0" presId="urn:microsoft.com/office/officeart/2005/8/layout/orgChart1"/>
    <dgm:cxn modelId="{5BAC0CE2-B263-4458-9538-FD8FCF0E2045}" type="presParOf" srcId="{4B8893A2-BA80-416A-8059-825A5D20B3BB}" destId="{6C678767-06A9-475B-89D9-36EFC2426C0D}" srcOrd="2" destOrd="0" presId="urn:microsoft.com/office/officeart/2005/8/layout/orgChart1"/>
    <dgm:cxn modelId="{692A5A5E-F4D6-46A7-8E93-D3DC0FBF6AB0}" type="presParOf" srcId="{61AB8D38-B291-42AF-B4FE-11D3924D7A43}" destId="{DF9EF5A6-826E-4830-9E7A-7F8040331FEE}" srcOrd="2" destOrd="0" presId="urn:microsoft.com/office/officeart/2005/8/layout/orgChart1"/>
    <dgm:cxn modelId="{A3B395B9-9557-49EE-AAE6-14F27CFE7634}" type="presParOf" srcId="{61AB8D38-B291-42AF-B4FE-11D3924D7A43}" destId="{EE5DDB89-5C36-430E-9EF3-3988DE654A1A}" srcOrd="3" destOrd="0" presId="urn:microsoft.com/office/officeart/2005/8/layout/orgChart1"/>
    <dgm:cxn modelId="{5FB76AA4-4768-451B-B342-5AC74085E5FA}" type="presParOf" srcId="{EE5DDB89-5C36-430E-9EF3-3988DE654A1A}" destId="{79AE0560-2866-49B7-B84D-CD9AFBF2C47F}" srcOrd="0" destOrd="0" presId="urn:microsoft.com/office/officeart/2005/8/layout/orgChart1"/>
    <dgm:cxn modelId="{EF580F0C-2F86-4C50-B422-F9322FCBAF0E}" type="presParOf" srcId="{79AE0560-2866-49B7-B84D-CD9AFBF2C47F}" destId="{83C0792A-BE84-4F1B-9640-9EC07E8EFB9E}" srcOrd="0" destOrd="0" presId="urn:microsoft.com/office/officeart/2005/8/layout/orgChart1"/>
    <dgm:cxn modelId="{719DB8EA-3126-4451-8525-9E9BF21C09C5}" type="presParOf" srcId="{79AE0560-2866-49B7-B84D-CD9AFBF2C47F}" destId="{AE003DF4-8CFE-4DCC-BB8B-0B2AF8596A14}" srcOrd="1" destOrd="0" presId="urn:microsoft.com/office/officeart/2005/8/layout/orgChart1"/>
    <dgm:cxn modelId="{AA34BFB6-D5E5-47BD-9AB7-04F2C8E6CC66}" type="presParOf" srcId="{EE5DDB89-5C36-430E-9EF3-3988DE654A1A}" destId="{55C9A8D4-FB14-4F65-9515-243091E4021D}" srcOrd="1" destOrd="0" presId="urn:microsoft.com/office/officeart/2005/8/layout/orgChart1"/>
    <dgm:cxn modelId="{767A1B87-EC94-42F6-AC73-F839A23FC0E1}" type="presParOf" srcId="{EE5DDB89-5C36-430E-9EF3-3988DE654A1A}" destId="{08837E7F-19D2-4CF3-A963-3B6D0E07FE39}" srcOrd="2" destOrd="0" presId="urn:microsoft.com/office/officeart/2005/8/layout/orgChart1"/>
    <dgm:cxn modelId="{48994570-443C-425D-B675-C2405C73428A}" type="presParOf" srcId="{61AB8D38-B291-42AF-B4FE-11D3924D7A43}" destId="{44689443-C338-4959-A965-ABA370C319AF}" srcOrd="4" destOrd="0" presId="urn:microsoft.com/office/officeart/2005/8/layout/orgChart1"/>
    <dgm:cxn modelId="{131130DA-7ECE-4CDC-9D37-15466BF142FB}" type="presParOf" srcId="{61AB8D38-B291-42AF-B4FE-11D3924D7A43}" destId="{FF35F6B1-9E0B-438B-8B15-A5F6CFD1366F}" srcOrd="5" destOrd="0" presId="urn:microsoft.com/office/officeart/2005/8/layout/orgChart1"/>
    <dgm:cxn modelId="{A19585C7-05CB-4555-AC73-1CBE2F01F81F}" type="presParOf" srcId="{FF35F6B1-9E0B-438B-8B15-A5F6CFD1366F}" destId="{20E8398D-9671-4260-A4B4-B6388858DEFF}" srcOrd="0" destOrd="0" presId="urn:microsoft.com/office/officeart/2005/8/layout/orgChart1"/>
    <dgm:cxn modelId="{53B9D544-53DD-47BF-81E9-1EA3BDC736D8}" type="presParOf" srcId="{20E8398D-9671-4260-A4B4-B6388858DEFF}" destId="{4D1349ED-A71C-45B7-AB90-90E84729D08A}" srcOrd="0" destOrd="0" presId="urn:microsoft.com/office/officeart/2005/8/layout/orgChart1"/>
    <dgm:cxn modelId="{8BD5CD4C-6711-4442-9DF8-7D2ABB50E74E}" type="presParOf" srcId="{20E8398D-9671-4260-A4B4-B6388858DEFF}" destId="{9E1276CA-FBED-438C-A873-A5E12D74A1B6}" srcOrd="1" destOrd="0" presId="urn:microsoft.com/office/officeart/2005/8/layout/orgChart1"/>
    <dgm:cxn modelId="{2294352F-3306-4ABC-B045-851D146BFA49}" type="presParOf" srcId="{FF35F6B1-9E0B-438B-8B15-A5F6CFD1366F}" destId="{58A991D8-6F8C-4990-8A92-E10E227517B5}" srcOrd="1" destOrd="0" presId="urn:microsoft.com/office/officeart/2005/8/layout/orgChart1"/>
    <dgm:cxn modelId="{7514663F-1C7C-4915-9887-D9A135CA98A9}" type="presParOf" srcId="{FF35F6B1-9E0B-438B-8B15-A5F6CFD1366F}" destId="{A0241B76-7F40-4776-B706-CE69B6268B6A}" srcOrd="2" destOrd="0" presId="urn:microsoft.com/office/officeart/2005/8/layout/orgChart1"/>
    <dgm:cxn modelId="{C286A068-7A81-4A3E-BDB5-AA46F5FBB1D7}" type="presParOf" srcId="{1715E26D-34E1-4BD8-BE2B-0638249FF9CF}" destId="{3188F5B2-073C-4DAC-AB16-9EDE55DE72AB}" srcOrd="2" destOrd="0" presId="urn:microsoft.com/office/officeart/2005/8/layout/orgChart1"/>
    <dgm:cxn modelId="{014989D5-CBE6-4F82-B964-331447FB7D28}" type="presParOf" srcId="{803E83AB-DFD2-4F8F-A07C-8A6F2DBE2695}" destId="{CCAED5F3-C4C2-43B8-AFE4-C9E00ADCD0B4}" srcOrd="2" destOrd="0" presId="urn:microsoft.com/office/officeart/2005/8/layout/orgChart1"/>
    <dgm:cxn modelId="{5FD40E4C-2F9C-45FA-AE4E-16C5289C1CC7}" type="presParOf" srcId="{1CB62327-0FD1-4229-A831-3E2B2CB1C5CE}" destId="{78E82CF1-BF2A-4581-8838-DCC2B55FEFA4}" srcOrd="18" destOrd="0" presId="urn:microsoft.com/office/officeart/2005/8/layout/orgChart1"/>
    <dgm:cxn modelId="{F17B38C7-C5A0-4286-B5C8-A929E14B676A}" type="presParOf" srcId="{1CB62327-0FD1-4229-A831-3E2B2CB1C5CE}" destId="{FF621E19-419E-45E9-A122-D9A24769B1DB}" srcOrd="19" destOrd="0" presId="urn:microsoft.com/office/officeart/2005/8/layout/orgChart1"/>
    <dgm:cxn modelId="{88AF962F-3C39-448E-BC42-1D3BC42B3575}" type="presParOf" srcId="{FF621E19-419E-45E9-A122-D9A24769B1DB}" destId="{E2B26573-6CA4-406E-9D80-1A4052EA4E91}" srcOrd="0" destOrd="0" presId="urn:microsoft.com/office/officeart/2005/8/layout/orgChart1"/>
    <dgm:cxn modelId="{42BC8B0E-A39D-4DAF-9E1E-220F8AEF8DBB}" type="presParOf" srcId="{E2B26573-6CA4-406E-9D80-1A4052EA4E91}" destId="{00D29CEF-0F77-4DA8-ACD5-B019CE47EC06}" srcOrd="0" destOrd="0" presId="urn:microsoft.com/office/officeart/2005/8/layout/orgChart1"/>
    <dgm:cxn modelId="{4D2E9589-BF24-4BCB-B68B-7CF21E36791F}" type="presParOf" srcId="{E2B26573-6CA4-406E-9D80-1A4052EA4E91}" destId="{6F5083C4-E915-4FB1-BF08-29FDC06A5935}" srcOrd="1" destOrd="0" presId="urn:microsoft.com/office/officeart/2005/8/layout/orgChart1"/>
    <dgm:cxn modelId="{84BCE939-27A3-4F61-B8A0-22F6512595A4}" type="presParOf" srcId="{FF621E19-419E-45E9-A122-D9A24769B1DB}" destId="{1F4AEA50-590D-41B6-948F-5DA444A69501}" srcOrd="1" destOrd="0" presId="urn:microsoft.com/office/officeart/2005/8/layout/orgChart1"/>
    <dgm:cxn modelId="{710F89E0-1523-42A5-9789-77C0ADBD35CA}" type="presParOf" srcId="{1F4AEA50-590D-41B6-948F-5DA444A69501}" destId="{2592F2DE-DADF-4C9A-A331-2878EEFE0787}" srcOrd="0" destOrd="0" presId="urn:microsoft.com/office/officeart/2005/8/layout/orgChart1"/>
    <dgm:cxn modelId="{A13BECE4-337B-4D1A-B40B-23BB78F56BE5}" type="presParOf" srcId="{1F4AEA50-590D-41B6-948F-5DA444A69501}" destId="{6DDED0FA-1C8A-4DB0-9626-97BD04FD2EA0}" srcOrd="1" destOrd="0" presId="urn:microsoft.com/office/officeart/2005/8/layout/orgChart1"/>
    <dgm:cxn modelId="{DFC5B1E3-6001-4588-9532-CBD0E32D1524}" type="presParOf" srcId="{6DDED0FA-1C8A-4DB0-9626-97BD04FD2EA0}" destId="{BDC03A46-7CCE-4919-998E-4ACB516F322F}" srcOrd="0" destOrd="0" presId="urn:microsoft.com/office/officeart/2005/8/layout/orgChart1"/>
    <dgm:cxn modelId="{9122BE2F-AC8C-4739-BE68-E8FA2C2826ED}" type="presParOf" srcId="{BDC03A46-7CCE-4919-998E-4ACB516F322F}" destId="{CF9FAEA0-257A-4EED-8763-6EABA65D6997}" srcOrd="0" destOrd="0" presId="urn:microsoft.com/office/officeart/2005/8/layout/orgChart1"/>
    <dgm:cxn modelId="{BB4B4012-0B99-4023-AE6B-C8B4C0600230}" type="presParOf" srcId="{BDC03A46-7CCE-4919-998E-4ACB516F322F}" destId="{5EE697DF-DDCE-483F-9FE5-70B1565DA825}" srcOrd="1" destOrd="0" presId="urn:microsoft.com/office/officeart/2005/8/layout/orgChart1"/>
    <dgm:cxn modelId="{AE8B270C-76C3-4682-842D-7CB6EF553CC5}" type="presParOf" srcId="{6DDED0FA-1C8A-4DB0-9626-97BD04FD2EA0}" destId="{69C43FF6-801E-4E05-BA5A-391839F7EA6A}" srcOrd="1" destOrd="0" presId="urn:microsoft.com/office/officeart/2005/8/layout/orgChart1"/>
    <dgm:cxn modelId="{282A1082-270B-4E2E-8D04-814CE4AC4E5F}" type="presParOf" srcId="{69C43FF6-801E-4E05-BA5A-391839F7EA6A}" destId="{87BC9013-CC80-4B45-8E1D-22A08FD68855}" srcOrd="0" destOrd="0" presId="urn:microsoft.com/office/officeart/2005/8/layout/orgChart1"/>
    <dgm:cxn modelId="{B8F30CF5-81B5-4E2D-BF05-DD4E66F1293D}" type="presParOf" srcId="{69C43FF6-801E-4E05-BA5A-391839F7EA6A}" destId="{49BFDED7-BDB9-461C-B343-BCE0CFD1385D}" srcOrd="1" destOrd="0" presId="urn:microsoft.com/office/officeart/2005/8/layout/orgChart1"/>
    <dgm:cxn modelId="{994E34AC-976C-4ECB-BE20-1E808C6F9B28}" type="presParOf" srcId="{49BFDED7-BDB9-461C-B343-BCE0CFD1385D}" destId="{F6661584-2EF1-473E-A9F8-9EF4E741F88F}" srcOrd="0" destOrd="0" presId="urn:microsoft.com/office/officeart/2005/8/layout/orgChart1"/>
    <dgm:cxn modelId="{76859693-9F41-438C-8ED4-2A93026863D7}" type="presParOf" srcId="{F6661584-2EF1-473E-A9F8-9EF4E741F88F}" destId="{70A89772-CF84-474B-8C9A-693C1F19C64B}" srcOrd="0" destOrd="0" presId="urn:microsoft.com/office/officeart/2005/8/layout/orgChart1"/>
    <dgm:cxn modelId="{F478D8FA-81FC-435B-A2FC-4DEB601A263E}" type="presParOf" srcId="{F6661584-2EF1-473E-A9F8-9EF4E741F88F}" destId="{90B1728F-0A03-4B3E-9EAA-6EDA04897CFF}" srcOrd="1" destOrd="0" presId="urn:microsoft.com/office/officeart/2005/8/layout/orgChart1"/>
    <dgm:cxn modelId="{266A1B58-E05E-4419-BEF0-26F6720C5F80}" type="presParOf" srcId="{49BFDED7-BDB9-461C-B343-BCE0CFD1385D}" destId="{2833B77A-C919-43E0-8A74-A3FB80B1D4D1}" srcOrd="1" destOrd="0" presId="urn:microsoft.com/office/officeart/2005/8/layout/orgChart1"/>
    <dgm:cxn modelId="{4648C954-56D3-466C-8DB0-F6080F228C09}" type="presParOf" srcId="{49BFDED7-BDB9-461C-B343-BCE0CFD1385D}" destId="{024014E6-ED45-4597-A91E-134FBBC73E9E}" srcOrd="2" destOrd="0" presId="urn:microsoft.com/office/officeart/2005/8/layout/orgChart1"/>
    <dgm:cxn modelId="{B24E69EF-58BC-448A-908A-B689CFD24386}" type="presParOf" srcId="{69C43FF6-801E-4E05-BA5A-391839F7EA6A}" destId="{A7CFB650-6CC9-4E06-BD66-34EB1CB1D509}" srcOrd="2" destOrd="0" presId="urn:microsoft.com/office/officeart/2005/8/layout/orgChart1"/>
    <dgm:cxn modelId="{063DD7D0-D711-4CCC-80CA-A8D7B8E8B50C}" type="presParOf" srcId="{69C43FF6-801E-4E05-BA5A-391839F7EA6A}" destId="{3B36C139-921F-4092-A0B7-1A7B865C41A1}" srcOrd="3" destOrd="0" presId="urn:microsoft.com/office/officeart/2005/8/layout/orgChart1"/>
    <dgm:cxn modelId="{4C6B6D25-FDEA-4FA2-8067-7CC3FDA253C7}" type="presParOf" srcId="{3B36C139-921F-4092-A0B7-1A7B865C41A1}" destId="{BE9CB88E-38C0-4B40-8656-B6F2826DF52B}" srcOrd="0" destOrd="0" presId="urn:microsoft.com/office/officeart/2005/8/layout/orgChart1"/>
    <dgm:cxn modelId="{0020A50C-F126-4D52-B741-A51DC414984F}" type="presParOf" srcId="{BE9CB88E-38C0-4B40-8656-B6F2826DF52B}" destId="{0C797C73-A30B-45FE-BC9E-B469E82E35E3}" srcOrd="0" destOrd="0" presId="urn:microsoft.com/office/officeart/2005/8/layout/orgChart1"/>
    <dgm:cxn modelId="{75EA114F-848E-48C1-B53A-6EA7057C0ADE}" type="presParOf" srcId="{BE9CB88E-38C0-4B40-8656-B6F2826DF52B}" destId="{373F3990-09A1-482E-BA26-B43275C87063}" srcOrd="1" destOrd="0" presId="urn:microsoft.com/office/officeart/2005/8/layout/orgChart1"/>
    <dgm:cxn modelId="{F594F924-4946-48F0-B2B6-3D778D3767C7}" type="presParOf" srcId="{3B36C139-921F-4092-A0B7-1A7B865C41A1}" destId="{30DB5047-B39F-483B-A9FD-47880FC845DB}" srcOrd="1" destOrd="0" presId="urn:microsoft.com/office/officeart/2005/8/layout/orgChart1"/>
    <dgm:cxn modelId="{A8CE8210-96D5-48D1-9062-31806476E24B}" type="presParOf" srcId="{3B36C139-921F-4092-A0B7-1A7B865C41A1}" destId="{1C9B04C5-4B9E-4BC9-8988-A698AEB7BF3F}" srcOrd="2" destOrd="0" presId="urn:microsoft.com/office/officeart/2005/8/layout/orgChart1"/>
    <dgm:cxn modelId="{B6826453-6170-4E74-9D79-C49FD150D764}" type="presParOf" srcId="{6DDED0FA-1C8A-4DB0-9626-97BD04FD2EA0}" destId="{E9694AB7-59AD-44F7-87FB-DACAD82AE979}" srcOrd="2" destOrd="0" presId="urn:microsoft.com/office/officeart/2005/8/layout/orgChart1"/>
    <dgm:cxn modelId="{1F73BB18-9B7A-43B5-B2FC-91B433396A54}" type="presParOf" srcId="{1F4AEA50-590D-41B6-948F-5DA444A69501}" destId="{146412D8-4BBD-42EB-A913-706CC300B122}" srcOrd="2" destOrd="0" presId="urn:microsoft.com/office/officeart/2005/8/layout/orgChart1"/>
    <dgm:cxn modelId="{ED2078EB-44BE-4E64-916E-CE16B3664AB9}" type="presParOf" srcId="{1F4AEA50-590D-41B6-948F-5DA444A69501}" destId="{344337CF-93FE-4701-ABE3-6D938C01521F}" srcOrd="3" destOrd="0" presId="urn:microsoft.com/office/officeart/2005/8/layout/orgChart1"/>
    <dgm:cxn modelId="{52F83186-AD40-4C30-B9A7-BCCC8FA98E18}" type="presParOf" srcId="{344337CF-93FE-4701-ABE3-6D938C01521F}" destId="{BA9F376E-E7C5-4C22-9FE6-8B9AA44FCF62}" srcOrd="0" destOrd="0" presId="urn:microsoft.com/office/officeart/2005/8/layout/orgChart1"/>
    <dgm:cxn modelId="{087045D1-314C-4A58-8347-22734701C739}" type="presParOf" srcId="{BA9F376E-E7C5-4C22-9FE6-8B9AA44FCF62}" destId="{6EE818E2-6A54-4B85-A657-1ABC0275F7EF}" srcOrd="0" destOrd="0" presId="urn:microsoft.com/office/officeart/2005/8/layout/orgChart1"/>
    <dgm:cxn modelId="{39C78D29-6C55-4F46-A773-820A0D5EB577}" type="presParOf" srcId="{BA9F376E-E7C5-4C22-9FE6-8B9AA44FCF62}" destId="{89D96FBA-C3E7-461F-B4BA-EA35710DABB4}" srcOrd="1" destOrd="0" presId="urn:microsoft.com/office/officeart/2005/8/layout/orgChart1"/>
    <dgm:cxn modelId="{8C2419F5-AB97-4E88-A7FF-5C75CAABDAB2}" type="presParOf" srcId="{344337CF-93FE-4701-ABE3-6D938C01521F}" destId="{4CBE38E3-53A5-4AF8-8FA8-77AECE093BA7}" srcOrd="1" destOrd="0" presId="urn:microsoft.com/office/officeart/2005/8/layout/orgChart1"/>
    <dgm:cxn modelId="{FA3440CB-AF92-42F9-BB4F-139F2C431359}" type="presParOf" srcId="{4CBE38E3-53A5-4AF8-8FA8-77AECE093BA7}" destId="{FD7C0A29-A453-4610-90EA-E32EE470B531}" srcOrd="0" destOrd="0" presId="urn:microsoft.com/office/officeart/2005/8/layout/orgChart1"/>
    <dgm:cxn modelId="{BC72E480-4548-42E1-ADBC-076C4F418CED}" type="presParOf" srcId="{4CBE38E3-53A5-4AF8-8FA8-77AECE093BA7}" destId="{744047CE-5E8E-4DE3-A83C-EA90EA93ACCA}" srcOrd="1" destOrd="0" presId="urn:microsoft.com/office/officeart/2005/8/layout/orgChart1"/>
    <dgm:cxn modelId="{AAF0735E-5ED2-4E27-96BB-4892C5C9F355}" type="presParOf" srcId="{744047CE-5E8E-4DE3-A83C-EA90EA93ACCA}" destId="{AB3C7978-D8FF-406E-A736-E7D14B99474A}" srcOrd="0" destOrd="0" presId="urn:microsoft.com/office/officeart/2005/8/layout/orgChart1"/>
    <dgm:cxn modelId="{3BC8D5DA-0A45-4355-AEBE-7D0E38EA2B5D}" type="presParOf" srcId="{AB3C7978-D8FF-406E-A736-E7D14B99474A}" destId="{E6CF3DB6-89FE-4A0C-9EE3-830A1544CEDE}" srcOrd="0" destOrd="0" presId="urn:microsoft.com/office/officeart/2005/8/layout/orgChart1"/>
    <dgm:cxn modelId="{BCBF75FC-7713-445F-B5D8-FB2470EF7591}" type="presParOf" srcId="{AB3C7978-D8FF-406E-A736-E7D14B99474A}" destId="{E4ABC711-2016-49C7-B5E6-A9CC9296B0F0}" srcOrd="1" destOrd="0" presId="urn:microsoft.com/office/officeart/2005/8/layout/orgChart1"/>
    <dgm:cxn modelId="{BEEC0187-57AF-439A-BD4A-1D70B08BB99B}" type="presParOf" srcId="{744047CE-5E8E-4DE3-A83C-EA90EA93ACCA}" destId="{E219BD43-1982-40B2-B585-03A3513C8FA5}" srcOrd="1" destOrd="0" presId="urn:microsoft.com/office/officeart/2005/8/layout/orgChart1"/>
    <dgm:cxn modelId="{A6A14B36-DF43-44C3-81C0-7461B4A41102}" type="presParOf" srcId="{744047CE-5E8E-4DE3-A83C-EA90EA93ACCA}" destId="{8F137A26-AF21-4BFC-B9DC-355E31FA9376}" srcOrd="2" destOrd="0" presId="urn:microsoft.com/office/officeart/2005/8/layout/orgChart1"/>
    <dgm:cxn modelId="{69CCC896-4444-4BD6-8390-8F6A90C7F6B9}" type="presParOf" srcId="{4CBE38E3-53A5-4AF8-8FA8-77AECE093BA7}" destId="{408A8309-1E5C-49CA-ADF3-BE3589E1AE3A}" srcOrd="2" destOrd="0" presId="urn:microsoft.com/office/officeart/2005/8/layout/orgChart1"/>
    <dgm:cxn modelId="{6E2A54EB-480C-4526-A399-415138E2DBE0}" type="presParOf" srcId="{4CBE38E3-53A5-4AF8-8FA8-77AECE093BA7}" destId="{0FB1C3B5-59DD-4237-A5D5-C39CF7D965A2}" srcOrd="3" destOrd="0" presId="urn:microsoft.com/office/officeart/2005/8/layout/orgChart1"/>
    <dgm:cxn modelId="{46E5D5CE-0263-416E-9C8F-5E804D7E3C10}" type="presParOf" srcId="{0FB1C3B5-59DD-4237-A5D5-C39CF7D965A2}" destId="{B6A318D2-2A4C-48F2-A28A-AF705D5D03BA}" srcOrd="0" destOrd="0" presId="urn:microsoft.com/office/officeart/2005/8/layout/orgChart1"/>
    <dgm:cxn modelId="{6EA5BB92-CD13-4B6B-A2D2-2D5D657D420E}" type="presParOf" srcId="{B6A318D2-2A4C-48F2-A28A-AF705D5D03BA}" destId="{7B93F175-80F0-4CF5-9924-D12A2869EBC1}" srcOrd="0" destOrd="0" presId="urn:microsoft.com/office/officeart/2005/8/layout/orgChart1"/>
    <dgm:cxn modelId="{1E49BD11-4089-433E-BD1D-465314972A92}" type="presParOf" srcId="{B6A318D2-2A4C-48F2-A28A-AF705D5D03BA}" destId="{76B34A89-A19D-4C76-8606-8A830FD6D681}" srcOrd="1" destOrd="0" presId="urn:microsoft.com/office/officeart/2005/8/layout/orgChart1"/>
    <dgm:cxn modelId="{240FB909-1A50-4A71-BF2C-3063183AE8D1}" type="presParOf" srcId="{0FB1C3B5-59DD-4237-A5D5-C39CF7D965A2}" destId="{822A0FC6-8C72-4B61-842C-2A85EB15CE40}" srcOrd="1" destOrd="0" presId="urn:microsoft.com/office/officeart/2005/8/layout/orgChart1"/>
    <dgm:cxn modelId="{6469556C-8721-4895-8C60-621CD1E551A3}" type="presParOf" srcId="{0FB1C3B5-59DD-4237-A5D5-C39CF7D965A2}" destId="{1B1AC665-5BC3-4DD1-B764-BE37F1E98E05}" srcOrd="2" destOrd="0" presId="urn:microsoft.com/office/officeart/2005/8/layout/orgChart1"/>
    <dgm:cxn modelId="{EBA86439-5E38-45D4-A07D-520F60B02C6E}" type="presParOf" srcId="{4CBE38E3-53A5-4AF8-8FA8-77AECE093BA7}" destId="{B2138B0E-50EB-41E4-9397-A6AAF1ACD162}" srcOrd="4" destOrd="0" presId="urn:microsoft.com/office/officeart/2005/8/layout/orgChart1"/>
    <dgm:cxn modelId="{FB2548A6-F7DC-4B80-8EEA-ADDB0A249516}" type="presParOf" srcId="{4CBE38E3-53A5-4AF8-8FA8-77AECE093BA7}" destId="{6A028506-FE40-4393-B776-037C2550D625}" srcOrd="5" destOrd="0" presId="urn:microsoft.com/office/officeart/2005/8/layout/orgChart1"/>
    <dgm:cxn modelId="{4CB7E59B-C1AC-4AE1-8D63-4058216332F1}" type="presParOf" srcId="{6A028506-FE40-4393-B776-037C2550D625}" destId="{B78DF8D5-8224-462A-9A77-F38048AA6FA9}" srcOrd="0" destOrd="0" presId="urn:microsoft.com/office/officeart/2005/8/layout/orgChart1"/>
    <dgm:cxn modelId="{F8696660-E275-4FE7-BD67-552603D9CE3A}" type="presParOf" srcId="{B78DF8D5-8224-462A-9A77-F38048AA6FA9}" destId="{8F4266BC-389A-4F99-8D63-914351156844}" srcOrd="0" destOrd="0" presId="urn:microsoft.com/office/officeart/2005/8/layout/orgChart1"/>
    <dgm:cxn modelId="{7877A1CA-DA0B-4392-8E0B-1CEADAAD1FEF}" type="presParOf" srcId="{B78DF8D5-8224-462A-9A77-F38048AA6FA9}" destId="{8CCF7645-23E3-4373-B7B5-CA1107F226C4}" srcOrd="1" destOrd="0" presId="urn:microsoft.com/office/officeart/2005/8/layout/orgChart1"/>
    <dgm:cxn modelId="{A17BBF78-B8FA-49F8-80C0-E2551D7F49CB}" type="presParOf" srcId="{6A028506-FE40-4393-B776-037C2550D625}" destId="{B2A7826B-DD87-4743-9BCD-3C9EAC9E4407}" srcOrd="1" destOrd="0" presId="urn:microsoft.com/office/officeart/2005/8/layout/orgChart1"/>
    <dgm:cxn modelId="{128F6FAD-300B-4766-A8D8-F5502B6344CE}" type="presParOf" srcId="{6A028506-FE40-4393-B776-037C2550D625}" destId="{C3A3FA08-1660-44FA-8B27-1C338452445C}" srcOrd="2" destOrd="0" presId="urn:microsoft.com/office/officeart/2005/8/layout/orgChart1"/>
    <dgm:cxn modelId="{60393022-B44D-45E4-AB77-4A419496B2B4}" type="presParOf" srcId="{4CBE38E3-53A5-4AF8-8FA8-77AECE093BA7}" destId="{15B27B67-5B52-4A6D-91D7-857DF1D70D90}" srcOrd="6" destOrd="0" presId="urn:microsoft.com/office/officeart/2005/8/layout/orgChart1"/>
    <dgm:cxn modelId="{291F55E8-F6DC-4390-87CC-B2CA239E5F09}" type="presParOf" srcId="{4CBE38E3-53A5-4AF8-8FA8-77AECE093BA7}" destId="{DEE30159-DE52-4149-9F59-3F03596AE6E6}" srcOrd="7" destOrd="0" presId="urn:microsoft.com/office/officeart/2005/8/layout/orgChart1"/>
    <dgm:cxn modelId="{2A51AE8F-5FB0-49DC-BDE9-D598F3E0ADB2}" type="presParOf" srcId="{DEE30159-DE52-4149-9F59-3F03596AE6E6}" destId="{A977FB65-927F-4223-A3B7-2F5B5DEEED0E}" srcOrd="0" destOrd="0" presId="urn:microsoft.com/office/officeart/2005/8/layout/orgChart1"/>
    <dgm:cxn modelId="{5A712942-D9BF-4015-952F-07914E793FA2}" type="presParOf" srcId="{A977FB65-927F-4223-A3B7-2F5B5DEEED0E}" destId="{B48CF3DB-2E29-4AF8-B5AC-353799888EBC}" srcOrd="0" destOrd="0" presId="urn:microsoft.com/office/officeart/2005/8/layout/orgChart1"/>
    <dgm:cxn modelId="{4677D248-605F-4B9C-935F-68623D293A19}" type="presParOf" srcId="{A977FB65-927F-4223-A3B7-2F5B5DEEED0E}" destId="{445233C0-D533-4A51-B3C7-F3090B443DBB}" srcOrd="1" destOrd="0" presId="urn:microsoft.com/office/officeart/2005/8/layout/orgChart1"/>
    <dgm:cxn modelId="{0D6CF7F0-6A58-4996-88A7-BCDED1343B68}" type="presParOf" srcId="{DEE30159-DE52-4149-9F59-3F03596AE6E6}" destId="{EB51806A-9087-46EF-BF59-1167EB8C9DE5}" srcOrd="1" destOrd="0" presId="urn:microsoft.com/office/officeart/2005/8/layout/orgChart1"/>
    <dgm:cxn modelId="{27D84381-D108-4F41-ADC0-B5BB69668808}" type="presParOf" srcId="{DEE30159-DE52-4149-9F59-3F03596AE6E6}" destId="{F8C7C8B4-4932-496A-B888-D04D844D952A}" srcOrd="2" destOrd="0" presId="urn:microsoft.com/office/officeart/2005/8/layout/orgChart1"/>
    <dgm:cxn modelId="{0CBEFAB0-529D-41AA-A4DA-2F3F66C0D447}" type="presParOf" srcId="{344337CF-93FE-4701-ABE3-6D938C01521F}" destId="{09E206C1-BB91-4C16-BA51-06006367B49C}" srcOrd="2" destOrd="0" presId="urn:microsoft.com/office/officeart/2005/8/layout/orgChart1"/>
    <dgm:cxn modelId="{5C6C2A4D-724A-481E-A2D4-82B3117EB037}" type="presParOf" srcId="{1F4AEA50-590D-41B6-948F-5DA444A69501}" destId="{A65B57CA-15E2-4A1E-A5A4-E479301443DC}" srcOrd="4" destOrd="0" presId="urn:microsoft.com/office/officeart/2005/8/layout/orgChart1"/>
    <dgm:cxn modelId="{54225327-CEE1-4A0B-B1E6-7F5968092E94}" type="presParOf" srcId="{1F4AEA50-590D-41B6-948F-5DA444A69501}" destId="{EC0C263A-7787-40AB-8AAF-0D7B68BC6388}" srcOrd="5" destOrd="0" presId="urn:microsoft.com/office/officeart/2005/8/layout/orgChart1"/>
    <dgm:cxn modelId="{F574CC4C-A13E-4BCB-AD25-7C51E15C41F9}" type="presParOf" srcId="{EC0C263A-7787-40AB-8AAF-0D7B68BC6388}" destId="{0F6EEFEC-C0FC-406B-BB88-1E4E7F8518EF}" srcOrd="0" destOrd="0" presId="urn:microsoft.com/office/officeart/2005/8/layout/orgChart1"/>
    <dgm:cxn modelId="{DB898B1F-6E69-4E0C-B780-68A8B481F138}" type="presParOf" srcId="{0F6EEFEC-C0FC-406B-BB88-1E4E7F8518EF}" destId="{0F4657C7-5273-49DF-9EF2-F450DE4677F2}" srcOrd="0" destOrd="0" presId="urn:microsoft.com/office/officeart/2005/8/layout/orgChart1"/>
    <dgm:cxn modelId="{DCE9FC5B-986F-4D14-9891-71F8FF82C9B0}" type="presParOf" srcId="{0F6EEFEC-C0FC-406B-BB88-1E4E7F8518EF}" destId="{B43AF50B-BC45-4DDC-9A53-B91629514DF6}" srcOrd="1" destOrd="0" presId="urn:microsoft.com/office/officeart/2005/8/layout/orgChart1"/>
    <dgm:cxn modelId="{22F72CA8-3264-4323-9F03-46EC1B1EF0C1}" type="presParOf" srcId="{EC0C263A-7787-40AB-8AAF-0D7B68BC6388}" destId="{15BA0E48-C98C-497B-BCB2-1B8F8E1DBB2F}" srcOrd="1" destOrd="0" presId="urn:microsoft.com/office/officeart/2005/8/layout/orgChart1"/>
    <dgm:cxn modelId="{8DA9EBD8-EF11-47FA-84A1-40CC205B456A}" type="presParOf" srcId="{15BA0E48-C98C-497B-BCB2-1B8F8E1DBB2F}" destId="{EA9057CB-C10D-41A8-8EE7-1461623C3C74}" srcOrd="0" destOrd="0" presId="urn:microsoft.com/office/officeart/2005/8/layout/orgChart1"/>
    <dgm:cxn modelId="{DA6EFD0F-021D-4B55-9919-261CD7E2A307}" type="presParOf" srcId="{15BA0E48-C98C-497B-BCB2-1B8F8E1DBB2F}" destId="{FF7F9A23-4F3A-4000-8B19-B3325C0A13E9}" srcOrd="1" destOrd="0" presId="urn:microsoft.com/office/officeart/2005/8/layout/orgChart1"/>
    <dgm:cxn modelId="{30A1B5EF-7C76-4ABB-9D21-B67AB510BB1A}" type="presParOf" srcId="{FF7F9A23-4F3A-4000-8B19-B3325C0A13E9}" destId="{A605654D-8E6F-486E-8F34-955FCDF9F756}" srcOrd="0" destOrd="0" presId="urn:microsoft.com/office/officeart/2005/8/layout/orgChart1"/>
    <dgm:cxn modelId="{D10F0573-7FE0-44ED-8D5E-AF634F7451EF}" type="presParOf" srcId="{A605654D-8E6F-486E-8F34-955FCDF9F756}" destId="{B7525F96-F14F-46E4-8011-2D51408D01B1}" srcOrd="0" destOrd="0" presId="urn:microsoft.com/office/officeart/2005/8/layout/orgChart1"/>
    <dgm:cxn modelId="{D2CDE825-B85D-452E-991F-CCEA873D01A4}" type="presParOf" srcId="{A605654D-8E6F-486E-8F34-955FCDF9F756}" destId="{775F799E-A617-4F87-9B5C-0CB4033E32FD}" srcOrd="1" destOrd="0" presId="urn:microsoft.com/office/officeart/2005/8/layout/orgChart1"/>
    <dgm:cxn modelId="{D0F475BB-5337-41B7-B6F8-BC5D5A366CAF}" type="presParOf" srcId="{FF7F9A23-4F3A-4000-8B19-B3325C0A13E9}" destId="{367FB893-5863-48F0-9AB6-B827DB98E60A}" srcOrd="1" destOrd="0" presId="urn:microsoft.com/office/officeart/2005/8/layout/orgChart1"/>
    <dgm:cxn modelId="{6C5B2E09-988C-4532-A17C-5E36E5206D3B}" type="presParOf" srcId="{FF7F9A23-4F3A-4000-8B19-B3325C0A13E9}" destId="{75B2BF12-A814-424E-991E-876BC8359DC6}" srcOrd="2" destOrd="0" presId="urn:microsoft.com/office/officeart/2005/8/layout/orgChart1"/>
    <dgm:cxn modelId="{B90A78C5-4891-40DC-9AB1-E3B733E5CC4E}" type="presParOf" srcId="{15BA0E48-C98C-497B-BCB2-1B8F8E1DBB2F}" destId="{BD9FE219-06D1-43B7-AD77-7D7FE405BBE8}" srcOrd="2" destOrd="0" presId="urn:microsoft.com/office/officeart/2005/8/layout/orgChart1"/>
    <dgm:cxn modelId="{82FCC0A9-831E-4302-8DE5-68A6FE0A8CDB}" type="presParOf" srcId="{15BA0E48-C98C-497B-BCB2-1B8F8E1DBB2F}" destId="{4ECE6A89-D48E-4B31-B44E-E250B1C85A92}" srcOrd="3" destOrd="0" presId="urn:microsoft.com/office/officeart/2005/8/layout/orgChart1"/>
    <dgm:cxn modelId="{1633EC98-6DBB-454C-A83D-69D29BFF276E}" type="presParOf" srcId="{4ECE6A89-D48E-4B31-B44E-E250B1C85A92}" destId="{5F9CF2E6-C83E-4071-B8DD-46DC59E07688}" srcOrd="0" destOrd="0" presId="urn:microsoft.com/office/officeart/2005/8/layout/orgChart1"/>
    <dgm:cxn modelId="{033821EE-175E-4805-BA6C-94827EE7EC03}" type="presParOf" srcId="{5F9CF2E6-C83E-4071-B8DD-46DC59E07688}" destId="{AE1262A7-5B7A-4A14-AFD0-D76FF76A34DE}" srcOrd="0" destOrd="0" presId="urn:microsoft.com/office/officeart/2005/8/layout/orgChart1"/>
    <dgm:cxn modelId="{9008510D-C367-4BB6-B496-BF4049CC4D10}" type="presParOf" srcId="{5F9CF2E6-C83E-4071-B8DD-46DC59E07688}" destId="{3FE9AA0E-CA38-43B6-9A52-3616E51CF0F7}" srcOrd="1" destOrd="0" presId="urn:microsoft.com/office/officeart/2005/8/layout/orgChart1"/>
    <dgm:cxn modelId="{9CB64B0D-850A-457C-BF08-EDA0AE88FC82}" type="presParOf" srcId="{4ECE6A89-D48E-4B31-B44E-E250B1C85A92}" destId="{E9006702-A7D2-4573-AFDE-F1578747C94F}" srcOrd="1" destOrd="0" presId="urn:microsoft.com/office/officeart/2005/8/layout/orgChart1"/>
    <dgm:cxn modelId="{F2E62A06-6F59-438F-8284-C46D7EA865CA}" type="presParOf" srcId="{4ECE6A89-D48E-4B31-B44E-E250B1C85A92}" destId="{3856ECEF-EF98-4B95-BB47-363B9AFD8C1B}" srcOrd="2" destOrd="0" presId="urn:microsoft.com/office/officeart/2005/8/layout/orgChart1"/>
    <dgm:cxn modelId="{B26C094E-0F98-426C-8B49-1A5CCE3153BD}" type="presParOf" srcId="{15BA0E48-C98C-497B-BCB2-1B8F8E1DBB2F}" destId="{70DAD9DC-1C4D-45D7-BA9D-3187BD1D2F1E}" srcOrd="4" destOrd="0" presId="urn:microsoft.com/office/officeart/2005/8/layout/orgChart1"/>
    <dgm:cxn modelId="{3DBB2368-13F8-4496-8113-B7AC4EDCFCC7}" type="presParOf" srcId="{15BA0E48-C98C-497B-BCB2-1B8F8E1DBB2F}" destId="{4634791D-81F8-4C16-A597-3FCABB01E8B7}" srcOrd="5" destOrd="0" presId="urn:microsoft.com/office/officeart/2005/8/layout/orgChart1"/>
    <dgm:cxn modelId="{ADCE98ED-846A-45AB-A7FB-DB96D26C85CD}" type="presParOf" srcId="{4634791D-81F8-4C16-A597-3FCABB01E8B7}" destId="{7306050B-3527-4BC5-96AF-F680527DC701}" srcOrd="0" destOrd="0" presId="urn:microsoft.com/office/officeart/2005/8/layout/orgChart1"/>
    <dgm:cxn modelId="{61DE910F-2D1D-4348-B7C0-C6470D6ECCB9}" type="presParOf" srcId="{7306050B-3527-4BC5-96AF-F680527DC701}" destId="{8240C7BA-920B-409C-93DE-2D945DCED6E7}" srcOrd="0" destOrd="0" presId="urn:microsoft.com/office/officeart/2005/8/layout/orgChart1"/>
    <dgm:cxn modelId="{C65EA66A-E5E6-469F-B57F-6A71CD8D0A30}" type="presParOf" srcId="{7306050B-3527-4BC5-96AF-F680527DC701}" destId="{94A547BA-8EBB-440A-8EDB-3B4DA0318DD8}" srcOrd="1" destOrd="0" presId="urn:microsoft.com/office/officeart/2005/8/layout/orgChart1"/>
    <dgm:cxn modelId="{360EBFB7-68C4-46F6-B85F-D98E48462BE7}" type="presParOf" srcId="{4634791D-81F8-4C16-A597-3FCABB01E8B7}" destId="{E6C14B39-2EAD-4849-A396-32A4F1FB1DEA}" srcOrd="1" destOrd="0" presId="urn:microsoft.com/office/officeart/2005/8/layout/orgChart1"/>
    <dgm:cxn modelId="{12767666-816B-4530-B8D6-95D81B45B2A7}" type="presParOf" srcId="{4634791D-81F8-4C16-A597-3FCABB01E8B7}" destId="{8EF8EC5E-9259-4A28-81C3-937AAC2DEF87}" srcOrd="2" destOrd="0" presId="urn:microsoft.com/office/officeart/2005/8/layout/orgChart1"/>
    <dgm:cxn modelId="{CA50E85C-0F1A-4A8E-A9DE-556801055363}" type="presParOf" srcId="{EC0C263A-7787-40AB-8AAF-0D7B68BC6388}" destId="{934C93C2-572B-484D-8009-045C14E1BA92}" srcOrd="2" destOrd="0" presId="urn:microsoft.com/office/officeart/2005/8/layout/orgChart1"/>
    <dgm:cxn modelId="{BFE14A47-2402-41C7-95CD-39D5241DAFDE}" type="presParOf" srcId="{FF621E19-419E-45E9-A122-D9A24769B1DB}" destId="{1C1D9D98-2E16-4E99-9B52-03924B771918}" srcOrd="2" destOrd="0" presId="urn:microsoft.com/office/officeart/2005/8/layout/orgChart1"/>
    <dgm:cxn modelId="{A7919673-9EE0-4993-860B-23CB69FBBD32}" type="presParOf" srcId="{1CB62327-0FD1-4229-A831-3E2B2CB1C5CE}" destId="{AD83B753-537F-4460-A6EF-68C5BB7B86C5}" srcOrd="20" destOrd="0" presId="urn:microsoft.com/office/officeart/2005/8/layout/orgChart1"/>
    <dgm:cxn modelId="{4E389677-3429-4B60-86F5-52F9C3F1297B}" type="presParOf" srcId="{1CB62327-0FD1-4229-A831-3E2B2CB1C5CE}" destId="{B1B9FBDD-2D3E-4ED6-A0B1-9F6D052403A6}" srcOrd="21" destOrd="0" presId="urn:microsoft.com/office/officeart/2005/8/layout/orgChart1"/>
    <dgm:cxn modelId="{BDA45D79-2080-45FF-9844-3DA9690B219C}" type="presParOf" srcId="{B1B9FBDD-2D3E-4ED6-A0B1-9F6D052403A6}" destId="{179BEDA1-CC6D-45DB-BFC6-D1A843A561A9}" srcOrd="0" destOrd="0" presId="urn:microsoft.com/office/officeart/2005/8/layout/orgChart1"/>
    <dgm:cxn modelId="{13BEC562-4DD2-4C13-84BC-0263F80A5FD3}" type="presParOf" srcId="{179BEDA1-CC6D-45DB-BFC6-D1A843A561A9}" destId="{75FCD661-7E83-417C-93F6-809F9F1ABFA5}" srcOrd="0" destOrd="0" presId="urn:microsoft.com/office/officeart/2005/8/layout/orgChart1"/>
    <dgm:cxn modelId="{D05102D0-FB1D-4600-95AF-41AC53A2378A}" type="presParOf" srcId="{179BEDA1-CC6D-45DB-BFC6-D1A843A561A9}" destId="{FB8737D9-CB1B-4F57-A4D2-9B351916A6F6}" srcOrd="1" destOrd="0" presId="urn:microsoft.com/office/officeart/2005/8/layout/orgChart1"/>
    <dgm:cxn modelId="{B912F719-EB33-483A-9BF5-C42F010A1D25}" type="presParOf" srcId="{B1B9FBDD-2D3E-4ED6-A0B1-9F6D052403A6}" destId="{24114006-051A-4A5D-A774-3550C10A13DF}" srcOrd="1" destOrd="0" presId="urn:microsoft.com/office/officeart/2005/8/layout/orgChart1"/>
    <dgm:cxn modelId="{73824270-3C6A-41C6-BA2C-63B4282A8407}" type="presParOf" srcId="{24114006-051A-4A5D-A774-3550C10A13DF}" destId="{7FD91526-4C60-467A-A8B8-847405560265}" srcOrd="0" destOrd="0" presId="urn:microsoft.com/office/officeart/2005/8/layout/orgChart1"/>
    <dgm:cxn modelId="{D65B8081-4E30-43DE-907D-D690B20044B8}" type="presParOf" srcId="{24114006-051A-4A5D-A774-3550C10A13DF}" destId="{28DCF182-0111-462B-A6F2-DB586E5DB5B2}" srcOrd="1" destOrd="0" presId="urn:microsoft.com/office/officeart/2005/8/layout/orgChart1"/>
    <dgm:cxn modelId="{AE919F29-F2E0-4513-811F-33C69E65FEAE}" type="presParOf" srcId="{28DCF182-0111-462B-A6F2-DB586E5DB5B2}" destId="{41EE6CA5-970A-4BB6-855D-9AA8E8CF9829}" srcOrd="0" destOrd="0" presId="urn:microsoft.com/office/officeart/2005/8/layout/orgChart1"/>
    <dgm:cxn modelId="{5799E264-3D3E-4C04-A952-A54BC2752766}" type="presParOf" srcId="{41EE6CA5-970A-4BB6-855D-9AA8E8CF9829}" destId="{23E8C3D6-E590-45A1-A21D-2A6C35D2610A}" srcOrd="0" destOrd="0" presId="urn:microsoft.com/office/officeart/2005/8/layout/orgChart1"/>
    <dgm:cxn modelId="{0E304C0B-7476-4842-BC5E-67D04C9EA888}" type="presParOf" srcId="{41EE6CA5-970A-4BB6-855D-9AA8E8CF9829}" destId="{9AFDBB4F-F629-4FE9-9868-4864A25D3296}" srcOrd="1" destOrd="0" presId="urn:microsoft.com/office/officeart/2005/8/layout/orgChart1"/>
    <dgm:cxn modelId="{4B66763A-3B2E-4545-8B15-D20ECAF26741}" type="presParOf" srcId="{28DCF182-0111-462B-A6F2-DB586E5DB5B2}" destId="{EEDA3C45-39F6-47CB-8450-F63815EEB13C}" srcOrd="1" destOrd="0" presId="urn:microsoft.com/office/officeart/2005/8/layout/orgChart1"/>
    <dgm:cxn modelId="{B7073777-6C56-4A5E-8A7A-4186BFD65AF4}" type="presParOf" srcId="{EEDA3C45-39F6-47CB-8450-F63815EEB13C}" destId="{C6B08EA8-F565-4FBA-9AE2-A079E5856402}" srcOrd="0" destOrd="0" presId="urn:microsoft.com/office/officeart/2005/8/layout/orgChart1"/>
    <dgm:cxn modelId="{728C0902-354F-4EDA-8BD7-A0F51ABD894C}" type="presParOf" srcId="{EEDA3C45-39F6-47CB-8450-F63815EEB13C}" destId="{1B9AC523-8235-4798-94F0-1F4746054D1A}" srcOrd="1" destOrd="0" presId="urn:microsoft.com/office/officeart/2005/8/layout/orgChart1"/>
    <dgm:cxn modelId="{0F4FC311-E49B-4947-AEB4-B3D5D1199242}" type="presParOf" srcId="{1B9AC523-8235-4798-94F0-1F4746054D1A}" destId="{065EDE6D-2712-466F-9F29-452C3E8D6FFE}" srcOrd="0" destOrd="0" presId="urn:microsoft.com/office/officeart/2005/8/layout/orgChart1"/>
    <dgm:cxn modelId="{C65AC4D2-F0AF-48D9-90AD-A8B480A986D3}" type="presParOf" srcId="{065EDE6D-2712-466F-9F29-452C3E8D6FFE}" destId="{964C105D-52E2-4D8E-897E-9C26246B24B6}" srcOrd="0" destOrd="0" presId="urn:microsoft.com/office/officeart/2005/8/layout/orgChart1"/>
    <dgm:cxn modelId="{92855CEF-21A0-4F0C-86A3-51F4FA422155}" type="presParOf" srcId="{065EDE6D-2712-466F-9F29-452C3E8D6FFE}" destId="{ACB67F11-2A42-4436-9FFB-B0462775530C}" srcOrd="1" destOrd="0" presId="urn:microsoft.com/office/officeart/2005/8/layout/orgChart1"/>
    <dgm:cxn modelId="{5516358D-7A8D-4D93-B75E-0BA33980C9A8}" type="presParOf" srcId="{1B9AC523-8235-4798-94F0-1F4746054D1A}" destId="{FCAB1719-0E8F-4E48-A1D5-72BD8AAD614D}" srcOrd="1" destOrd="0" presId="urn:microsoft.com/office/officeart/2005/8/layout/orgChart1"/>
    <dgm:cxn modelId="{D89769C6-B752-4184-9986-F1F4C116F68F}" type="presParOf" srcId="{1B9AC523-8235-4798-94F0-1F4746054D1A}" destId="{131C0CF6-5733-44E4-BE24-D8C9A1D2045C}" srcOrd="2" destOrd="0" presId="urn:microsoft.com/office/officeart/2005/8/layout/orgChart1"/>
    <dgm:cxn modelId="{E7C29EFA-D662-4698-9156-6B7C694FBC34}" type="presParOf" srcId="{EEDA3C45-39F6-47CB-8450-F63815EEB13C}" destId="{F809D988-9173-4804-8B80-B543823BE9D5}" srcOrd="2" destOrd="0" presId="urn:microsoft.com/office/officeart/2005/8/layout/orgChart1"/>
    <dgm:cxn modelId="{E45BA853-7073-46F0-9437-15831E3BBE4C}" type="presParOf" srcId="{EEDA3C45-39F6-47CB-8450-F63815EEB13C}" destId="{5F20CF99-A59C-4A9E-BBDD-E0CCC088F1D8}" srcOrd="3" destOrd="0" presId="urn:microsoft.com/office/officeart/2005/8/layout/orgChart1"/>
    <dgm:cxn modelId="{1B17009F-770B-461A-B928-518D356BDAB8}" type="presParOf" srcId="{5F20CF99-A59C-4A9E-BBDD-E0CCC088F1D8}" destId="{59A2BCAA-93BC-4716-8156-8710B41E6B68}" srcOrd="0" destOrd="0" presId="urn:microsoft.com/office/officeart/2005/8/layout/orgChart1"/>
    <dgm:cxn modelId="{7C13B5E2-B7E2-49FC-8870-7EB83421D49E}" type="presParOf" srcId="{59A2BCAA-93BC-4716-8156-8710B41E6B68}" destId="{560EE43F-AC76-4516-A2D3-577D70CC4F65}" srcOrd="0" destOrd="0" presId="urn:microsoft.com/office/officeart/2005/8/layout/orgChart1"/>
    <dgm:cxn modelId="{51117936-6765-40AE-A161-283FCD991A6C}" type="presParOf" srcId="{59A2BCAA-93BC-4716-8156-8710B41E6B68}" destId="{C0EAEE24-3475-4EDE-8741-314A9805F377}" srcOrd="1" destOrd="0" presId="urn:microsoft.com/office/officeart/2005/8/layout/orgChart1"/>
    <dgm:cxn modelId="{43B6BC0B-8B5E-454C-866B-C5DD520E0988}" type="presParOf" srcId="{5F20CF99-A59C-4A9E-BBDD-E0CCC088F1D8}" destId="{7956E003-DCC8-49AA-A67D-CE2E879FB9DE}" srcOrd="1" destOrd="0" presId="urn:microsoft.com/office/officeart/2005/8/layout/orgChart1"/>
    <dgm:cxn modelId="{2645B25C-7693-4279-9AA6-4CCF970D0613}" type="presParOf" srcId="{5F20CF99-A59C-4A9E-BBDD-E0CCC088F1D8}" destId="{CDAE9FE0-AA83-461C-A4E7-C7175CB2ED64}" srcOrd="2" destOrd="0" presId="urn:microsoft.com/office/officeart/2005/8/layout/orgChart1"/>
    <dgm:cxn modelId="{EE4B55DD-4ED5-46FF-87F5-0FF8C8771B11}" type="presParOf" srcId="{28DCF182-0111-462B-A6F2-DB586E5DB5B2}" destId="{1D498CBD-BA37-4E9F-A965-70C517B2D1BB}" srcOrd="2" destOrd="0" presId="urn:microsoft.com/office/officeart/2005/8/layout/orgChart1"/>
    <dgm:cxn modelId="{B9125BC0-2333-401D-BAFB-5FF9EAE86B46}" type="presParOf" srcId="{24114006-051A-4A5D-A774-3550C10A13DF}" destId="{E0626F5A-2ED3-4182-B5BC-F61DBCCDE1CF}" srcOrd="2" destOrd="0" presId="urn:microsoft.com/office/officeart/2005/8/layout/orgChart1"/>
    <dgm:cxn modelId="{D86483D7-A9B5-4A2C-A300-A93623A764B3}" type="presParOf" srcId="{24114006-051A-4A5D-A774-3550C10A13DF}" destId="{AB6B62AF-09E8-4C5A-A7DB-6DADF8467B45}" srcOrd="3" destOrd="0" presId="urn:microsoft.com/office/officeart/2005/8/layout/orgChart1"/>
    <dgm:cxn modelId="{66B4F9DA-147F-40BA-B4D2-AEEF7350B67D}" type="presParOf" srcId="{AB6B62AF-09E8-4C5A-A7DB-6DADF8467B45}" destId="{7214A1F7-8BC8-4947-9890-1479552AD452}" srcOrd="0" destOrd="0" presId="urn:microsoft.com/office/officeart/2005/8/layout/orgChart1"/>
    <dgm:cxn modelId="{B1505417-0547-4FFB-B349-6C60DB6E2EE4}" type="presParOf" srcId="{7214A1F7-8BC8-4947-9890-1479552AD452}" destId="{A99EE0E3-BF84-4CEA-A5D5-2D6D7FFBDC65}" srcOrd="0" destOrd="0" presId="urn:microsoft.com/office/officeart/2005/8/layout/orgChart1"/>
    <dgm:cxn modelId="{19E57928-3EB9-407D-ACAB-B7FFD6258680}" type="presParOf" srcId="{7214A1F7-8BC8-4947-9890-1479552AD452}" destId="{D3DC28D3-BA40-4FD6-AF8C-755734CE8D65}" srcOrd="1" destOrd="0" presId="urn:microsoft.com/office/officeart/2005/8/layout/orgChart1"/>
    <dgm:cxn modelId="{D2389F96-F8BB-4833-B5C7-9C1206EBC82E}" type="presParOf" srcId="{AB6B62AF-09E8-4C5A-A7DB-6DADF8467B45}" destId="{539290F2-CB53-4583-9C67-8638158B1238}" srcOrd="1" destOrd="0" presId="urn:microsoft.com/office/officeart/2005/8/layout/orgChart1"/>
    <dgm:cxn modelId="{AE87D70C-00CF-4600-A2DC-93EC61938AC4}" type="presParOf" srcId="{539290F2-CB53-4583-9C67-8638158B1238}" destId="{967F6088-F23F-431C-B735-E1922805E608}" srcOrd="0" destOrd="0" presId="urn:microsoft.com/office/officeart/2005/8/layout/orgChart1"/>
    <dgm:cxn modelId="{91A2B88A-D721-4981-B2F4-0EC95DD22F30}" type="presParOf" srcId="{539290F2-CB53-4583-9C67-8638158B1238}" destId="{6B06D01B-4C32-4C25-882F-518BAD6D912A}" srcOrd="1" destOrd="0" presId="urn:microsoft.com/office/officeart/2005/8/layout/orgChart1"/>
    <dgm:cxn modelId="{F6526E9B-D924-45B7-9CC8-A63968FDE7C3}" type="presParOf" srcId="{6B06D01B-4C32-4C25-882F-518BAD6D912A}" destId="{55B8F446-EA61-44D1-94BF-96F1A121D4FE}" srcOrd="0" destOrd="0" presId="urn:microsoft.com/office/officeart/2005/8/layout/orgChart1"/>
    <dgm:cxn modelId="{2E83FE5E-DF69-4927-B5C3-515E6C537EAB}" type="presParOf" srcId="{55B8F446-EA61-44D1-94BF-96F1A121D4FE}" destId="{0F42063A-BEF5-45D8-A94A-62018F98299A}" srcOrd="0" destOrd="0" presId="urn:microsoft.com/office/officeart/2005/8/layout/orgChart1"/>
    <dgm:cxn modelId="{CE5FB404-46B1-45A8-B02C-217AB3400EC5}" type="presParOf" srcId="{55B8F446-EA61-44D1-94BF-96F1A121D4FE}" destId="{50EF61DC-CCB2-4DFC-961D-3C073EF3A5A9}" srcOrd="1" destOrd="0" presId="urn:microsoft.com/office/officeart/2005/8/layout/orgChart1"/>
    <dgm:cxn modelId="{AF8F594A-0B64-42AB-B7B9-D148D2A9546F}" type="presParOf" srcId="{6B06D01B-4C32-4C25-882F-518BAD6D912A}" destId="{C42C6BCD-848D-4633-8A50-14773601B8D0}" srcOrd="1" destOrd="0" presId="urn:microsoft.com/office/officeart/2005/8/layout/orgChart1"/>
    <dgm:cxn modelId="{BD7438F9-77DF-481A-AA59-F69F16A43F49}" type="presParOf" srcId="{6B06D01B-4C32-4C25-882F-518BAD6D912A}" destId="{65D4CD1A-8876-4875-8837-4C479B0FB7A9}" srcOrd="2" destOrd="0" presId="urn:microsoft.com/office/officeart/2005/8/layout/orgChart1"/>
    <dgm:cxn modelId="{1BD7D615-69F4-481C-A2DC-F9718CE24669}" type="presParOf" srcId="{539290F2-CB53-4583-9C67-8638158B1238}" destId="{02E8D8D2-1682-4C71-AFD6-600DF48110A5}" srcOrd="2" destOrd="0" presId="urn:microsoft.com/office/officeart/2005/8/layout/orgChart1"/>
    <dgm:cxn modelId="{9964D1F2-299D-4F81-8D0A-696D5207DF70}" type="presParOf" srcId="{539290F2-CB53-4583-9C67-8638158B1238}" destId="{BD3D47EB-3F07-4E51-85D1-93F23DB1B001}" srcOrd="3" destOrd="0" presId="urn:microsoft.com/office/officeart/2005/8/layout/orgChart1"/>
    <dgm:cxn modelId="{9B5C78B2-66AB-4DEA-B3DC-72D09A867400}" type="presParOf" srcId="{BD3D47EB-3F07-4E51-85D1-93F23DB1B001}" destId="{016AFFA2-7DC2-4730-BB3F-3FC265E4E92C}" srcOrd="0" destOrd="0" presId="urn:microsoft.com/office/officeart/2005/8/layout/orgChart1"/>
    <dgm:cxn modelId="{E9DEC90D-4124-4B0B-BE03-CFAED9D26D51}" type="presParOf" srcId="{016AFFA2-7DC2-4730-BB3F-3FC265E4E92C}" destId="{0B919FD3-A585-4D4B-A94F-8A14FA9B363B}" srcOrd="0" destOrd="0" presId="urn:microsoft.com/office/officeart/2005/8/layout/orgChart1"/>
    <dgm:cxn modelId="{BB20A6D0-283F-484E-B6FE-DCEFC0090177}" type="presParOf" srcId="{016AFFA2-7DC2-4730-BB3F-3FC265E4E92C}" destId="{EC910A42-7E49-4240-B29B-D26AF7FF48DA}" srcOrd="1" destOrd="0" presId="urn:microsoft.com/office/officeart/2005/8/layout/orgChart1"/>
    <dgm:cxn modelId="{879ED6FE-8202-4666-B60C-C43FBEAEE4A8}" type="presParOf" srcId="{BD3D47EB-3F07-4E51-85D1-93F23DB1B001}" destId="{1B50A2C2-7A46-4B64-A11F-75D0DD87D636}" srcOrd="1" destOrd="0" presId="urn:microsoft.com/office/officeart/2005/8/layout/orgChart1"/>
    <dgm:cxn modelId="{C774DEEB-F0D3-4BEF-A6AA-136B50652265}" type="presParOf" srcId="{BD3D47EB-3F07-4E51-85D1-93F23DB1B001}" destId="{4DAB4244-C3D4-44E5-8E5A-A61BA5A8D92A}" srcOrd="2" destOrd="0" presId="urn:microsoft.com/office/officeart/2005/8/layout/orgChart1"/>
    <dgm:cxn modelId="{9F24748B-B8B6-41AE-BEEB-6B19AEA49ACF}" type="presParOf" srcId="{539290F2-CB53-4583-9C67-8638158B1238}" destId="{96BE0239-0FDC-4DF7-8BDD-B6E4D245E5FB}" srcOrd="4" destOrd="0" presId="urn:microsoft.com/office/officeart/2005/8/layout/orgChart1"/>
    <dgm:cxn modelId="{295AB5C9-A6CB-4216-A6C2-928B6D35E853}" type="presParOf" srcId="{539290F2-CB53-4583-9C67-8638158B1238}" destId="{DF0353C9-0DEE-4505-89A7-4B80255C0CAF}" srcOrd="5" destOrd="0" presId="urn:microsoft.com/office/officeart/2005/8/layout/orgChart1"/>
    <dgm:cxn modelId="{E8EE1BFD-6F4D-4E37-AE39-EDF3377FCCD7}" type="presParOf" srcId="{DF0353C9-0DEE-4505-89A7-4B80255C0CAF}" destId="{E501535D-F0DF-42BA-A768-79654F4276E7}" srcOrd="0" destOrd="0" presId="urn:microsoft.com/office/officeart/2005/8/layout/orgChart1"/>
    <dgm:cxn modelId="{99C94F18-CF35-4C36-92B1-1B452C64FEA9}" type="presParOf" srcId="{E501535D-F0DF-42BA-A768-79654F4276E7}" destId="{76519E9F-E15C-4F8D-8B3C-0D45772B5415}" srcOrd="0" destOrd="0" presId="urn:microsoft.com/office/officeart/2005/8/layout/orgChart1"/>
    <dgm:cxn modelId="{EF3D08A5-362D-45A3-8483-BFC91697390A}" type="presParOf" srcId="{E501535D-F0DF-42BA-A768-79654F4276E7}" destId="{E234C74C-1ADE-449A-91FB-4916269D0BAB}" srcOrd="1" destOrd="0" presId="urn:microsoft.com/office/officeart/2005/8/layout/orgChart1"/>
    <dgm:cxn modelId="{8D9F6EA2-225B-433D-93DC-2890CE19C290}" type="presParOf" srcId="{DF0353C9-0DEE-4505-89A7-4B80255C0CAF}" destId="{CFD2E2B1-A132-4918-812A-B989EE801DC4}" srcOrd="1" destOrd="0" presId="urn:microsoft.com/office/officeart/2005/8/layout/orgChart1"/>
    <dgm:cxn modelId="{33CFC9A0-8C44-4336-B183-F3851D8C7726}" type="presParOf" srcId="{DF0353C9-0DEE-4505-89A7-4B80255C0CAF}" destId="{FBD385E1-BA7A-40D2-A3AE-4BCFF03C1C27}" srcOrd="2" destOrd="0" presId="urn:microsoft.com/office/officeart/2005/8/layout/orgChart1"/>
    <dgm:cxn modelId="{6216F8B3-0128-479A-BFA0-ED2B16818F3F}" type="presParOf" srcId="{539290F2-CB53-4583-9C67-8638158B1238}" destId="{46A7C254-99DF-4F44-97C4-61295D7C0D83}" srcOrd="6" destOrd="0" presId="urn:microsoft.com/office/officeart/2005/8/layout/orgChart1"/>
    <dgm:cxn modelId="{C15E418C-2378-461A-ADC7-782971431042}" type="presParOf" srcId="{539290F2-CB53-4583-9C67-8638158B1238}" destId="{79DB3DA6-1EED-4301-8A9B-40DABC00B394}" srcOrd="7" destOrd="0" presId="urn:microsoft.com/office/officeart/2005/8/layout/orgChart1"/>
    <dgm:cxn modelId="{E5003F0E-ED2A-4BF2-9524-4A70B6CDA397}" type="presParOf" srcId="{79DB3DA6-1EED-4301-8A9B-40DABC00B394}" destId="{2FD8EC67-1262-4111-AD32-26D4522AF9F5}" srcOrd="0" destOrd="0" presId="urn:microsoft.com/office/officeart/2005/8/layout/orgChart1"/>
    <dgm:cxn modelId="{736B7897-B3A1-4265-84EC-0F0FD65B4F23}" type="presParOf" srcId="{2FD8EC67-1262-4111-AD32-26D4522AF9F5}" destId="{E0EA4F46-67FC-4DC9-B506-9A66B0CA8E4D}" srcOrd="0" destOrd="0" presId="urn:microsoft.com/office/officeart/2005/8/layout/orgChart1"/>
    <dgm:cxn modelId="{56C9D7A0-07B8-4171-A390-EEC8120758C8}" type="presParOf" srcId="{2FD8EC67-1262-4111-AD32-26D4522AF9F5}" destId="{3ACD419F-27E4-43C8-BD5A-D6883C12A6B3}" srcOrd="1" destOrd="0" presId="urn:microsoft.com/office/officeart/2005/8/layout/orgChart1"/>
    <dgm:cxn modelId="{0DF78986-19CD-4124-8FC9-F7264D7754E8}" type="presParOf" srcId="{79DB3DA6-1EED-4301-8A9B-40DABC00B394}" destId="{A2AB1C68-6590-43AF-AC4E-1449F9B19D6B}" srcOrd="1" destOrd="0" presId="urn:microsoft.com/office/officeart/2005/8/layout/orgChart1"/>
    <dgm:cxn modelId="{67ACAF39-A114-473E-8644-ED4206DEC1E9}" type="presParOf" srcId="{79DB3DA6-1EED-4301-8A9B-40DABC00B394}" destId="{29A5704D-571D-454C-A10E-56A0EA1AE0FB}" srcOrd="2" destOrd="0" presId="urn:microsoft.com/office/officeart/2005/8/layout/orgChart1"/>
    <dgm:cxn modelId="{DE92DFF5-C126-4AD0-8913-B82DF12270F9}" type="presParOf" srcId="{AB6B62AF-09E8-4C5A-A7DB-6DADF8467B45}" destId="{E397113E-276B-47A4-BCCC-391CD342789B}" srcOrd="2" destOrd="0" presId="urn:microsoft.com/office/officeart/2005/8/layout/orgChart1"/>
    <dgm:cxn modelId="{FD907A58-255E-43A7-9CB5-C9CE033A7D6B}" type="presParOf" srcId="{24114006-051A-4A5D-A774-3550C10A13DF}" destId="{4E0C723E-1807-45B4-8AE1-C4AB0BC6B731}" srcOrd="4" destOrd="0" presId="urn:microsoft.com/office/officeart/2005/8/layout/orgChart1"/>
    <dgm:cxn modelId="{51A83BE0-D36A-4BF7-A528-CA8C23420E39}" type="presParOf" srcId="{24114006-051A-4A5D-A774-3550C10A13DF}" destId="{88AD3ADA-9398-45D7-A699-10D5C737DE58}" srcOrd="5" destOrd="0" presId="urn:microsoft.com/office/officeart/2005/8/layout/orgChart1"/>
    <dgm:cxn modelId="{B37D4282-13A2-48CB-94D4-F175A9E4AB7C}" type="presParOf" srcId="{88AD3ADA-9398-45D7-A699-10D5C737DE58}" destId="{BE5AACEE-684F-4CFB-AF41-39382D330C69}" srcOrd="0" destOrd="0" presId="urn:microsoft.com/office/officeart/2005/8/layout/orgChart1"/>
    <dgm:cxn modelId="{49800CB1-3016-4D2D-8A13-3E41737F0F97}" type="presParOf" srcId="{BE5AACEE-684F-4CFB-AF41-39382D330C69}" destId="{B0395DFD-1DF5-4FA9-B35D-8E85090AB787}" srcOrd="0" destOrd="0" presId="urn:microsoft.com/office/officeart/2005/8/layout/orgChart1"/>
    <dgm:cxn modelId="{B964EE8F-9752-4DE8-A1E3-64366E6C848A}" type="presParOf" srcId="{BE5AACEE-684F-4CFB-AF41-39382D330C69}" destId="{1F0A8EB3-CC73-455F-9359-32CBBC50D7EF}" srcOrd="1" destOrd="0" presId="urn:microsoft.com/office/officeart/2005/8/layout/orgChart1"/>
    <dgm:cxn modelId="{5F2A956B-09D5-41D3-B257-1EB1480F5C97}" type="presParOf" srcId="{88AD3ADA-9398-45D7-A699-10D5C737DE58}" destId="{7D90386B-6F8D-4A26-9347-3B24D62EC647}" srcOrd="1" destOrd="0" presId="urn:microsoft.com/office/officeart/2005/8/layout/orgChart1"/>
    <dgm:cxn modelId="{0B205266-5758-4D53-B3F3-A8E643FDCCD1}" type="presParOf" srcId="{7D90386B-6F8D-4A26-9347-3B24D62EC647}" destId="{05BE0D4F-103C-45E8-BE02-73E52B4CBA68}" srcOrd="0" destOrd="0" presId="urn:microsoft.com/office/officeart/2005/8/layout/orgChart1"/>
    <dgm:cxn modelId="{8AD78FFE-3639-4E1E-BC27-81A8AEF7514A}" type="presParOf" srcId="{7D90386B-6F8D-4A26-9347-3B24D62EC647}" destId="{714AD5B7-FB0D-4D83-9E26-598C4522407E}" srcOrd="1" destOrd="0" presId="urn:microsoft.com/office/officeart/2005/8/layout/orgChart1"/>
    <dgm:cxn modelId="{ED601E6C-CCC8-4ABB-9892-9E66BD4BBCC5}" type="presParOf" srcId="{714AD5B7-FB0D-4D83-9E26-598C4522407E}" destId="{52A68E23-FBFF-47A6-8875-45E11E1649BE}" srcOrd="0" destOrd="0" presId="urn:microsoft.com/office/officeart/2005/8/layout/orgChart1"/>
    <dgm:cxn modelId="{113A288B-3868-49FB-97B7-ABE7CD1D5BA8}" type="presParOf" srcId="{52A68E23-FBFF-47A6-8875-45E11E1649BE}" destId="{CE341EDE-2F4E-4280-A40E-EDCDE1BF900D}" srcOrd="0" destOrd="0" presId="urn:microsoft.com/office/officeart/2005/8/layout/orgChart1"/>
    <dgm:cxn modelId="{2F0225FC-3DC6-455C-97F0-7AB25BCF306C}" type="presParOf" srcId="{52A68E23-FBFF-47A6-8875-45E11E1649BE}" destId="{F37E4351-3CA1-459E-90B8-9EE074408AFC}" srcOrd="1" destOrd="0" presId="urn:microsoft.com/office/officeart/2005/8/layout/orgChart1"/>
    <dgm:cxn modelId="{E800B006-3214-41BE-B91E-227FB6003579}" type="presParOf" srcId="{714AD5B7-FB0D-4D83-9E26-598C4522407E}" destId="{BD11C4FC-8646-4D69-B029-70449C5FA466}" srcOrd="1" destOrd="0" presId="urn:microsoft.com/office/officeart/2005/8/layout/orgChart1"/>
    <dgm:cxn modelId="{E9126DAB-F70B-4FFB-9A6E-240ADCEA8725}" type="presParOf" srcId="{714AD5B7-FB0D-4D83-9E26-598C4522407E}" destId="{0D518818-D786-46B2-8514-C49C0FC4C5A8}" srcOrd="2" destOrd="0" presId="urn:microsoft.com/office/officeart/2005/8/layout/orgChart1"/>
    <dgm:cxn modelId="{7B436D5C-97F2-485C-9774-F9F9B2D9740C}" type="presParOf" srcId="{88AD3ADA-9398-45D7-A699-10D5C737DE58}" destId="{6BD2BE75-2807-4A54-B5EE-A5C1D9983D7A}" srcOrd="2" destOrd="0" presId="urn:microsoft.com/office/officeart/2005/8/layout/orgChart1"/>
    <dgm:cxn modelId="{F5194421-A426-4EF7-8DA0-F869C6AC4648}" type="presParOf" srcId="{B1B9FBDD-2D3E-4ED6-A0B1-9F6D052403A6}" destId="{67E6225A-373E-40E3-B816-437A80BCD9F2}" srcOrd="2" destOrd="0" presId="urn:microsoft.com/office/officeart/2005/8/layout/orgChart1"/>
    <dgm:cxn modelId="{19883A40-47FE-4B83-8171-999CF051ADB8}" type="presParOf" srcId="{73A82102-349B-4472-AB3A-0AA0DF0178CC}" destId="{ED28D097-AB07-40EB-89F2-839AA87455DC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D68A07-0A06-48BD-A4C2-A8C02EB9183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A2CDB5-4E12-45A9-9222-E984B29D8CFC}">
      <dgm:prSet phldrT="[Text]"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Magical Devices V3 (MDV3)</a:t>
          </a:r>
        </a:p>
      </dgm:t>
    </dgm:pt>
    <dgm:pt modelId="{06A5B8F6-208F-4C68-B683-DE532F59C222}" type="parTrans" cxnId="{42041810-CE7A-4D33-B617-A638CBF869EF}">
      <dgm:prSet/>
      <dgm:spPr/>
      <dgm:t>
        <a:bodyPr/>
        <a:lstStyle/>
        <a:p>
          <a:endParaRPr lang="en-US" sz="800"/>
        </a:p>
      </dgm:t>
    </dgm:pt>
    <dgm:pt modelId="{A73ED636-B5E3-4F0C-A615-9FBE0AE9D6AB}" type="sibTrans" cxnId="{42041810-CE7A-4D33-B617-A638CBF869EF}">
      <dgm:prSet/>
      <dgm:spPr/>
      <dgm:t>
        <a:bodyPr/>
        <a:lstStyle/>
        <a:p>
          <a:endParaRPr lang="en-US" sz="800"/>
        </a:p>
      </dgm:t>
    </dgm:pt>
    <dgm:pt modelId="{9A589A85-9A19-4D5B-970F-E323C3CAC88F}">
      <dgm:prSet phldrT="[Text]"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</a:p>
      </dgm:t>
    </dgm:pt>
    <dgm:pt modelId="{B8B63E5E-B75A-4BF4-BA49-83608999CFFE}" type="parTrans" cxnId="{28A345B4-0767-4EF0-BC18-EA255C11108B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E2CA57-169A-4D02-B7D8-6F54B655CE02}" type="sibTrans" cxnId="{28A345B4-0767-4EF0-BC18-EA255C11108B}">
      <dgm:prSet/>
      <dgm:spPr/>
      <dgm:t>
        <a:bodyPr/>
        <a:lstStyle/>
        <a:p>
          <a:endParaRPr lang="en-US" sz="800"/>
        </a:p>
      </dgm:t>
    </dgm:pt>
    <dgm:pt modelId="{FB108984-5A1F-48B1-93FE-1F4A1A178C6A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23DDFE-76FB-477B-B3DE-78568AAB9323}" type="parTrans" cxnId="{BA943CA6-8FC8-4BB3-A6BB-28F8D92B68F3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3D0039-1968-4B7B-BC83-08DECE3A12BD}" type="sibTrans" cxnId="{BA943CA6-8FC8-4BB3-A6BB-28F8D92B68F3}">
      <dgm:prSet/>
      <dgm:spPr/>
      <dgm:t>
        <a:bodyPr/>
        <a:lstStyle/>
        <a:p>
          <a:endParaRPr lang="en-CA" sz="800"/>
        </a:p>
      </dgm:t>
    </dgm:pt>
    <dgm:pt modelId="{8B2BB921-4290-4C33-8398-BC3C1422FC09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DAC0B9-0DE7-4AEA-8D84-59319736F0AF}" type="parTrans" cxnId="{5DDAA9F1-D04F-4C50-989A-10F56B80DD0C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FAC73D-0A41-4B50-B7A6-8D8ACD61EE57}" type="sibTrans" cxnId="{5DDAA9F1-D04F-4C50-989A-10F56B80DD0C}">
      <dgm:prSet/>
      <dgm:spPr/>
      <dgm:t>
        <a:bodyPr/>
        <a:lstStyle/>
        <a:p>
          <a:endParaRPr lang="en-CA" sz="800"/>
        </a:p>
      </dgm:t>
    </dgm:pt>
    <dgm:pt modelId="{0204BDD3-7E11-4A7B-B9A3-FAA744D275B4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48D2D7-5F56-4E77-A57E-AEB9BB43FB5D}" type="parTrans" cxnId="{037502DD-5C3D-40D9-BE29-114CEBF985AC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33BEA-F7DF-40A9-B2DC-9242CF67DCAD}" type="sibTrans" cxnId="{037502DD-5C3D-40D9-BE29-114CEBF985AC}">
      <dgm:prSet/>
      <dgm:spPr/>
      <dgm:t>
        <a:bodyPr/>
        <a:lstStyle/>
        <a:p>
          <a:endParaRPr lang="en-CA" sz="800"/>
        </a:p>
      </dgm:t>
    </dgm:pt>
    <dgm:pt modelId="{33F344BD-43D8-4FAC-876C-FAA4AE471330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0FB1AD7E-9181-400E-8AD7-CC75756B8D4D}" type="parTrans" cxnId="{2B00B58D-22FF-4077-811B-AAAA190B142C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D303A7-5D08-4AAD-8C31-6478BB601CEF}" type="sibTrans" cxnId="{2B00B58D-22FF-4077-811B-AAAA190B142C}">
      <dgm:prSet/>
      <dgm:spPr/>
      <dgm:t>
        <a:bodyPr/>
        <a:lstStyle/>
        <a:p>
          <a:endParaRPr lang="en-CA" sz="800"/>
        </a:p>
      </dgm:t>
    </dgm:pt>
    <dgm:pt modelId="{43A5C799-0F40-4239-8BA5-5F7A79B805C5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Facility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522B8D-1994-46D2-A7A6-7AC105A8CF9A}" type="parTrans" cxnId="{418BA2A9-55E3-438A-B45D-4BFAC2A723CD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363007-23D1-430E-8F10-D5BA01362A4B}" type="sibTrans" cxnId="{418BA2A9-55E3-438A-B45D-4BFAC2A723CD}">
      <dgm:prSet/>
      <dgm:spPr/>
      <dgm:t>
        <a:bodyPr/>
        <a:lstStyle/>
        <a:p>
          <a:endParaRPr lang="en-CA" sz="800"/>
        </a:p>
      </dgm:t>
    </dgm:pt>
    <dgm:pt modelId="{13349D33-DB63-40F4-852B-0EB799133A20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FA96D6-5B77-431A-8F81-0304B7E5632F}" type="parTrans" cxnId="{1F5B511A-4928-4F01-B435-7B5EA6082C30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26F9F6-94A8-443D-A710-77A9CFEA4934}" type="sibTrans" cxnId="{1F5B511A-4928-4F01-B435-7B5EA6082C30}">
      <dgm:prSet/>
      <dgm:spPr/>
      <dgm:t>
        <a:bodyPr/>
        <a:lstStyle/>
        <a:p>
          <a:endParaRPr lang="en-CA" sz="800"/>
        </a:p>
      </dgm:t>
    </dgm:pt>
    <dgm:pt modelId="{BCB45ECD-7013-44FE-AE5A-CEF1B3603784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ECE80B39-33FB-4EA7-8920-EF448D260906}" type="parTrans" cxnId="{765A2064-1577-4ACD-8CCA-62C41BA40962}">
      <dgm:prSet/>
      <dgm:spPr>
        <a:ln w="12700">
          <a:solidFill>
            <a:schemeClr val="tx1"/>
          </a:solidFill>
        </a:ln>
      </dgm:spPr>
      <dgm:t>
        <a:bodyPr/>
        <a:lstStyle/>
        <a:p>
          <a:endParaRPr lang="en-CA" sz="800"/>
        </a:p>
      </dgm:t>
    </dgm:pt>
    <dgm:pt modelId="{10227FCE-545F-4416-8879-1A64D06E16CE}" type="sibTrans" cxnId="{765A2064-1577-4ACD-8CCA-62C41BA40962}">
      <dgm:prSet/>
      <dgm:spPr/>
      <dgm:t>
        <a:bodyPr/>
        <a:lstStyle/>
        <a:p>
          <a:endParaRPr lang="en-CA" sz="800"/>
        </a:p>
      </dgm:t>
    </dgm:pt>
    <dgm:pt modelId="{C1420AC3-3F48-407E-B844-D85209141315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endParaRPr lang="en-CA" sz="8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A978D3-2765-41F0-AAA4-03484BE23EF2}" type="sibTrans" cxnId="{8C3DFEB9-15DB-46EF-BA22-C3ED50E6C80C}">
      <dgm:prSet/>
      <dgm:spPr/>
      <dgm:t>
        <a:bodyPr/>
        <a:lstStyle/>
        <a:p>
          <a:endParaRPr lang="en-CA" sz="800"/>
        </a:p>
      </dgm:t>
    </dgm:pt>
    <dgm:pt modelId="{851BB038-CF7C-4AB5-B159-AF41FB2B2638}" type="parTrans" cxnId="{8C3DFEB9-15DB-46EF-BA22-C3ED50E6C80C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CA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366E50-739B-4595-8BB8-E44C043D9650}">
      <dgm:prSet custT="1"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</a:p>
      </dgm:t>
    </dgm:pt>
    <dgm:pt modelId="{151F630E-3E33-4DDA-AC4E-510C0C94B4CA}" type="sibTrans" cxnId="{BC89EE44-10B0-4FDE-9264-9DC83E497240}">
      <dgm:prSet/>
      <dgm:spPr/>
      <dgm:t>
        <a:bodyPr/>
        <a:lstStyle/>
        <a:p>
          <a:endParaRPr lang="en-US" sz="800"/>
        </a:p>
      </dgm:t>
    </dgm:pt>
    <dgm:pt modelId="{AFCE44E3-566B-4CB2-B660-526A0CEF92B5}" type="parTrans" cxnId="{BC89EE44-10B0-4FDE-9264-9DC83E497240}">
      <dgm:prSet/>
      <dgm:spPr>
        <a:solidFill>
          <a:srgbClr val="EAEAEA"/>
        </a:solidFill>
        <a:ln w="12700">
          <a:solidFill>
            <a:schemeClr val="tx1"/>
          </a:solidFill>
        </a:ln>
      </dgm:spPr>
      <dgm:t>
        <a:bodyPr/>
        <a:lstStyle/>
        <a:p>
          <a:endParaRPr lang="en-US" sz="8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315C6E-7246-402B-9DA8-58EDC47C6FD7}">
      <dgm:prSet custT="1"/>
      <dgm:spPr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Quality Assurance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gm:t>
    </dgm:pt>
    <dgm:pt modelId="{B395C357-F594-419D-BEF0-754E35C7EB51}" type="parTrans" cxnId="{3366B0C5-9664-429D-80B4-3BD51A6AE9AC}">
      <dgm:prSet/>
      <dgm:spPr>
        <a:ln w="12700">
          <a:solidFill>
            <a:schemeClr val="tx1"/>
          </a:solidFill>
        </a:ln>
      </dgm:spPr>
      <dgm:t>
        <a:bodyPr/>
        <a:lstStyle/>
        <a:p>
          <a:endParaRPr lang="en-CA"/>
        </a:p>
      </dgm:t>
    </dgm:pt>
    <dgm:pt modelId="{6121E1C3-9BFF-4BCC-9A2E-D3DDB78936CD}" type="sibTrans" cxnId="{3366B0C5-9664-429D-80B4-3BD51A6AE9AC}">
      <dgm:prSet/>
      <dgm:spPr/>
      <dgm:t>
        <a:bodyPr/>
        <a:lstStyle/>
        <a:p>
          <a:endParaRPr lang="en-CA"/>
        </a:p>
      </dgm:t>
    </dgm:pt>
    <dgm:pt modelId="{0438BC93-A6C8-4D55-B58C-9B03AB672D98}" type="pres">
      <dgm:prSet presAssocID="{25D68A07-0A06-48BD-A4C2-A8C02EB918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A82102-349B-4472-AB3A-0AA0DF0178CC}" type="pres">
      <dgm:prSet presAssocID="{DBA2CDB5-4E12-45A9-9222-E984B29D8CFC}" presName="hierRoot1" presStyleCnt="0">
        <dgm:presLayoutVars>
          <dgm:hierBranch val="init"/>
        </dgm:presLayoutVars>
      </dgm:prSet>
      <dgm:spPr/>
    </dgm:pt>
    <dgm:pt modelId="{1DA9D214-17D7-495C-9C2D-357F6802FE8B}" type="pres">
      <dgm:prSet presAssocID="{DBA2CDB5-4E12-45A9-9222-E984B29D8CFC}" presName="rootComposite1" presStyleCnt="0"/>
      <dgm:spPr/>
    </dgm:pt>
    <dgm:pt modelId="{854B43F5-0696-4CA6-8658-E27AFF6276EB}" type="pres">
      <dgm:prSet presAssocID="{DBA2CDB5-4E12-45A9-9222-E984B29D8CFC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C75A0531-1D33-4342-8E59-E8FEBA7C75C7}" type="pres">
      <dgm:prSet presAssocID="{DBA2CDB5-4E12-45A9-9222-E984B29D8CFC}" presName="rootConnector1" presStyleLbl="node1" presStyleIdx="0" presStyleCnt="0"/>
      <dgm:spPr/>
    </dgm:pt>
    <dgm:pt modelId="{1CB62327-0FD1-4229-A831-3E2B2CB1C5CE}" type="pres">
      <dgm:prSet presAssocID="{DBA2CDB5-4E12-45A9-9222-E984B29D8CFC}" presName="hierChild2" presStyleCnt="0"/>
      <dgm:spPr/>
    </dgm:pt>
    <dgm:pt modelId="{256C0618-41C5-40A8-ABCB-67A992E0A35C}" type="pres">
      <dgm:prSet presAssocID="{B8B63E5E-B75A-4BF4-BA49-83608999CFFE}" presName="Name37" presStyleLbl="parChTrans1D2" presStyleIdx="0" presStyleCnt="11"/>
      <dgm:spPr/>
    </dgm:pt>
    <dgm:pt modelId="{EA6E04E1-2920-423A-B9BF-16B42DEEA078}" type="pres">
      <dgm:prSet presAssocID="{9A589A85-9A19-4D5B-970F-E323C3CAC88F}" presName="hierRoot2" presStyleCnt="0">
        <dgm:presLayoutVars>
          <dgm:hierBranch val="init"/>
        </dgm:presLayoutVars>
      </dgm:prSet>
      <dgm:spPr/>
    </dgm:pt>
    <dgm:pt modelId="{1EAAD89A-BDD6-449B-A5A5-36E04698EBAE}" type="pres">
      <dgm:prSet presAssocID="{9A589A85-9A19-4D5B-970F-E323C3CAC88F}" presName="rootComposite" presStyleCnt="0"/>
      <dgm:spPr/>
    </dgm:pt>
    <dgm:pt modelId="{D2CC6CB8-F086-4E9A-AA62-576FE7D80F69}" type="pres">
      <dgm:prSet presAssocID="{9A589A85-9A19-4D5B-970F-E323C3CAC88F}" presName="rootText" presStyleLbl="node2" presStyleIdx="0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EC420CD8-E6D8-4033-9153-DBF689D94885}" type="pres">
      <dgm:prSet presAssocID="{9A589A85-9A19-4D5B-970F-E323C3CAC88F}" presName="rootConnector" presStyleLbl="node2" presStyleIdx="0" presStyleCnt="11"/>
      <dgm:spPr/>
    </dgm:pt>
    <dgm:pt modelId="{42747D04-4194-4ADC-B014-39996072C2EC}" type="pres">
      <dgm:prSet presAssocID="{9A589A85-9A19-4D5B-970F-E323C3CAC88F}" presName="hierChild4" presStyleCnt="0"/>
      <dgm:spPr/>
    </dgm:pt>
    <dgm:pt modelId="{96756137-B154-4974-8003-56E3541451D7}" type="pres">
      <dgm:prSet presAssocID="{9A589A85-9A19-4D5B-970F-E323C3CAC88F}" presName="hierChild5" presStyleCnt="0"/>
      <dgm:spPr/>
    </dgm:pt>
    <dgm:pt modelId="{23EE901D-3446-43D2-A609-C26F69F28526}" type="pres">
      <dgm:prSet presAssocID="{851BB038-CF7C-4AB5-B159-AF41FB2B2638}" presName="Name37" presStyleLbl="parChTrans1D2" presStyleIdx="1" presStyleCnt="11"/>
      <dgm:spPr/>
    </dgm:pt>
    <dgm:pt modelId="{310BC1DF-9341-491D-8D7F-6393A4FD1B2A}" type="pres">
      <dgm:prSet presAssocID="{C1420AC3-3F48-407E-B844-D85209141315}" presName="hierRoot2" presStyleCnt="0">
        <dgm:presLayoutVars>
          <dgm:hierBranch val="init"/>
        </dgm:presLayoutVars>
      </dgm:prSet>
      <dgm:spPr/>
    </dgm:pt>
    <dgm:pt modelId="{3FD4631F-F281-4EFC-A5EB-FD0BFB4FCF69}" type="pres">
      <dgm:prSet presAssocID="{C1420AC3-3F48-407E-B844-D85209141315}" presName="rootComposite" presStyleCnt="0"/>
      <dgm:spPr/>
    </dgm:pt>
    <dgm:pt modelId="{6D731922-3B28-4F97-A8B2-9B6CFCB985CF}" type="pres">
      <dgm:prSet presAssocID="{C1420AC3-3F48-407E-B844-D85209141315}" presName="rootText" presStyleLbl="node2" presStyleIdx="1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CABD8DDD-26F2-431F-8362-2B292C6E9D54}" type="pres">
      <dgm:prSet presAssocID="{C1420AC3-3F48-407E-B844-D85209141315}" presName="rootConnector" presStyleLbl="node2" presStyleIdx="1" presStyleCnt="11"/>
      <dgm:spPr/>
    </dgm:pt>
    <dgm:pt modelId="{17A28AE8-1966-4ECB-A84E-8931D3C48301}" type="pres">
      <dgm:prSet presAssocID="{C1420AC3-3F48-407E-B844-D85209141315}" presName="hierChild4" presStyleCnt="0"/>
      <dgm:spPr/>
    </dgm:pt>
    <dgm:pt modelId="{98087536-EF2C-4343-BE2C-9B2E06B0A5D9}" type="pres">
      <dgm:prSet presAssocID="{C1420AC3-3F48-407E-B844-D85209141315}" presName="hierChild5" presStyleCnt="0"/>
      <dgm:spPr/>
    </dgm:pt>
    <dgm:pt modelId="{CF302987-8088-4371-8132-2A7E5A194F38}" type="pres">
      <dgm:prSet presAssocID="{AFCE44E3-566B-4CB2-B660-526A0CEF92B5}" presName="Name37" presStyleLbl="parChTrans1D2" presStyleIdx="2" presStyleCnt="11"/>
      <dgm:spPr/>
    </dgm:pt>
    <dgm:pt modelId="{D79B37D5-AE82-4A22-8DDF-0ABAE6ADF603}" type="pres">
      <dgm:prSet presAssocID="{DF366E50-739B-4595-8BB8-E44C043D9650}" presName="hierRoot2" presStyleCnt="0">
        <dgm:presLayoutVars>
          <dgm:hierBranch val="init"/>
        </dgm:presLayoutVars>
      </dgm:prSet>
      <dgm:spPr/>
    </dgm:pt>
    <dgm:pt modelId="{956DFC9F-F2F6-4FD5-BEA8-6052451AC4B4}" type="pres">
      <dgm:prSet presAssocID="{DF366E50-739B-4595-8BB8-E44C043D9650}" presName="rootComposite" presStyleCnt="0"/>
      <dgm:spPr/>
    </dgm:pt>
    <dgm:pt modelId="{3B5B8DB3-4877-4918-B6E2-A68931EB83CA}" type="pres">
      <dgm:prSet presAssocID="{DF366E50-739B-4595-8BB8-E44C043D9650}" presName="rootText" presStyleLbl="node2" presStyleIdx="2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6E32EC5F-BF3F-4072-B9DF-5E277B91D85B}" type="pres">
      <dgm:prSet presAssocID="{DF366E50-739B-4595-8BB8-E44C043D9650}" presName="rootConnector" presStyleLbl="node2" presStyleIdx="2" presStyleCnt="11"/>
      <dgm:spPr/>
    </dgm:pt>
    <dgm:pt modelId="{E5782752-3CCD-4A10-9B74-0F010E650A8C}" type="pres">
      <dgm:prSet presAssocID="{DF366E50-739B-4595-8BB8-E44C043D9650}" presName="hierChild4" presStyleCnt="0"/>
      <dgm:spPr/>
    </dgm:pt>
    <dgm:pt modelId="{E431420A-48FA-4669-9CF6-077852954A9E}" type="pres">
      <dgm:prSet presAssocID="{DF366E50-739B-4595-8BB8-E44C043D9650}" presName="hierChild5" presStyleCnt="0"/>
      <dgm:spPr/>
    </dgm:pt>
    <dgm:pt modelId="{32D01696-C28B-41ED-ADF1-F98A69E3B32C}" type="pres">
      <dgm:prSet presAssocID="{A823DDFE-76FB-477B-B3DE-78568AAB9323}" presName="Name37" presStyleLbl="parChTrans1D2" presStyleIdx="3" presStyleCnt="11"/>
      <dgm:spPr/>
    </dgm:pt>
    <dgm:pt modelId="{082E0BF4-1E7F-4760-81A6-B1A21B379C79}" type="pres">
      <dgm:prSet presAssocID="{FB108984-5A1F-48B1-93FE-1F4A1A178C6A}" presName="hierRoot2" presStyleCnt="0">
        <dgm:presLayoutVars>
          <dgm:hierBranch val="init"/>
        </dgm:presLayoutVars>
      </dgm:prSet>
      <dgm:spPr/>
    </dgm:pt>
    <dgm:pt modelId="{DC182430-6A72-4586-B6BA-936DE090D1FF}" type="pres">
      <dgm:prSet presAssocID="{FB108984-5A1F-48B1-93FE-1F4A1A178C6A}" presName="rootComposite" presStyleCnt="0"/>
      <dgm:spPr/>
    </dgm:pt>
    <dgm:pt modelId="{63BD861E-8753-49DC-97D3-F13451019827}" type="pres">
      <dgm:prSet presAssocID="{FB108984-5A1F-48B1-93FE-1F4A1A178C6A}" presName="rootText" presStyleLbl="node2" presStyleIdx="3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A6671755-99C3-4BEF-8CFF-21F311B2FD7F}" type="pres">
      <dgm:prSet presAssocID="{FB108984-5A1F-48B1-93FE-1F4A1A178C6A}" presName="rootConnector" presStyleLbl="node2" presStyleIdx="3" presStyleCnt="11"/>
      <dgm:spPr/>
    </dgm:pt>
    <dgm:pt modelId="{083D7086-594E-4D93-83B6-8AFC5D3FB314}" type="pres">
      <dgm:prSet presAssocID="{FB108984-5A1F-48B1-93FE-1F4A1A178C6A}" presName="hierChild4" presStyleCnt="0"/>
      <dgm:spPr/>
    </dgm:pt>
    <dgm:pt modelId="{E4BDC733-ED03-4CB1-ADF1-1E82F1597582}" type="pres">
      <dgm:prSet presAssocID="{FB108984-5A1F-48B1-93FE-1F4A1A178C6A}" presName="hierChild5" presStyleCnt="0"/>
      <dgm:spPr/>
    </dgm:pt>
    <dgm:pt modelId="{DE02F199-87FA-49C0-8BD2-ED55D47C0136}" type="pres">
      <dgm:prSet presAssocID="{CD48D2D7-5F56-4E77-A57E-AEB9BB43FB5D}" presName="Name37" presStyleLbl="parChTrans1D2" presStyleIdx="4" presStyleCnt="11"/>
      <dgm:spPr/>
    </dgm:pt>
    <dgm:pt modelId="{74787983-CDBA-411E-9ADE-F3E14BA24CED}" type="pres">
      <dgm:prSet presAssocID="{0204BDD3-7E11-4A7B-B9A3-FAA744D275B4}" presName="hierRoot2" presStyleCnt="0">
        <dgm:presLayoutVars>
          <dgm:hierBranch val="init"/>
        </dgm:presLayoutVars>
      </dgm:prSet>
      <dgm:spPr/>
    </dgm:pt>
    <dgm:pt modelId="{9D2F9F04-0A2E-42DF-B97C-C75CF1305F68}" type="pres">
      <dgm:prSet presAssocID="{0204BDD3-7E11-4A7B-B9A3-FAA744D275B4}" presName="rootComposite" presStyleCnt="0"/>
      <dgm:spPr/>
    </dgm:pt>
    <dgm:pt modelId="{B3FD1850-5428-454F-AF32-30BCAC70B30F}" type="pres">
      <dgm:prSet presAssocID="{0204BDD3-7E11-4A7B-B9A3-FAA744D275B4}" presName="rootText" presStyleLbl="node2" presStyleIdx="4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72C314E0-921C-49E8-B1F1-0FE5ABCF7088}" type="pres">
      <dgm:prSet presAssocID="{0204BDD3-7E11-4A7B-B9A3-FAA744D275B4}" presName="rootConnector" presStyleLbl="node2" presStyleIdx="4" presStyleCnt="11"/>
      <dgm:spPr/>
    </dgm:pt>
    <dgm:pt modelId="{8AF29267-D1AC-4937-AD01-A36927E6FDD7}" type="pres">
      <dgm:prSet presAssocID="{0204BDD3-7E11-4A7B-B9A3-FAA744D275B4}" presName="hierChild4" presStyleCnt="0"/>
      <dgm:spPr/>
    </dgm:pt>
    <dgm:pt modelId="{F8E1D2B1-02B4-4830-B3F9-ED3454A0DE84}" type="pres">
      <dgm:prSet presAssocID="{0204BDD3-7E11-4A7B-B9A3-FAA744D275B4}" presName="hierChild5" presStyleCnt="0"/>
      <dgm:spPr/>
    </dgm:pt>
    <dgm:pt modelId="{0C46C4BE-3FC9-4B61-B226-E45A4C1DE6A4}" type="pres">
      <dgm:prSet presAssocID="{64522B8D-1994-46D2-A7A6-7AC105A8CF9A}" presName="Name37" presStyleLbl="parChTrans1D2" presStyleIdx="5" presStyleCnt="11"/>
      <dgm:spPr/>
    </dgm:pt>
    <dgm:pt modelId="{1E0029D6-B359-4BF4-84C2-31F4833EF8C6}" type="pres">
      <dgm:prSet presAssocID="{43A5C799-0F40-4239-8BA5-5F7A79B805C5}" presName="hierRoot2" presStyleCnt="0">
        <dgm:presLayoutVars>
          <dgm:hierBranch val="init"/>
        </dgm:presLayoutVars>
      </dgm:prSet>
      <dgm:spPr/>
    </dgm:pt>
    <dgm:pt modelId="{9E6E4B35-F977-4B78-8C92-C43EB53F1F52}" type="pres">
      <dgm:prSet presAssocID="{43A5C799-0F40-4239-8BA5-5F7A79B805C5}" presName="rootComposite" presStyleCnt="0"/>
      <dgm:spPr/>
    </dgm:pt>
    <dgm:pt modelId="{A0ACE71F-E4CC-4FA1-831B-309F75300363}" type="pres">
      <dgm:prSet presAssocID="{43A5C799-0F40-4239-8BA5-5F7A79B805C5}" presName="rootText" presStyleLbl="node2" presStyleIdx="5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B5E6012B-DE88-4C65-B637-BC12DE00920C}" type="pres">
      <dgm:prSet presAssocID="{43A5C799-0F40-4239-8BA5-5F7A79B805C5}" presName="rootConnector" presStyleLbl="node2" presStyleIdx="5" presStyleCnt="11"/>
      <dgm:spPr/>
    </dgm:pt>
    <dgm:pt modelId="{F2751AC8-4F0C-4574-8177-D306D5CB34D2}" type="pres">
      <dgm:prSet presAssocID="{43A5C799-0F40-4239-8BA5-5F7A79B805C5}" presName="hierChild4" presStyleCnt="0"/>
      <dgm:spPr/>
    </dgm:pt>
    <dgm:pt modelId="{751A7862-3E06-48C5-8268-1FC0426BC832}" type="pres">
      <dgm:prSet presAssocID="{43A5C799-0F40-4239-8BA5-5F7A79B805C5}" presName="hierChild5" presStyleCnt="0"/>
      <dgm:spPr/>
    </dgm:pt>
    <dgm:pt modelId="{EB748347-DF08-43AF-8DF4-FE2A1EDE02CD}" type="pres">
      <dgm:prSet presAssocID="{B395C357-F594-419D-BEF0-754E35C7EB51}" presName="Name37" presStyleLbl="parChTrans1D2" presStyleIdx="6" presStyleCnt="11"/>
      <dgm:spPr/>
    </dgm:pt>
    <dgm:pt modelId="{B60614F0-8364-465E-95EA-3E9AE540F3B4}" type="pres">
      <dgm:prSet presAssocID="{BB315C6E-7246-402B-9DA8-58EDC47C6FD7}" presName="hierRoot2" presStyleCnt="0">
        <dgm:presLayoutVars>
          <dgm:hierBranch val="init"/>
        </dgm:presLayoutVars>
      </dgm:prSet>
      <dgm:spPr/>
    </dgm:pt>
    <dgm:pt modelId="{8E557167-64D2-4F7B-AAAC-214819096E47}" type="pres">
      <dgm:prSet presAssocID="{BB315C6E-7246-402B-9DA8-58EDC47C6FD7}" presName="rootComposite" presStyleCnt="0"/>
      <dgm:spPr/>
    </dgm:pt>
    <dgm:pt modelId="{C334DFB2-7125-4EC9-9AA2-1F88653DA144}" type="pres">
      <dgm:prSet presAssocID="{BB315C6E-7246-402B-9DA8-58EDC47C6FD7}" presName="rootText" presStyleLbl="node2" presStyleIdx="6" presStyleCnt="11">
        <dgm:presLayoutVars>
          <dgm:chPref val="3"/>
        </dgm:presLayoutVars>
      </dgm:prSet>
      <dgm:spPr>
        <a:xfrm>
          <a:off x="7146012" y="684413"/>
          <a:ext cx="843326" cy="421663"/>
        </a:xfrm>
        <a:prstGeom prst="roundRect">
          <a:avLst/>
        </a:prstGeom>
      </dgm:spPr>
    </dgm:pt>
    <dgm:pt modelId="{1810A30C-C9EC-4E4D-BB51-46D858AEF0CE}" type="pres">
      <dgm:prSet presAssocID="{BB315C6E-7246-402B-9DA8-58EDC47C6FD7}" presName="rootConnector" presStyleLbl="node2" presStyleIdx="6" presStyleCnt="11"/>
      <dgm:spPr/>
    </dgm:pt>
    <dgm:pt modelId="{DD03C778-A1D6-4915-940E-A5C256E1AA67}" type="pres">
      <dgm:prSet presAssocID="{BB315C6E-7246-402B-9DA8-58EDC47C6FD7}" presName="hierChild4" presStyleCnt="0"/>
      <dgm:spPr/>
    </dgm:pt>
    <dgm:pt modelId="{46AA7C2A-AF3D-4BED-AC08-B35A9D1CC1B2}" type="pres">
      <dgm:prSet presAssocID="{BB315C6E-7246-402B-9DA8-58EDC47C6FD7}" presName="hierChild5" presStyleCnt="0"/>
      <dgm:spPr/>
    </dgm:pt>
    <dgm:pt modelId="{8382B8F4-4176-48B8-9EA4-CCA25DF22F50}" type="pres">
      <dgm:prSet presAssocID="{0FB1AD7E-9181-400E-8AD7-CC75756B8D4D}" presName="Name37" presStyleLbl="parChTrans1D2" presStyleIdx="7" presStyleCnt="11"/>
      <dgm:spPr/>
    </dgm:pt>
    <dgm:pt modelId="{4AFCE032-70F7-4156-AA3C-DDCE7AF6257C}" type="pres">
      <dgm:prSet presAssocID="{33F344BD-43D8-4FAC-876C-FAA4AE471330}" presName="hierRoot2" presStyleCnt="0">
        <dgm:presLayoutVars>
          <dgm:hierBranch val="init"/>
        </dgm:presLayoutVars>
      </dgm:prSet>
      <dgm:spPr/>
    </dgm:pt>
    <dgm:pt modelId="{0C3856F5-9818-485E-B462-DC08AEE944B1}" type="pres">
      <dgm:prSet presAssocID="{33F344BD-43D8-4FAC-876C-FAA4AE471330}" presName="rootComposite" presStyleCnt="0"/>
      <dgm:spPr/>
    </dgm:pt>
    <dgm:pt modelId="{7D70FCA4-7F52-4757-8EBA-E73FEA2E2498}" type="pres">
      <dgm:prSet presAssocID="{33F344BD-43D8-4FAC-876C-FAA4AE471330}" presName="rootText" presStyleLbl="node2" presStyleIdx="7" presStyleCnt="11">
        <dgm:presLayoutVars>
          <dgm:chPref val="3"/>
        </dgm:presLayoutVars>
      </dgm:prSet>
      <dgm:spPr>
        <a:xfrm>
          <a:off x="4783161" y="678828"/>
          <a:ext cx="790135" cy="395067"/>
        </a:xfrm>
        <a:prstGeom prst="roundRect">
          <a:avLst/>
        </a:prstGeom>
      </dgm:spPr>
    </dgm:pt>
    <dgm:pt modelId="{EBB54882-3685-4B35-AB39-B4E47C52F711}" type="pres">
      <dgm:prSet presAssocID="{33F344BD-43D8-4FAC-876C-FAA4AE471330}" presName="rootConnector" presStyleLbl="node2" presStyleIdx="7" presStyleCnt="11"/>
      <dgm:spPr/>
    </dgm:pt>
    <dgm:pt modelId="{EDD74B43-BFD6-4FF8-8226-78236B486244}" type="pres">
      <dgm:prSet presAssocID="{33F344BD-43D8-4FAC-876C-FAA4AE471330}" presName="hierChild4" presStyleCnt="0"/>
      <dgm:spPr/>
    </dgm:pt>
    <dgm:pt modelId="{75BAC675-8A0C-44EB-A0AF-FEB99ECED764}" type="pres">
      <dgm:prSet presAssocID="{33F344BD-43D8-4FAC-876C-FAA4AE471330}" presName="hierChild5" presStyleCnt="0"/>
      <dgm:spPr/>
    </dgm:pt>
    <dgm:pt modelId="{4CDF05FD-FAAB-420D-9011-DF5B50D852B4}" type="pres">
      <dgm:prSet presAssocID="{ECE80B39-33FB-4EA7-8920-EF448D260906}" presName="Name37" presStyleLbl="parChTrans1D2" presStyleIdx="8" presStyleCnt="11"/>
      <dgm:spPr/>
    </dgm:pt>
    <dgm:pt modelId="{AAB1B938-F295-446F-8360-1B21757C090E}" type="pres">
      <dgm:prSet presAssocID="{BCB45ECD-7013-44FE-AE5A-CEF1B3603784}" presName="hierRoot2" presStyleCnt="0">
        <dgm:presLayoutVars>
          <dgm:hierBranch val="init"/>
        </dgm:presLayoutVars>
      </dgm:prSet>
      <dgm:spPr/>
    </dgm:pt>
    <dgm:pt modelId="{198B007A-AB57-4D66-A10E-24B22B0C2BB7}" type="pres">
      <dgm:prSet presAssocID="{BCB45ECD-7013-44FE-AE5A-CEF1B3603784}" presName="rootComposite" presStyleCnt="0"/>
      <dgm:spPr/>
    </dgm:pt>
    <dgm:pt modelId="{D3D17E41-8495-4F85-80DC-DA1973951075}" type="pres">
      <dgm:prSet presAssocID="{BCB45ECD-7013-44FE-AE5A-CEF1B3603784}" presName="rootText" presStyleLbl="node2" presStyleIdx="8" presStyleCnt="11">
        <dgm:presLayoutVars>
          <dgm:chPref val="3"/>
        </dgm:presLayoutVars>
      </dgm:prSet>
      <dgm:spPr>
        <a:xfrm>
          <a:off x="30473485" y="6307338"/>
          <a:ext cx="861672" cy="430836"/>
        </a:xfrm>
        <a:prstGeom prst="roundRect">
          <a:avLst/>
        </a:prstGeom>
      </dgm:spPr>
    </dgm:pt>
    <dgm:pt modelId="{0662B61F-AAD8-42EA-BB9F-CBB0991D6042}" type="pres">
      <dgm:prSet presAssocID="{BCB45ECD-7013-44FE-AE5A-CEF1B3603784}" presName="rootConnector" presStyleLbl="node2" presStyleIdx="8" presStyleCnt="11"/>
      <dgm:spPr/>
    </dgm:pt>
    <dgm:pt modelId="{E2F71E79-48D7-492A-A8A4-58815DF5AEB2}" type="pres">
      <dgm:prSet presAssocID="{BCB45ECD-7013-44FE-AE5A-CEF1B3603784}" presName="hierChild4" presStyleCnt="0"/>
      <dgm:spPr/>
    </dgm:pt>
    <dgm:pt modelId="{80E40353-18D3-4011-85AD-F729D27A534E}" type="pres">
      <dgm:prSet presAssocID="{BCB45ECD-7013-44FE-AE5A-CEF1B3603784}" presName="hierChild5" presStyleCnt="0"/>
      <dgm:spPr/>
    </dgm:pt>
    <dgm:pt modelId="{78E82CF1-BF2A-4581-8838-DCC2B55FEFA4}" type="pres">
      <dgm:prSet presAssocID="{C3DAC0B9-0DE7-4AEA-8D84-59319736F0AF}" presName="Name37" presStyleLbl="parChTrans1D2" presStyleIdx="9" presStyleCnt="11"/>
      <dgm:spPr/>
    </dgm:pt>
    <dgm:pt modelId="{FF621E19-419E-45E9-A122-D9A24769B1DB}" type="pres">
      <dgm:prSet presAssocID="{8B2BB921-4290-4C33-8398-BC3C1422FC09}" presName="hierRoot2" presStyleCnt="0">
        <dgm:presLayoutVars>
          <dgm:hierBranch val="init"/>
        </dgm:presLayoutVars>
      </dgm:prSet>
      <dgm:spPr/>
    </dgm:pt>
    <dgm:pt modelId="{E2B26573-6CA4-406E-9D80-1A4052EA4E91}" type="pres">
      <dgm:prSet presAssocID="{8B2BB921-4290-4C33-8398-BC3C1422FC09}" presName="rootComposite" presStyleCnt="0"/>
      <dgm:spPr/>
    </dgm:pt>
    <dgm:pt modelId="{00D29CEF-0F77-4DA8-ACD5-B019CE47EC06}" type="pres">
      <dgm:prSet presAssocID="{8B2BB921-4290-4C33-8398-BC3C1422FC09}" presName="rootText" presStyleLbl="node2" presStyleIdx="9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6F5083C4-E915-4FB1-BF08-29FDC06A5935}" type="pres">
      <dgm:prSet presAssocID="{8B2BB921-4290-4C33-8398-BC3C1422FC09}" presName="rootConnector" presStyleLbl="node2" presStyleIdx="9" presStyleCnt="11"/>
      <dgm:spPr/>
    </dgm:pt>
    <dgm:pt modelId="{1F4AEA50-590D-41B6-948F-5DA444A69501}" type="pres">
      <dgm:prSet presAssocID="{8B2BB921-4290-4C33-8398-BC3C1422FC09}" presName="hierChild4" presStyleCnt="0"/>
      <dgm:spPr/>
    </dgm:pt>
    <dgm:pt modelId="{1C1D9D98-2E16-4E99-9B52-03924B771918}" type="pres">
      <dgm:prSet presAssocID="{8B2BB921-4290-4C33-8398-BC3C1422FC09}" presName="hierChild5" presStyleCnt="0"/>
      <dgm:spPr/>
    </dgm:pt>
    <dgm:pt modelId="{AD83B753-537F-4460-A6EF-68C5BB7B86C5}" type="pres">
      <dgm:prSet presAssocID="{A1FA96D6-5B77-431A-8F81-0304B7E5632F}" presName="Name37" presStyleLbl="parChTrans1D2" presStyleIdx="10" presStyleCnt="11"/>
      <dgm:spPr/>
    </dgm:pt>
    <dgm:pt modelId="{B1B9FBDD-2D3E-4ED6-A0B1-9F6D052403A6}" type="pres">
      <dgm:prSet presAssocID="{13349D33-DB63-40F4-852B-0EB799133A20}" presName="hierRoot2" presStyleCnt="0">
        <dgm:presLayoutVars>
          <dgm:hierBranch/>
        </dgm:presLayoutVars>
      </dgm:prSet>
      <dgm:spPr/>
    </dgm:pt>
    <dgm:pt modelId="{179BEDA1-CC6D-45DB-BFC6-D1A843A561A9}" type="pres">
      <dgm:prSet presAssocID="{13349D33-DB63-40F4-852B-0EB799133A20}" presName="rootComposite" presStyleCnt="0"/>
      <dgm:spPr/>
    </dgm:pt>
    <dgm:pt modelId="{75FCD661-7E83-417C-93F6-809F9F1ABFA5}" type="pres">
      <dgm:prSet presAssocID="{13349D33-DB63-40F4-852B-0EB799133A20}" presName="rootText" presStyleLbl="node2" presStyleIdx="10" presStyleCnt="11">
        <dgm:presLayoutVars>
          <dgm:chPref val="3"/>
        </dgm:presLayoutVars>
      </dgm:prSet>
      <dgm:spPr>
        <a:prstGeom prst="roundRect">
          <a:avLst/>
        </a:prstGeom>
      </dgm:spPr>
    </dgm:pt>
    <dgm:pt modelId="{FB8737D9-CB1B-4F57-A4D2-9B351916A6F6}" type="pres">
      <dgm:prSet presAssocID="{13349D33-DB63-40F4-852B-0EB799133A20}" presName="rootConnector" presStyleLbl="node2" presStyleIdx="10" presStyleCnt="11"/>
      <dgm:spPr/>
    </dgm:pt>
    <dgm:pt modelId="{24114006-051A-4A5D-A774-3550C10A13DF}" type="pres">
      <dgm:prSet presAssocID="{13349D33-DB63-40F4-852B-0EB799133A20}" presName="hierChild4" presStyleCnt="0"/>
      <dgm:spPr/>
    </dgm:pt>
    <dgm:pt modelId="{67E6225A-373E-40E3-B816-437A80BCD9F2}" type="pres">
      <dgm:prSet presAssocID="{13349D33-DB63-40F4-852B-0EB799133A20}" presName="hierChild5" presStyleCnt="0"/>
      <dgm:spPr/>
    </dgm:pt>
    <dgm:pt modelId="{ED28D097-AB07-40EB-89F2-839AA87455DC}" type="pres">
      <dgm:prSet presAssocID="{DBA2CDB5-4E12-45A9-9222-E984B29D8CFC}" presName="hierChild3" presStyleCnt="0"/>
      <dgm:spPr/>
    </dgm:pt>
  </dgm:ptLst>
  <dgm:cxnLst>
    <dgm:cxn modelId="{08AB1305-2F5B-4C72-8105-84B8B298F31E}" type="presOf" srcId="{CD48D2D7-5F56-4E77-A57E-AEB9BB43FB5D}" destId="{DE02F199-87FA-49C0-8BD2-ED55D47C0136}" srcOrd="0" destOrd="0" presId="urn:microsoft.com/office/officeart/2005/8/layout/orgChart1"/>
    <dgm:cxn modelId="{080FF30E-7C04-42AB-94BC-5D5187F39ADA}" type="presOf" srcId="{33F344BD-43D8-4FAC-876C-FAA4AE471330}" destId="{7D70FCA4-7F52-4757-8EBA-E73FEA2E2498}" srcOrd="0" destOrd="0" presId="urn:microsoft.com/office/officeart/2005/8/layout/orgChart1"/>
    <dgm:cxn modelId="{94D9960F-DEF2-4A25-8953-2F94C323A157}" type="presOf" srcId="{FB108984-5A1F-48B1-93FE-1F4A1A178C6A}" destId="{A6671755-99C3-4BEF-8CFF-21F311B2FD7F}" srcOrd="1" destOrd="0" presId="urn:microsoft.com/office/officeart/2005/8/layout/orgChart1"/>
    <dgm:cxn modelId="{42041810-CE7A-4D33-B617-A638CBF869EF}" srcId="{25D68A07-0A06-48BD-A4C2-A8C02EB91832}" destId="{DBA2CDB5-4E12-45A9-9222-E984B29D8CFC}" srcOrd="0" destOrd="0" parTransId="{06A5B8F6-208F-4C68-B683-DE532F59C222}" sibTransId="{A73ED636-B5E3-4F0C-A615-9FBE0AE9D6AB}"/>
    <dgm:cxn modelId="{5B5B6E10-7724-46F2-96DA-8310011E6A4F}" type="presOf" srcId="{0FB1AD7E-9181-400E-8AD7-CC75756B8D4D}" destId="{8382B8F4-4176-48B8-9EA4-CCA25DF22F50}" srcOrd="0" destOrd="0" presId="urn:microsoft.com/office/officeart/2005/8/layout/orgChart1"/>
    <dgm:cxn modelId="{EC248F10-E63E-4960-B74F-2A68A68B87CF}" type="presOf" srcId="{13349D33-DB63-40F4-852B-0EB799133A20}" destId="{FB8737D9-CB1B-4F57-A4D2-9B351916A6F6}" srcOrd="1" destOrd="0" presId="urn:microsoft.com/office/officeart/2005/8/layout/orgChart1"/>
    <dgm:cxn modelId="{CAB49F14-12C9-4D27-AB05-F624055F150B}" type="presOf" srcId="{64522B8D-1994-46D2-A7A6-7AC105A8CF9A}" destId="{0C46C4BE-3FC9-4B61-B226-E45A4C1DE6A4}" srcOrd="0" destOrd="0" presId="urn:microsoft.com/office/officeart/2005/8/layout/orgChart1"/>
    <dgm:cxn modelId="{45F6B417-63B5-4617-8B9D-CD4D0ECA5970}" type="presOf" srcId="{C1420AC3-3F48-407E-B844-D85209141315}" destId="{CABD8DDD-26F2-431F-8362-2B292C6E9D54}" srcOrd="1" destOrd="0" presId="urn:microsoft.com/office/officeart/2005/8/layout/orgChart1"/>
    <dgm:cxn modelId="{D9AE3E19-9389-4B3C-B016-6CA67A893348}" type="presOf" srcId="{BB315C6E-7246-402B-9DA8-58EDC47C6FD7}" destId="{C334DFB2-7125-4EC9-9AA2-1F88653DA144}" srcOrd="0" destOrd="0" presId="urn:microsoft.com/office/officeart/2005/8/layout/orgChart1"/>
    <dgm:cxn modelId="{1F5B511A-4928-4F01-B435-7B5EA6082C30}" srcId="{DBA2CDB5-4E12-45A9-9222-E984B29D8CFC}" destId="{13349D33-DB63-40F4-852B-0EB799133A20}" srcOrd="10" destOrd="0" parTransId="{A1FA96D6-5B77-431A-8F81-0304B7E5632F}" sibTransId="{F026F9F6-94A8-443D-A710-77A9CFEA4934}"/>
    <dgm:cxn modelId="{7473601F-B634-4814-8A9D-E314E87347F4}" type="presOf" srcId="{C1420AC3-3F48-407E-B844-D85209141315}" destId="{6D731922-3B28-4F97-A8B2-9B6CFCB985CF}" srcOrd="0" destOrd="0" presId="urn:microsoft.com/office/officeart/2005/8/layout/orgChart1"/>
    <dgm:cxn modelId="{1928E820-D717-435E-B08E-45D6881723A8}" type="presOf" srcId="{AFCE44E3-566B-4CB2-B660-526A0CEF92B5}" destId="{CF302987-8088-4371-8132-2A7E5A194F38}" srcOrd="0" destOrd="0" presId="urn:microsoft.com/office/officeart/2005/8/layout/orgChart1"/>
    <dgm:cxn modelId="{01865D33-F507-4CA6-8F58-13DEF875AF5B}" type="presOf" srcId="{33F344BD-43D8-4FAC-876C-FAA4AE471330}" destId="{EBB54882-3685-4B35-AB39-B4E47C52F711}" srcOrd="1" destOrd="0" presId="urn:microsoft.com/office/officeart/2005/8/layout/orgChart1"/>
    <dgm:cxn modelId="{EF31A733-4CA2-4949-B0B8-D069D594C59E}" type="presOf" srcId="{DF366E50-739B-4595-8BB8-E44C043D9650}" destId="{6E32EC5F-BF3F-4072-B9DF-5E277B91D85B}" srcOrd="1" destOrd="0" presId="urn:microsoft.com/office/officeart/2005/8/layout/orgChart1"/>
    <dgm:cxn modelId="{96512139-9B13-4600-BCE9-B3BC10B8511F}" type="presOf" srcId="{BCB45ECD-7013-44FE-AE5A-CEF1B3603784}" destId="{0662B61F-AAD8-42EA-BB9F-CBB0991D6042}" srcOrd="1" destOrd="0" presId="urn:microsoft.com/office/officeart/2005/8/layout/orgChart1"/>
    <dgm:cxn modelId="{9DE5733B-4F58-42D5-80D0-F187D65B04B2}" type="presOf" srcId="{13349D33-DB63-40F4-852B-0EB799133A20}" destId="{75FCD661-7E83-417C-93F6-809F9F1ABFA5}" srcOrd="0" destOrd="0" presId="urn:microsoft.com/office/officeart/2005/8/layout/orgChart1"/>
    <dgm:cxn modelId="{F8BBCE3C-8B1F-4026-AF13-9F3F6466F22C}" type="presOf" srcId="{43A5C799-0F40-4239-8BA5-5F7A79B805C5}" destId="{A0ACE71F-E4CC-4FA1-831B-309F75300363}" srcOrd="0" destOrd="0" presId="urn:microsoft.com/office/officeart/2005/8/layout/orgChart1"/>
    <dgm:cxn modelId="{765A2064-1577-4ACD-8CCA-62C41BA40962}" srcId="{DBA2CDB5-4E12-45A9-9222-E984B29D8CFC}" destId="{BCB45ECD-7013-44FE-AE5A-CEF1B3603784}" srcOrd="8" destOrd="0" parTransId="{ECE80B39-33FB-4EA7-8920-EF448D260906}" sibTransId="{10227FCE-545F-4416-8879-1A64D06E16CE}"/>
    <dgm:cxn modelId="{BC89EE44-10B0-4FDE-9264-9DC83E497240}" srcId="{DBA2CDB5-4E12-45A9-9222-E984B29D8CFC}" destId="{DF366E50-739B-4595-8BB8-E44C043D9650}" srcOrd="2" destOrd="0" parTransId="{AFCE44E3-566B-4CB2-B660-526A0CEF92B5}" sibTransId="{151F630E-3E33-4DDA-AC4E-510C0C94B4CA}"/>
    <dgm:cxn modelId="{599BF144-735C-452A-BE3A-F20BC8860143}" type="presOf" srcId="{B8B63E5E-B75A-4BF4-BA49-83608999CFFE}" destId="{256C0618-41C5-40A8-ABCB-67A992E0A35C}" srcOrd="0" destOrd="0" presId="urn:microsoft.com/office/officeart/2005/8/layout/orgChart1"/>
    <dgm:cxn modelId="{133B086A-9CE3-4787-AF6A-4E5118CB4B4E}" type="presOf" srcId="{DBA2CDB5-4E12-45A9-9222-E984B29D8CFC}" destId="{C75A0531-1D33-4342-8E59-E8FEBA7C75C7}" srcOrd="1" destOrd="0" presId="urn:microsoft.com/office/officeart/2005/8/layout/orgChart1"/>
    <dgm:cxn modelId="{B2AA2A6A-3B56-4AF7-B7D6-A84D300F51FE}" type="presOf" srcId="{ECE80B39-33FB-4EA7-8920-EF448D260906}" destId="{4CDF05FD-FAAB-420D-9011-DF5B50D852B4}" srcOrd="0" destOrd="0" presId="urn:microsoft.com/office/officeart/2005/8/layout/orgChart1"/>
    <dgm:cxn modelId="{938EA26E-1784-431E-A61F-655C8DD9F05F}" type="presOf" srcId="{25D68A07-0A06-48BD-A4C2-A8C02EB91832}" destId="{0438BC93-A6C8-4D55-B58C-9B03AB672D98}" srcOrd="0" destOrd="0" presId="urn:microsoft.com/office/officeart/2005/8/layout/orgChart1"/>
    <dgm:cxn modelId="{C3C5664F-A5A6-4D06-A787-C3C692E14F3A}" type="presOf" srcId="{9A589A85-9A19-4D5B-970F-E323C3CAC88F}" destId="{EC420CD8-E6D8-4033-9153-DBF689D94885}" srcOrd="1" destOrd="0" presId="urn:microsoft.com/office/officeart/2005/8/layout/orgChart1"/>
    <dgm:cxn modelId="{94BB714F-8E6B-4E1F-B44A-1E1A2BC3D87E}" type="presOf" srcId="{8B2BB921-4290-4C33-8398-BC3C1422FC09}" destId="{6F5083C4-E915-4FB1-BF08-29FDC06A5935}" srcOrd="1" destOrd="0" presId="urn:microsoft.com/office/officeart/2005/8/layout/orgChart1"/>
    <dgm:cxn modelId="{313C0651-B018-4A2B-980A-DF1349F469A7}" type="presOf" srcId="{DBA2CDB5-4E12-45A9-9222-E984B29D8CFC}" destId="{854B43F5-0696-4CA6-8658-E27AFF6276EB}" srcOrd="0" destOrd="0" presId="urn:microsoft.com/office/officeart/2005/8/layout/orgChart1"/>
    <dgm:cxn modelId="{1FCA0A82-865B-4D4E-B55B-06063A8A76B1}" type="presOf" srcId="{851BB038-CF7C-4AB5-B159-AF41FB2B2638}" destId="{23EE901D-3446-43D2-A609-C26F69F28526}" srcOrd="0" destOrd="0" presId="urn:microsoft.com/office/officeart/2005/8/layout/orgChart1"/>
    <dgm:cxn modelId="{61015284-AE5E-4CFC-8F67-03DFF0D19C7C}" type="presOf" srcId="{BCB45ECD-7013-44FE-AE5A-CEF1B3603784}" destId="{D3D17E41-8495-4F85-80DC-DA1973951075}" srcOrd="0" destOrd="0" presId="urn:microsoft.com/office/officeart/2005/8/layout/orgChart1"/>
    <dgm:cxn modelId="{2B00B58D-22FF-4077-811B-AAAA190B142C}" srcId="{DBA2CDB5-4E12-45A9-9222-E984B29D8CFC}" destId="{33F344BD-43D8-4FAC-876C-FAA4AE471330}" srcOrd="7" destOrd="0" parTransId="{0FB1AD7E-9181-400E-8AD7-CC75756B8D4D}" sibTransId="{43D303A7-5D08-4AAD-8C31-6478BB601CEF}"/>
    <dgm:cxn modelId="{E5D90F8E-601E-456B-BD18-3FC9FD068489}" type="presOf" srcId="{A1FA96D6-5B77-431A-8F81-0304B7E5632F}" destId="{AD83B753-537F-4460-A6EF-68C5BB7B86C5}" srcOrd="0" destOrd="0" presId="urn:microsoft.com/office/officeart/2005/8/layout/orgChart1"/>
    <dgm:cxn modelId="{11F10B92-59C1-4B00-9EED-2B8F51F51A07}" type="presOf" srcId="{A823DDFE-76FB-477B-B3DE-78568AAB9323}" destId="{32D01696-C28B-41ED-ADF1-F98A69E3B32C}" srcOrd="0" destOrd="0" presId="urn:microsoft.com/office/officeart/2005/8/layout/orgChart1"/>
    <dgm:cxn modelId="{5A3E3D92-52DE-4202-B46E-6957C62BBFBB}" type="presOf" srcId="{DF366E50-739B-4595-8BB8-E44C043D9650}" destId="{3B5B8DB3-4877-4918-B6E2-A68931EB83CA}" srcOrd="0" destOrd="0" presId="urn:microsoft.com/office/officeart/2005/8/layout/orgChart1"/>
    <dgm:cxn modelId="{51DF5394-4E6D-4DE3-955B-45C8642C6F9A}" type="presOf" srcId="{0204BDD3-7E11-4A7B-B9A3-FAA744D275B4}" destId="{B3FD1850-5428-454F-AF32-30BCAC70B30F}" srcOrd="0" destOrd="0" presId="urn:microsoft.com/office/officeart/2005/8/layout/orgChart1"/>
    <dgm:cxn modelId="{CCF3459C-D779-4F01-ADDF-D34CCA9A910B}" type="presOf" srcId="{FB108984-5A1F-48B1-93FE-1F4A1A178C6A}" destId="{63BD861E-8753-49DC-97D3-F13451019827}" srcOrd="0" destOrd="0" presId="urn:microsoft.com/office/officeart/2005/8/layout/orgChart1"/>
    <dgm:cxn modelId="{BA943CA6-8FC8-4BB3-A6BB-28F8D92B68F3}" srcId="{DBA2CDB5-4E12-45A9-9222-E984B29D8CFC}" destId="{FB108984-5A1F-48B1-93FE-1F4A1A178C6A}" srcOrd="3" destOrd="0" parTransId="{A823DDFE-76FB-477B-B3DE-78568AAB9323}" sibTransId="{583D0039-1968-4B7B-BC83-08DECE3A12BD}"/>
    <dgm:cxn modelId="{0DE5A5A8-5BF6-4637-8920-D306495C4B86}" type="presOf" srcId="{C3DAC0B9-0DE7-4AEA-8D84-59319736F0AF}" destId="{78E82CF1-BF2A-4581-8838-DCC2B55FEFA4}" srcOrd="0" destOrd="0" presId="urn:microsoft.com/office/officeart/2005/8/layout/orgChart1"/>
    <dgm:cxn modelId="{418BA2A9-55E3-438A-B45D-4BFAC2A723CD}" srcId="{DBA2CDB5-4E12-45A9-9222-E984B29D8CFC}" destId="{43A5C799-0F40-4239-8BA5-5F7A79B805C5}" srcOrd="5" destOrd="0" parTransId="{64522B8D-1994-46D2-A7A6-7AC105A8CF9A}" sibTransId="{07363007-23D1-430E-8F10-D5BA01362A4B}"/>
    <dgm:cxn modelId="{28A345B4-0767-4EF0-BC18-EA255C11108B}" srcId="{DBA2CDB5-4E12-45A9-9222-E984B29D8CFC}" destId="{9A589A85-9A19-4D5B-970F-E323C3CAC88F}" srcOrd="0" destOrd="0" parTransId="{B8B63E5E-B75A-4BF4-BA49-83608999CFFE}" sibTransId="{E6E2CA57-169A-4D02-B7D8-6F54B655CE02}"/>
    <dgm:cxn modelId="{628293B5-8029-48C4-9508-5E4D3C7AACD4}" type="presOf" srcId="{0204BDD3-7E11-4A7B-B9A3-FAA744D275B4}" destId="{72C314E0-921C-49E8-B1F1-0FE5ABCF7088}" srcOrd="1" destOrd="0" presId="urn:microsoft.com/office/officeart/2005/8/layout/orgChart1"/>
    <dgm:cxn modelId="{8C3DFEB9-15DB-46EF-BA22-C3ED50E6C80C}" srcId="{DBA2CDB5-4E12-45A9-9222-E984B29D8CFC}" destId="{C1420AC3-3F48-407E-B844-D85209141315}" srcOrd="1" destOrd="0" parTransId="{851BB038-CF7C-4AB5-B159-AF41FB2B2638}" sibTransId="{C6A978D3-2765-41F0-AAA4-03484BE23EF2}"/>
    <dgm:cxn modelId="{462547BE-A514-4432-A7A4-68305EB668A8}" type="presOf" srcId="{B395C357-F594-419D-BEF0-754E35C7EB51}" destId="{EB748347-DF08-43AF-8DF4-FE2A1EDE02CD}" srcOrd="0" destOrd="0" presId="urn:microsoft.com/office/officeart/2005/8/layout/orgChart1"/>
    <dgm:cxn modelId="{3366B0C5-9664-429D-80B4-3BD51A6AE9AC}" srcId="{DBA2CDB5-4E12-45A9-9222-E984B29D8CFC}" destId="{BB315C6E-7246-402B-9DA8-58EDC47C6FD7}" srcOrd="6" destOrd="0" parTransId="{B395C357-F594-419D-BEF0-754E35C7EB51}" sibTransId="{6121E1C3-9BFF-4BCC-9A2E-D3DDB78936CD}"/>
    <dgm:cxn modelId="{29C66ACD-FD7D-4B64-A0BD-E28987D5E116}" type="presOf" srcId="{BB315C6E-7246-402B-9DA8-58EDC47C6FD7}" destId="{1810A30C-C9EC-4E4D-BB51-46D858AEF0CE}" srcOrd="1" destOrd="0" presId="urn:microsoft.com/office/officeart/2005/8/layout/orgChart1"/>
    <dgm:cxn modelId="{E22C6BD0-2F35-4570-AE40-2F1FDD5AB6BF}" type="presOf" srcId="{43A5C799-0F40-4239-8BA5-5F7A79B805C5}" destId="{B5E6012B-DE88-4C65-B637-BC12DE00920C}" srcOrd="1" destOrd="0" presId="urn:microsoft.com/office/officeart/2005/8/layout/orgChart1"/>
    <dgm:cxn modelId="{037502DD-5C3D-40D9-BE29-114CEBF985AC}" srcId="{DBA2CDB5-4E12-45A9-9222-E984B29D8CFC}" destId="{0204BDD3-7E11-4A7B-B9A3-FAA744D275B4}" srcOrd="4" destOrd="0" parTransId="{CD48D2D7-5F56-4E77-A57E-AEB9BB43FB5D}" sibTransId="{6B133BEA-F7DF-40A9-B2DC-9242CF67DCAD}"/>
    <dgm:cxn modelId="{A7BEAEEB-7A9F-417B-92F6-00E5C1935C3B}" type="presOf" srcId="{9A589A85-9A19-4D5B-970F-E323C3CAC88F}" destId="{D2CC6CB8-F086-4E9A-AA62-576FE7D80F69}" srcOrd="0" destOrd="0" presId="urn:microsoft.com/office/officeart/2005/8/layout/orgChart1"/>
    <dgm:cxn modelId="{5DDAA9F1-D04F-4C50-989A-10F56B80DD0C}" srcId="{DBA2CDB5-4E12-45A9-9222-E984B29D8CFC}" destId="{8B2BB921-4290-4C33-8398-BC3C1422FC09}" srcOrd="9" destOrd="0" parTransId="{C3DAC0B9-0DE7-4AEA-8D84-59319736F0AF}" sibTransId="{DDFAC73D-0A41-4B50-B7A6-8D8ACD61EE57}"/>
    <dgm:cxn modelId="{08296DFA-F9CD-40C8-8060-28B3FA23CE35}" type="presOf" srcId="{8B2BB921-4290-4C33-8398-BC3C1422FC09}" destId="{00D29CEF-0F77-4DA8-ACD5-B019CE47EC06}" srcOrd="0" destOrd="0" presId="urn:microsoft.com/office/officeart/2005/8/layout/orgChart1"/>
    <dgm:cxn modelId="{6C95B734-A9A5-480A-BF09-D0FF90E5E190}" type="presParOf" srcId="{0438BC93-A6C8-4D55-B58C-9B03AB672D98}" destId="{73A82102-349B-4472-AB3A-0AA0DF0178CC}" srcOrd="0" destOrd="0" presId="urn:microsoft.com/office/officeart/2005/8/layout/orgChart1"/>
    <dgm:cxn modelId="{424D9587-2DF5-4933-BF40-86D013273933}" type="presParOf" srcId="{73A82102-349B-4472-AB3A-0AA0DF0178CC}" destId="{1DA9D214-17D7-495C-9C2D-357F6802FE8B}" srcOrd="0" destOrd="0" presId="urn:microsoft.com/office/officeart/2005/8/layout/orgChart1"/>
    <dgm:cxn modelId="{9BBA1613-1154-4446-8658-098A9671CC73}" type="presParOf" srcId="{1DA9D214-17D7-495C-9C2D-357F6802FE8B}" destId="{854B43F5-0696-4CA6-8658-E27AFF6276EB}" srcOrd="0" destOrd="0" presId="urn:microsoft.com/office/officeart/2005/8/layout/orgChart1"/>
    <dgm:cxn modelId="{E9C83A6E-F8BA-431E-B24F-060C2E21EC29}" type="presParOf" srcId="{1DA9D214-17D7-495C-9C2D-357F6802FE8B}" destId="{C75A0531-1D33-4342-8E59-E8FEBA7C75C7}" srcOrd="1" destOrd="0" presId="urn:microsoft.com/office/officeart/2005/8/layout/orgChart1"/>
    <dgm:cxn modelId="{38A73B32-E87E-4775-9F55-D9CD74579F0E}" type="presParOf" srcId="{73A82102-349B-4472-AB3A-0AA0DF0178CC}" destId="{1CB62327-0FD1-4229-A831-3E2B2CB1C5CE}" srcOrd="1" destOrd="0" presId="urn:microsoft.com/office/officeart/2005/8/layout/orgChart1"/>
    <dgm:cxn modelId="{1B6F1EA0-D174-4429-8166-2A11A3821952}" type="presParOf" srcId="{1CB62327-0FD1-4229-A831-3E2B2CB1C5CE}" destId="{256C0618-41C5-40A8-ABCB-67A992E0A35C}" srcOrd="0" destOrd="0" presId="urn:microsoft.com/office/officeart/2005/8/layout/orgChart1"/>
    <dgm:cxn modelId="{145DACD3-E146-432D-B38B-5DD5B60BF078}" type="presParOf" srcId="{1CB62327-0FD1-4229-A831-3E2B2CB1C5CE}" destId="{EA6E04E1-2920-423A-B9BF-16B42DEEA078}" srcOrd="1" destOrd="0" presId="urn:microsoft.com/office/officeart/2005/8/layout/orgChart1"/>
    <dgm:cxn modelId="{E054ACD3-A40A-48D9-B347-75619C556AFC}" type="presParOf" srcId="{EA6E04E1-2920-423A-B9BF-16B42DEEA078}" destId="{1EAAD89A-BDD6-449B-A5A5-36E04698EBAE}" srcOrd="0" destOrd="0" presId="urn:microsoft.com/office/officeart/2005/8/layout/orgChart1"/>
    <dgm:cxn modelId="{66B2B410-731A-402B-8DCC-A507AA23143F}" type="presParOf" srcId="{1EAAD89A-BDD6-449B-A5A5-36E04698EBAE}" destId="{D2CC6CB8-F086-4E9A-AA62-576FE7D80F69}" srcOrd="0" destOrd="0" presId="urn:microsoft.com/office/officeart/2005/8/layout/orgChart1"/>
    <dgm:cxn modelId="{D47DAD1F-FE5D-4F9B-A7DC-5F33B7F43923}" type="presParOf" srcId="{1EAAD89A-BDD6-449B-A5A5-36E04698EBAE}" destId="{EC420CD8-E6D8-4033-9153-DBF689D94885}" srcOrd="1" destOrd="0" presId="urn:microsoft.com/office/officeart/2005/8/layout/orgChart1"/>
    <dgm:cxn modelId="{E6BF6027-DDD9-42EE-B401-FA8E79BE7ED3}" type="presParOf" srcId="{EA6E04E1-2920-423A-B9BF-16B42DEEA078}" destId="{42747D04-4194-4ADC-B014-39996072C2EC}" srcOrd="1" destOrd="0" presId="urn:microsoft.com/office/officeart/2005/8/layout/orgChart1"/>
    <dgm:cxn modelId="{A815B20C-1D8E-480C-A2E3-41735A432DE2}" type="presParOf" srcId="{EA6E04E1-2920-423A-B9BF-16B42DEEA078}" destId="{96756137-B154-4974-8003-56E3541451D7}" srcOrd="2" destOrd="0" presId="urn:microsoft.com/office/officeart/2005/8/layout/orgChart1"/>
    <dgm:cxn modelId="{1966BD02-2DBF-44C8-AF2C-A982B1226235}" type="presParOf" srcId="{1CB62327-0FD1-4229-A831-3E2B2CB1C5CE}" destId="{23EE901D-3446-43D2-A609-C26F69F28526}" srcOrd="2" destOrd="0" presId="urn:microsoft.com/office/officeart/2005/8/layout/orgChart1"/>
    <dgm:cxn modelId="{37C4C4B1-2050-4827-871B-7113E242D1BE}" type="presParOf" srcId="{1CB62327-0FD1-4229-A831-3E2B2CB1C5CE}" destId="{310BC1DF-9341-491D-8D7F-6393A4FD1B2A}" srcOrd="3" destOrd="0" presId="urn:microsoft.com/office/officeart/2005/8/layout/orgChart1"/>
    <dgm:cxn modelId="{F5A0EA10-6A99-42D5-9FA0-DFBD42C6900B}" type="presParOf" srcId="{310BC1DF-9341-491D-8D7F-6393A4FD1B2A}" destId="{3FD4631F-F281-4EFC-A5EB-FD0BFB4FCF69}" srcOrd="0" destOrd="0" presId="urn:microsoft.com/office/officeart/2005/8/layout/orgChart1"/>
    <dgm:cxn modelId="{A188E276-80DD-4643-9051-533959C7B355}" type="presParOf" srcId="{3FD4631F-F281-4EFC-A5EB-FD0BFB4FCF69}" destId="{6D731922-3B28-4F97-A8B2-9B6CFCB985CF}" srcOrd="0" destOrd="0" presId="urn:microsoft.com/office/officeart/2005/8/layout/orgChart1"/>
    <dgm:cxn modelId="{7CB037E3-BD85-4E1B-B954-19545202B2B8}" type="presParOf" srcId="{3FD4631F-F281-4EFC-A5EB-FD0BFB4FCF69}" destId="{CABD8DDD-26F2-431F-8362-2B292C6E9D54}" srcOrd="1" destOrd="0" presId="urn:microsoft.com/office/officeart/2005/8/layout/orgChart1"/>
    <dgm:cxn modelId="{37551BB2-4612-4C10-9D20-0C727DAD4E7C}" type="presParOf" srcId="{310BC1DF-9341-491D-8D7F-6393A4FD1B2A}" destId="{17A28AE8-1966-4ECB-A84E-8931D3C48301}" srcOrd="1" destOrd="0" presId="urn:microsoft.com/office/officeart/2005/8/layout/orgChart1"/>
    <dgm:cxn modelId="{247BA1E6-FFAC-48AC-9DB3-74C17E1C88A9}" type="presParOf" srcId="{310BC1DF-9341-491D-8D7F-6393A4FD1B2A}" destId="{98087536-EF2C-4343-BE2C-9B2E06B0A5D9}" srcOrd="2" destOrd="0" presId="urn:microsoft.com/office/officeart/2005/8/layout/orgChart1"/>
    <dgm:cxn modelId="{2A3522C0-0672-4CF8-9EF5-932DE26DCD69}" type="presParOf" srcId="{1CB62327-0FD1-4229-A831-3E2B2CB1C5CE}" destId="{CF302987-8088-4371-8132-2A7E5A194F38}" srcOrd="4" destOrd="0" presId="urn:microsoft.com/office/officeart/2005/8/layout/orgChart1"/>
    <dgm:cxn modelId="{A257DFA6-D835-45DB-A468-6B88E8FF901A}" type="presParOf" srcId="{1CB62327-0FD1-4229-A831-3E2B2CB1C5CE}" destId="{D79B37D5-AE82-4A22-8DDF-0ABAE6ADF603}" srcOrd="5" destOrd="0" presId="urn:microsoft.com/office/officeart/2005/8/layout/orgChart1"/>
    <dgm:cxn modelId="{D24FA2E4-15E7-421B-8993-EAF4113CB66B}" type="presParOf" srcId="{D79B37D5-AE82-4A22-8DDF-0ABAE6ADF603}" destId="{956DFC9F-F2F6-4FD5-BEA8-6052451AC4B4}" srcOrd="0" destOrd="0" presId="urn:microsoft.com/office/officeart/2005/8/layout/orgChart1"/>
    <dgm:cxn modelId="{05185792-8385-4D80-96EA-1009B5F0D2CC}" type="presParOf" srcId="{956DFC9F-F2F6-4FD5-BEA8-6052451AC4B4}" destId="{3B5B8DB3-4877-4918-B6E2-A68931EB83CA}" srcOrd="0" destOrd="0" presId="urn:microsoft.com/office/officeart/2005/8/layout/orgChart1"/>
    <dgm:cxn modelId="{E6C02CEF-13EA-46F6-BB2B-2870D767B2F8}" type="presParOf" srcId="{956DFC9F-F2F6-4FD5-BEA8-6052451AC4B4}" destId="{6E32EC5F-BF3F-4072-B9DF-5E277B91D85B}" srcOrd="1" destOrd="0" presId="urn:microsoft.com/office/officeart/2005/8/layout/orgChart1"/>
    <dgm:cxn modelId="{D26ECCEF-AD34-4838-833F-DF8D80A4BBD2}" type="presParOf" srcId="{D79B37D5-AE82-4A22-8DDF-0ABAE6ADF603}" destId="{E5782752-3CCD-4A10-9B74-0F010E650A8C}" srcOrd="1" destOrd="0" presId="urn:microsoft.com/office/officeart/2005/8/layout/orgChart1"/>
    <dgm:cxn modelId="{F267BE95-0C5E-43D2-A79E-5A95ADBAA554}" type="presParOf" srcId="{D79B37D5-AE82-4A22-8DDF-0ABAE6ADF603}" destId="{E431420A-48FA-4669-9CF6-077852954A9E}" srcOrd="2" destOrd="0" presId="urn:microsoft.com/office/officeart/2005/8/layout/orgChart1"/>
    <dgm:cxn modelId="{C002D273-F8D8-4D8A-9826-E6BC857E4BC4}" type="presParOf" srcId="{1CB62327-0FD1-4229-A831-3E2B2CB1C5CE}" destId="{32D01696-C28B-41ED-ADF1-F98A69E3B32C}" srcOrd="6" destOrd="0" presId="urn:microsoft.com/office/officeart/2005/8/layout/orgChart1"/>
    <dgm:cxn modelId="{4E4CB364-4E1E-4163-8DF6-D4727399398F}" type="presParOf" srcId="{1CB62327-0FD1-4229-A831-3E2B2CB1C5CE}" destId="{082E0BF4-1E7F-4760-81A6-B1A21B379C79}" srcOrd="7" destOrd="0" presId="urn:microsoft.com/office/officeart/2005/8/layout/orgChart1"/>
    <dgm:cxn modelId="{6AB846B2-2335-4224-81DB-03814FB4CD7E}" type="presParOf" srcId="{082E0BF4-1E7F-4760-81A6-B1A21B379C79}" destId="{DC182430-6A72-4586-B6BA-936DE090D1FF}" srcOrd="0" destOrd="0" presId="urn:microsoft.com/office/officeart/2005/8/layout/orgChart1"/>
    <dgm:cxn modelId="{18311ACB-171E-4A60-AF6E-5E7956A1A913}" type="presParOf" srcId="{DC182430-6A72-4586-B6BA-936DE090D1FF}" destId="{63BD861E-8753-49DC-97D3-F13451019827}" srcOrd="0" destOrd="0" presId="urn:microsoft.com/office/officeart/2005/8/layout/orgChart1"/>
    <dgm:cxn modelId="{F9472169-AC86-4345-9A24-8749F5496B85}" type="presParOf" srcId="{DC182430-6A72-4586-B6BA-936DE090D1FF}" destId="{A6671755-99C3-4BEF-8CFF-21F311B2FD7F}" srcOrd="1" destOrd="0" presId="urn:microsoft.com/office/officeart/2005/8/layout/orgChart1"/>
    <dgm:cxn modelId="{CE627B3E-522D-4907-B9CF-9B20D58FCD58}" type="presParOf" srcId="{082E0BF4-1E7F-4760-81A6-B1A21B379C79}" destId="{083D7086-594E-4D93-83B6-8AFC5D3FB314}" srcOrd="1" destOrd="0" presId="urn:microsoft.com/office/officeart/2005/8/layout/orgChart1"/>
    <dgm:cxn modelId="{FB221C5A-E1AC-44DB-B1E8-75AF1A40D4EC}" type="presParOf" srcId="{082E0BF4-1E7F-4760-81A6-B1A21B379C79}" destId="{E4BDC733-ED03-4CB1-ADF1-1E82F1597582}" srcOrd="2" destOrd="0" presId="urn:microsoft.com/office/officeart/2005/8/layout/orgChart1"/>
    <dgm:cxn modelId="{92C8C6B6-043B-4C52-8B33-E9D91674E95A}" type="presParOf" srcId="{1CB62327-0FD1-4229-A831-3E2B2CB1C5CE}" destId="{DE02F199-87FA-49C0-8BD2-ED55D47C0136}" srcOrd="8" destOrd="0" presId="urn:microsoft.com/office/officeart/2005/8/layout/orgChart1"/>
    <dgm:cxn modelId="{C17D54D4-75DA-4A30-B5A9-1A4A7CA2C77D}" type="presParOf" srcId="{1CB62327-0FD1-4229-A831-3E2B2CB1C5CE}" destId="{74787983-CDBA-411E-9ADE-F3E14BA24CED}" srcOrd="9" destOrd="0" presId="urn:microsoft.com/office/officeart/2005/8/layout/orgChart1"/>
    <dgm:cxn modelId="{FD4C181F-B62C-4688-89D3-7FA9F67239F4}" type="presParOf" srcId="{74787983-CDBA-411E-9ADE-F3E14BA24CED}" destId="{9D2F9F04-0A2E-42DF-B97C-C75CF1305F68}" srcOrd="0" destOrd="0" presId="urn:microsoft.com/office/officeart/2005/8/layout/orgChart1"/>
    <dgm:cxn modelId="{A4E34C3A-2D5F-47A0-B25E-046A2048F825}" type="presParOf" srcId="{9D2F9F04-0A2E-42DF-B97C-C75CF1305F68}" destId="{B3FD1850-5428-454F-AF32-30BCAC70B30F}" srcOrd="0" destOrd="0" presId="urn:microsoft.com/office/officeart/2005/8/layout/orgChart1"/>
    <dgm:cxn modelId="{F5FA9896-2416-4561-8595-2AD6AD35F0AA}" type="presParOf" srcId="{9D2F9F04-0A2E-42DF-B97C-C75CF1305F68}" destId="{72C314E0-921C-49E8-B1F1-0FE5ABCF7088}" srcOrd="1" destOrd="0" presId="urn:microsoft.com/office/officeart/2005/8/layout/orgChart1"/>
    <dgm:cxn modelId="{623007A9-08A7-45A7-A81E-5DC81147E48F}" type="presParOf" srcId="{74787983-CDBA-411E-9ADE-F3E14BA24CED}" destId="{8AF29267-D1AC-4937-AD01-A36927E6FDD7}" srcOrd="1" destOrd="0" presId="urn:microsoft.com/office/officeart/2005/8/layout/orgChart1"/>
    <dgm:cxn modelId="{126E1BD6-3F82-42EF-976C-4F57CEF96A97}" type="presParOf" srcId="{74787983-CDBA-411E-9ADE-F3E14BA24CED}" destId="{F8E1D2B1-02B4-4830-B3F9-ED3454A0DE84}" srcOrd="2" destOrd="0" presId="urn:microsoft.com/office/officeart/2005/8/layout/orgChart1"/>
    <dgm:cxn modelId="{24EC6C11-3FB4-4B15-82CB-032C4A85A0A6}" type="presParOf" srcId="{1CB62327-0FD1-4229-A831-3E2B2CB1C5CE}" destId="{0C46C4BE-3FC9-4B61-B226-E45A4C1DE6A4}" srcOrd="10" destOrd="0" presId="urn:microsoft.com/office/officeart/2005/8/layout/orgChart1"/>
    <dgm:cxn modelId="{1997D350-DEC0-4196-8E73-4418527E746B}" type="presParOf" srcId="{1CB62327-0FD1-4229-A831-3E2B2CB1C5CE}" destId="{1E0029D6-B359-4BF4-84C2-31F4833EF8C6}" srcOrd="11" destOrd="0" presId="urn:microsoft.com/office/officeart/2005/8/layout/orgChart1"/>
    <dgm:cxn modelId="{D3A38813-6E1D-4253-8C20-076498C4302A}" type="presParOf" srcId="{1E0029D6-B359-4BF4-84C2-31F4833EF8C6}" destId="{9E6E4B35-F977-4B78-8C92-C43EB53F1F52}" srcOrd="0" destOrd="0" presId="urn:microsoft.com/office/officeart/2005/8/layout/orgChart1"/>
    <dgm:cxn modelId="{B2BD4512-3720-4B13-936C-884B9F784B15}" type="presParOf" srcId="{9E6E4B35-F977-4B78-8C92-C43EB53F1F52}" destId="{A0ACE71F-E4CC-4FA1-831B-309F75300363}" srcOrd="0" destOrd="0" presId="urn:microsoft.com/office/officeart/2005/8/layout/orgChart1"/>
    <dgm:cxn modelId="{D8F32608-76F1-4089-90F9-BF92C8AD1F6D}" type="presParOf" srcId="{9E6E4B35-F977-4B78-8C92-C43EB53F1F52}" destId="{B5E6012B-DE88-4C65-B637-BC12DE00920C}" srcOrd="1" destOrd="0" presId="urn:microsoft.com/office/officeart/2005/8/layout/orgChart1"/>
    <dgm:cxn modelId="{A953C26D-0CA9-424B-BAA8-39F891157E8C}" type="presParOf" srcId="{1E0029D6-B359-4BF4-84C2-31F4833EF8C6}" destId="{F2751AC8-4F0C-4574-8177-D306D5CB34D2}" srcOrd="1" destOrd="0" presId="urn:microsoft.com/office/officeart/2005/8/layout/orgChart1"/>
    <dgm:cxn modelId="{38CEFDA0-36E4-407A-8475-1F18B404B1A2}" type="presParOf" srcId="{1E0029D6-B359-4BF4-84C2-31F4833EF8C6}" destId="{751A7862-3E06-48C5-8268-1FC0426BC832}" srcOrd="2" destOrd="0" presId="urn:microsoft.com/office/officeart/2005/8/layout/orgChart1"/>
    <dgm:cxn modelId="{22FE6EDA-CB85-4291-8C77-9CF0BB7862C0}" type="presParOf" srcId="{1CB62327-0FD1-4229-A831-3E2B2CB1C5CE}" destId="{EB748347-DF08-43AF-8DF4-FE2A1EDE02CD}" srcOrd="12" destOrd="0" presId="urn:microsoft.com/office/officeart/2005/8/layout/orgChart1"/>
    <dgm:cxn modelId="{7D119461-8C3C-47CB-A129-B54759EE81DF}" type="presParOf" srcId="{1CB62327-0FD1-4229-A831-3E2B2CB1C5CE}" destId="{B60614F0-8364-465E-95EA-3E9AE540F3B4}" srcOrd="13" destOrd="0" presId="urn:microsoft.com/office/officeart/2005/8/layout/orgChart1"/>
    <dgm:cxn modelId="{CC966433-62D8-45F2-8768-5964800314EC}" type="presParOf" srcId="{B60614F0-8364-465E-95EA-3E9AE540F3B4}" destId="{8E557167-64D2-4F7B-AAAC-214819096E47}" srcOrd="0" destOrd="0" presId="urn:microsoft.com/office/officeart/2005/8/layout/orgChart1"/>
    <dgm:cxn modelId="{340CEA67-E557-4508-86FD-4E3523A52BC5}" type="presParOf" srcId="{8E557167-64D2-4F7B-AAAC-214819096E47}" destId="{C334DFB2-7125-4EC9-9AA2-1F88653DA144}" srcOrd="0" destOrd="0" presId="urn:microsoft.com/office/officeart/2005/8/layout/orgChart1"/>
    <dgm:cxn modelId="{EBEF9471-4B75-44ED-A06D-38B9C7725B27}" type="presParOf" srcId="{8E557167-64D2-4F7B-AAAC-214819096E47}" destId="{1810A30C-C9EC-4E4D-BB51-46D858AEF0CE}" srcOrd="1" destOrd="0" presId="urn:microsoft.com/office/officeart/2005/8/layout/orgChart1"/>
    <dgm:cxn modelId="{FBD4DA18-A1EC-4207-81D9-A66EA9D44587}" type="presParOf" srcId="{B60614F0-8364-465E-95EA-3E9AE540F3B4}" destId="{DD03C778-A1D6-4915-940E-A5C256E1AA67}" srcOrd="1" destOrd="0" presId="urn:microsoft.com/office/officeart/2005/8/layout/orgChart1"/>
    <dgm:cxn modelId="{56A40452-74DD-40F5-84B5-4AE4C018DCB1}" type="presParOf" srcId="{B60614F0-8364-465E-95EA-3E9AE540F3B4}" destId="{46AA7C2A-AF3D-4BED-AC08-B35A9D1CC1B2}" srcOrd="2" destOrd="0" presId="urn:microsoft.com/office/officeart/2005/8/layout/orgChart1"/>
    <dgm:cxn modelId="{D0ADE618-F177-477F-B842-49363893823B}" type="presParOf" srcId="{1CB62327-0FD1-4229-A831-3E2B2CB1C5CE}" destId="{8382B8F4-4176-48B8-9EA4-CCA25DF22F50}" srcOrd="14" destOrd="0" presId="urn:microsoft.com/office/officeart/2005/8/layout/orgChart1"/>
    <dgm:cxn modelId="{88B54B84-87E5-4E28-8FEC-4AE474FC2F29}" type="presParOf" srcId="{1CB62327-0FD1-4229-A831-3E2B2CB1C5CE}" destId="{4AFCE032-70F7-4156-AA3C-DDCE7AF6257C}" srcOrd="15" destOrd="0" presId="urn:microsoft.com/office/officeart/2005/8/layout/orgChart1"/>
    <dgm:cxn modelId="{7705F77C-AC11-40D3-80F5-36142892CCA5}" type="presParOf" srcId="{4AFCE032-70F7-4156-AA3C-DDCE7AF6257C}" destId="{0C3856F5-9818-485E-B462-DC08AEE944B1}" srcOrd="0" destOrd="0" presId="urn:microsoft.com/office/officeart/2005/8/layout/orgChart1"/>
    <dgm:cxn modelId="{1401D367-55A2-49AD-BC3F-910A85D70F73}" type="presParOf" srcId="{0C3856F5-9818-485E-B462-DC08AEE944B1}" destId="{7D70FCA4-7F52-4757-8EBA-E73FEA2E2498}" srcOrd="0" destOrd="0" presId="urn:microsoft.com/office/officeart/2005/8/layout/orgChart1"/>
    <dgm:cxn modelId="{98A453A3-672E-4120-8531-DE76405081D6}" type="presParOf" srcId="{0C3856F5-9818-485E-B462-DC08AEE944B1}" destId="{EBB54882-3685-4B35-AB39-B4E47C52F711}" srcOrd="1" destOrd="0" presId="urn:microsoft.com/office/officeart/2005/8/layout/orgChart1"/>
    <dgm:cxn modelId="{F53057D2-2DBD-4E83-B893-C49B05209244}" type="presParOf" srcId="{4AFCE032-70F7-4156-AA3C-DDCE7AF6257C}" destId="{EDD74B43-BFD6-4FF8-8226-78236B486244}" srcOrd="1" destOrd="0" presId="urn:microsoft.com/office/officeart/2005/8/layout/orgChart1"/>
    <dgm:cxn modelId="{08BB055B-8647-49CB-AF10-2D305D8D75FE}" type="presParOf" srcId="{4AFCE032-70F7-4156-AA3C-DDCE7AF6257C}" destId="{75BAC675-8A0C-44EB-A0AF-FEB99ECED764}" srcOrd="2" destOrd="0" presId="urn:microsoft.com/office/officeart/2005/8/layout/orgChart1"/>
    <dgm:cxn modelId="{629A981F-9EE6-402C-9677-B29E2D877518}" type="presParOf" srcId="{1CB62327-0FD1-4229-A831-3E2B2CB1C5CE}" destId="{4CDF05FD-FAAB-420D-9011-DF5B50D852B4}" srcOrd="16" destOrd="0" presId="urn:microsoft.com/office/officeart/2005/8/layout/orgChart1"/>
    <dgm:cxn modelId="{B4D94FDB-2EE3-4AF9-88CC-C002F9E72D9B}" type="presParOf" srcId="{1CB62327-0FD1-4229-A831-3E2B2CB1C5CE}" destId="{AAB1B938-F295-446F-8360-1B21757C090E}" srcOrd="17" destOrd="0" presId="urn:microsoft.com/office/officeart/2005/8/layout/orgChart1"/>
    <dgm:cxn modelId="{D1A4EAD6-3EA6-4BA2-BB95-08EAB1CA1444}" type="presParOf" srcId="{AAB1B938-F295-446F-8360-1B21757C090E}" destId="{198B007A-AB57-4D66-A10E-24B22B0C2BB7}" srcOrd="0" destOrd="0" presId="urn:microsoft.com/office/officeart/2005/8/layout/orgChart1"/>
    <dgm:cxn modelId="{CD3B7B73-6065-4F02-B613-84F98EE5DC0E}" type="presParOf" srcId="{198B007A-AB57-4D66-A10E-24B22B0C2BB7}" destId="{D3D17E41-8495-4F85-80DC-DA1973951075}" srcOrd="0" destOrd="0" presId="urn:microsoft.com/office/officeart/2005/8/layout/orgChart1"/>
    <dgm:cxn modelId="{702F5DF1-0DFF-43B8-A450-29654332E5B0}" type="presParOf" srcId="{198B007A-AB57-4D66-A10E-24B22B0C2BB7}" destId="{0662B61F-AAD8-42EA-BB9F-CBB0991D6042}" srcOrd="1" destOrd="0" presId="urn:microsoft.com/office/officeart/2005/8/layout/orgChart1"/>
    <dgm:cxn modelId="{9F7E3DAF-395C-4BB9-A743-F9E9449FF924}" type="presParOf" srcId="{AAB1B938-F295-446F-8360-1B21757C090E}" destId="{E2F71E79-48D7-492A-A8A4-58815DF5AEB2}" srcOrd="1" destOrd="0" presId="urn:microsoft.com/office/officeart/2005/8/layout/orgChart1"/>
    <dgm:cxn modelId="{843556A8-CAF6-466C-9B5D-5A4A18953584}" type="presParOf" srcId="{AAB1B938-F295-446F-8360-1B21757C090E}" destId="{80E40353-18D3-4011-85AD-F729D27A534E}" srcOrd="2" destOrd="0" presId="urn:microsoft.com/office/officeart/2005/8/layout/orgChart1"/>
    <dgm:cxn modelId="{5229AA55-9AB9-4C4C-8685-C3055310B7C0}" type="presParOf" srcId="{1CB62327-0FD1-4229-A831-3E2B2CB1C5CE}" destId="{78E82CF1-BF2A-4581-8838-DCC2B55FEFA4}" srcOrd="18" destOrd="0" presId="urn:microsoft.com/office/officeart/2005/8/layout/orgChart1"/>
    <dgm:cxn modelId="{1B475829-5A55-460A-8ADE-266BA3CDCC6D}" type="presParOf" srcId="{1CB62327-0FD1-4229-A831-3E2B2CB1C5CE}" destId="{FF621E19-419E-45E9-A122-D9A24769B1DB}" srcOrd="19" destOrd="0" presId="urn:microsoft.com/office/officeart/2005/8/layout/orgChart1"/>
    <dgm:cxn modelId="{CE08760E-95E3-4589-8D90-4C977060C8E5}" type="presParOf" srcId="{FF621E19-419E-45E9-A122-D9A24769B1DB}" destId="{E2B26573-6CA4-406E-9D80-1A4052EA4E91}" srcOrd="0" destOrd="0" presId="urn:microsoft.com/office/officeart/2005/8/layout/orgChart1"/>
    <dgm:cxn modelId="{A041E286-48F3-4985-9F30-CB067F9EBF1B}" type="presParOf" srcId="{E2B26573-6CA4-406E-9D80-1A4052EA4E91}" destId="{00D29CEF-0F77-4DA8-ACD5-B019CE47EC06}" srcOrd="0" destOrd="0" presId="urn:microsoft.com/office/officeart/2005/8/layout/orgChart1"/>
    <dgm:cxn modelId="{5C39865F-FE77-4C11-A417-603F50F7BEBB}" type="presParOf" srcId="{E2B26573-6CA4-406E-9D80-1A4052EA4E91}" destId="{6F5083C4-E915-4FB1-BF08-29FDC06A5935}" srcOrd="1" destOrd="0" presId="urn:microsoft.com/office/officeart/2005/8/layout/orgChart1"/>
    <dgm:cxn modelId="{6B86E193-4211-4276-91F1-4583364D3084}" type="presParOf" srcId="{FF621E19-419E-45E9-A122-D9A24769B1DB}" destId="{1F4AEA50-590D-41B6-948F-5DA444A69501}" srcOrd="1" destOrd="0" presId="urn:microsoft.com/office/officeart/2005/8/layout/orgChart1"/>
    <dgm:cxn modelId="{587D2F1F-CA44-44AB-BDD0-F48AC40E4E41}" type="presParOf" srcId="{FF621E19-419E-45E9-A122-D9A24769B1DB}" destId="{1C1D9D98-2E16-4E99-9B52-03924B771918}" srcOrd="2" destOrd="0" presId="urn:microsoft.com/office/officeart/2005/8/layout/orgChart1"/>
    <dgm:cxn modelId="{3C708224-9E5A-4155-80AA-4DBD28398B15}" type="presParOf" srcId="{1CB62327-0FD1-4229-A831-3E2B2CB1C5CE}" destId="{AD83B753-537F-4460-A6EF-68C5BB7B86C5}" srcOrd="20" destOrd="0" presId="urn:microsoft.com/office/officeart/2005/8/layout/orgChart1"/>
    <dgm:cxn modelId="{DA62EC75-7E7D-49F3-ACAA-40388B49403C}" type="presParOf" srcId="{1CB62327-0FD1-4229-A831-3E2B2CB1C5CE}" destId="{B1B9FBDD-2D3E-4ED6-A0B1-9F6D052403A6}" srcOrd="21" destOrd="0" presId="urn:microsoft.com/office/officeart/2005/8/layout/orgChart1"/>
    <dgm:cxn modelId="{19B8F2AC-15CB-425D-A0F8-E3E895145B63}" type="presParOf" srcId="{B1B9FBDD-2D3E-4ED6-A0B1-9F6D052403A6}" destId="{179BEDA1-CC6D-45DB-BFC6-D1A843A561A9}" srcOrd="0" destOrd="0" presId="urn:microsoft.com/office/officeart/2005/8/layout/orgChart1"/>
    <dgm:cxn modelId="{7FC5EE74-6B78-4833-BB93-3A058628D13B}" type="presParOf" srcId="{179BEDA1-CC6D-45DB-BFC6-D1A843A561A9}" destId="{75FCD661-7E83-417C-93F6-809F9F1ABFA5}" srcOrd="0" destOrd="0" presId="urn:microsoft.com/office/officeart/2005/8/layout/orgChart1"/>
    <dgm:cxn modelId="{0D4C0685-37AD-44CB-9C17-1248FBEF6207}" type="presParOf" srcId="{179BEDA1-CC6D-45DB-BFC6-D1A843A561A9}" destId="{FB8737D9-CB1B-4F57-A4D2-9B351916A6F6}" srcOrd="1" destOrd="0" presId="urn:microsoft.com/office/officeart/2005/8/layout/orgChart1"/>
    <dgm:cxn modelId="{D39B5B7B-75E5-467F-8D6F-1C4F1D74E88B}" type="presParOf" srcId="{B1B9FBDD-2D3E-4ED6-A0B1-9F6D052403A6}" destId="{24114006-051A-4A5D-A774-3550C10A13DF}" srcOrd="1" destOrd="0" presId="urn:microsoft.com/office/officeart/2005/8/layout/orgChart1"/>
    <dgm:cxn modelId="{F142752E-2890-48D6-A5F5-E2F50A12F20F}" type="presParOf" srcId="{B1B9FBDD-2D3E-4ED6-A0B1-9F6D052403A6}" destId="{67E6225A-373E-40E3-B816-437A80BCD9F2}" srcOrd="2" destOrd="0" presId="urn:microsoft.com/office/officeart/2005/8/layout/orgChart1"/>
    <dgm:cxn modelId="{B98AB39B-88BB-4431-A17D-99384DE3A644}" type="presParOf" srcId="{73A82102-349B-4472-AB3A-0AA0DF0178CC}" destId="{ED28D097-AB07-40EB-89F2-839AA87455DC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0D4F-103C-45E8-BE02-73E52B4CBA68}">
      <dsp:nvSpPr>
        <dsp:cNvPr id="0" name=""/>
        <dsp:cNvSpPr/>
      </dsp:nvSpPr>
      <dsp:spPr>
        <a:xfrm>
          <a:off x="39681944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0C723E-1807-45B4-8AE1-C4AB0BC6B731}">
      <dsp:nvSpPr>
        <dsp:cNvPr id="0" name=""/>
        <dsp:cNvSpPr/>
      </dsp:nvSpPr>
      <dsp:spPr>
        <a:xfrm>
          <a:off x="38984434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A7C254-99DF-4F44-97C4-61295D7C0D83}">
      <dsp:nvSpPr>
        <dsp:cNvPr id="0" name=""/>
        <dsp:cNvSpPr/>
      </dsp:nvSpPr>
      <dsp:spPr>
        <a:xfrm>
          <a:off x="38639985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BE0239-0FDC-4DF7-8BDD-B6E4D245E5FB}">
      <dsp:nvSpPr>
        <dsp:cNvPr id="0" name=""/>
        <dsp:cNvSpPr/>
      </dsp:nvSpPr>
      <dsp:spPr>
        <a:xfrm>
          <a:off x="38639985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8D8D2-1682-4C71-AFD6-600DF48110A5}">
      <dsp:nvSpPr>
        <dsp:cNvPr id="0" name=""/>
        <dsp:cNvSpPr/>
      </dsp:nvSpPr>
      <dsp:spPr>
        <a:xfrm>
          <a:off x="3863998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F6088-F23F-431C-B735-E1922805E608}">
      <dsp:nvSpPr>
        <dsp:cNvPr id="0" name=""/>
        <dsp:cNvSpPr/>
      </dsp:nvSpPr>
      <dsp:spPr>
        <a:xfrm>
          <a:off x="3863998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626F5A-2ED3-4182-B5BC-F61DBCCDE1CF}">
      <dsp:nvSpPr>
        <dsp:cNvPr id="0" name=""/>
        <dsp:cNvSpPr/>
      </dsp:nvSpPr>
      <dsp:spPr>
        <a:xfrm>
          <a:off x="38938714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9D988-9173-4804-8B80-B543823BE9D5}">
      <dsp:nvSpPr>
        <dsp:cNvPr id="0" name=""/>
        <dsp:cNvSpPr/>
      </dsp:nvSpPr>
      <dsp:spPr>
        <a:xfrm>
          <a:off x="3759802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B08EA8-F565-4FBA-9AE2-A079E5856402}">
      <dsp:nvSpPr>
        <dsp:cNvPr id="0" name=""/>
        <dsp:cNvSpPr/>
      </dsp:nvSpPr>
      <dsp:spPr>
        <a:xfrm>
          <a:off x="3759802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91526-4C60-467A-A8B8-847405560265}">
      <dsp:nvSpPr>
        <dsp:cNvPr id="0" name=""/>
        <dsp:cNvSpPr/>
      </dsp:nvSpPr>
      <dsp:spPr>
        <a:xfrm>
          <a:off x="37942474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3B753-537F-4460-A6EF-68C5BB7B86C5}">
      <dsp:nvSpPr>
        <dsp:cNvPr id="0" name=""/>
        <dsp:cNvSpPr/>
      </dsp:nvSpPr>
      <dsp:spPr>
        <a:xfrm>
          <a:off x="20229157" y="543686"/>
          <a:ext cx="18755277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8755277" y="90418"/>
              </a:lnTo>
              <a:lnTo>
                <a:pt x="18755277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AD9DC-1C4D-45D7-BA9D-3187BD1D2F1E}">
      <dsp:nvSpPr>
        <dsp:cNvPr id="0" name=""/>
        <dsp:cNvSpPr/>
      </dsp:nvSpPr>
      <dsp:spPr>
        <a:xfrm>
          <a:off x="36556065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9FE219-06D1-43B7-AD77-7D7FE405BBE8}">
      <dsp:nvSpPr>
        <dsp:cNvPr id="0" name=""/>
        <dsp:cNvSpPr/>
      </dsp:nvSpPr>
      <dsp:spPr>
        <a:xfrm>
          <a:off x="3655606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057CB-C10D-41A8-8EE7-1461623C3C74}">
      <dsp:nvSpPr>
        <dsp:cNvPr id="0" name=""/>
        <dsp:cNvSpPr/>
      </dsp:nvSpPr>
      <dsp:spPr>
        <a:xfrm>
          <a:off x="3655606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B57CA-15E2-4A1E-A5A4-E479301443DC}">
      <dsp:nvSpPr>
        <dsp:cNvPr id="0" name=""/>
        <dsp:cNvSpPr/>
      </dsp:nvSpPr>
      <dsp:spPr>
        <a:xfrm>
          <a:off x="35858555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27B67-5B52-4A6D-91D7-857DF1D70D90}">
      <dsp:nvSpPr>
        <dsp:cNvPr id="0" name=""/>
        <dsp:cNvSpPr/>
      </dsp:nvSpPr>
      <dsp:spPr>
        <a:xfrm>
          <a:off x="35514105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138B0E-50EB-41E4-9397-A6AAF1ACD162}">
      <dsp:nvSpPr>
        <dsp:cNvPr id="0" name=""/>
        <dsp:cNvSpPr/>
      </dsp:nvSpPr>
      <dsp:spPr>
        <a:xfrm>
          <a:off x="35514105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8A8309-1E5C-49CA-ADF3-BE3589E1AE3A}">
      <dsp:nvSpPr>
        <dsp:cNvPr id="0" name=""/>
        <dsp:cNvSpPr/>
      </dsp:nvSpPr>
      <dsp:spPr>
        <a:xfrm>
          <a:off x="3551410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7C0A29-A453-4610-90EA-E32EE470B531}">
      <dsp:nvSpPr>
        <dsp:cNvPr id="0" name=""/>
        <dsp:cNvSpPr/>
      </dsp:nvSpPr>
      <dsp:spPr>
        <a:xfrm>
          <a:off x="3551410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6412D8-4BBD-42EB-A913-706CC300B122}">
      <dsp:nvSpPr>
        <dsp:cNvPr id="0" name=""/>
        <dsp:cNvSpPr/>
      </dsp:nvSpPr>
      <dsp:spPr>
        <a:xfrm>
          <a:off x="35812835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CFB650-6CC9-4E06-BD66-34EB1CB1D509}">
      <dsp:nvSpPr>
        <dsp:cNvPr id="0" name=""/>
        <dsp:cNvSpPr/>
      </dsp:nvSpPr>
      <dsp:spPr>
        <a:xfrm>
          <a:off x="3447214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BC9013-CC80-4B45-8E1D-22A08FD68855}">
      <dsp:nvSpPr>
        <dsp:cNvPr id="0" name=""/>
        <dsp:cNvSpPr/>
      </dsp:nvSpPr>
      <dsp:spPr>
        <a:xfrm>
          <a:off x="3447214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92F2DE-DADF-4C9A-A331-2878EEFE0787}">
      <dsp:nvSpPr>
        <dsp:cNvPr id="0" name=""/>
        <dsp:cNvSpPr/>
      </dsp:nvSpPr>
      <dsp:spPr>
        <a:xfrm>
          <a:off x="34816595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82CF1-BF2A-4581-8838-DCC2B55FEFA4}">
      <dsp:nvSpPr>
        <dsp:cNvPr id="0" name=""/>
        <dsp:cNvSpPr/>
      </dsp:nvSpPr>
      <dsp:spPr>
        <a:xfrm>
          <a:off x="20229157" y="543686"/>
          <a:ext cx="15629397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5629397" y="90418"/>
              </a:lnTo>
              <a:lnTo>
                <a:pt x="15629397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689443-C338-4959-A965-ABA370C319AF}">
      <dsp:nvSpPr>
        <dsp:cNvPr id="0" name=""/>
        <dsp:cNvSpPr/>
      </dsp:nvSpPr>
      <dsp:spPr>
        <a:xfrm>
          <a:off x="33430185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9EF5A6-826E-4830-9E7A-7F8040331FEE}">
      <dsp:nvSpPr>
        <dsp:cNvPr id="0" name=""/>
        <dsp:cNvSpPr/>
      </dsp:nvSpPr>
      <dsp:spPr>
        <a:xfrm>
          <a:off x="3343018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40F1EB-DE83-4004-B07D-9E54EF1926A3}">
      <dsp:nvSpPr>
        <dsp:cNvPr id="0" name=""/>
        <dsp:cNvSpPr/>
      </dsp:nvSpPr>
      <dsp:spPr>
        <a:xfrm>
          <a:off x="3343018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134B2F-0E1F-4B62-978E-BEAB8DF1F320}">
      <dsp:nvSpPr>
        <dsp:cNvPr id="0" name=""/>
        <dsp:cNvSpPr/>
      </dsp:nvSpPr>
      <dsp:spPr>
        <a:xfrm>
          <a:off x="32732675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5F13C-DA73-4007-A6E1-265385CA352E}">
      <dsp:nvSpPr>
        <dsp:cNvPr id="0" name=""/>
        <dsp:cNvSpPr/>
      </dsp:nvSpPr>
      <dsp:spPr>
        <a:xfrm>
          <a:off x="32388225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B0ADFC-3729-4208-9C2E-DD5D1A866299}">
      <dsp:nvSpPr>
        <dsp:cNvPr id="0" name=""/>
        <dsp:cNvSpPr/>
      </dsp:nvSpPr>
      <dsp:spPr>
        <a:xfrm>
          <a:off x="32388225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7A917-70D4-449D-A1C1-5B69AAE77B44}">
      <dsp:nvSpPr>
        <dsp:cNvPr id="0" name=""/>
        <dsp:cNvSpPr/>
      </dsp:nvSpPr>
      <dsp:spPr>
        <a:xfrm>
          <a:off x="32388225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658557-D38F-4F12-8C3A-97D59729E408}">
      <dsp:nvSpPr>
        <dsp:cNvPr id="0" name=""/>
        <dsp:cNvSpPr/>
      </dsp:nvSpPr>
      <dsp:spPr>
        <a:xfrm>
          <a:off x="32388225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4EA232-D2BD-4B4F-A339-EF78D4AFD1BB}">
      <dsp:nvSpPr>
        <dsp:cNvPr id="0" name=""/>
        <dsp:cNvSpPr/>
      </dsp:nvSpPr>
      <dsp:spPr>
        <a:xfrm>
          <a:off x="32686955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BCB57-AF17-4745-ABF0-731C71CD95AB}">
      <dsp:nvSpPr>
        <dsp:cNvPr id="0" name=""/>
        <dsp:cNvSpPr/>
      </dsp:nvSpPr>
      <dsp:spPr>
        <a:xfrm>
          <a:off x="3134626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B19FBD-5B3B-4D53-903F-E8D834DAE3EC}">
      <dsp:nvSpPr>
        <dsp:cNvPr id="0" name=""/>
        <dsp:cNvSpPr/>
      </dsp:nvSpPr>
      <dsp:spPr>
        <a:xfrm>
          <a:off x="3134626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3B55BC-2857-4AE3-8FE7-0BB2C0CE575A}">
      <dsp:nvSpPr>
        <dsp:cNvPr id="0" name=""/>
        <dsp:cNvSpPr/>
      </dsp:nvSpPr>
      <dsp:spPr>
        <a:xfrm>
          <a:off x="31690715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D6A69-C941-4774-B9EB-83114D12CAC1}">
      <dsp:nvSpPr>
        <dsp:cNvPr id="0" name=""/>
        <dsp:cNvSpPr/>
      </dsp:nvSpPr>
      <dsp:spPr>
        <a:xfrm>
          <a:off x="20229157" y="543686"/>
          <a:ext cx="12503518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2503518" y="90418"/>
              </a:lnTo>
              <a:lnTo>
                <a:pt x="12503518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6C4BE-3FC9-4B61-B226-E45A4C1DE6A4}">
      <dsp:nvSpPr>
        <dsp:cNvPr id="0" name=""/>
        <dsp:cNvSpPr/>
      </dsp:nvSpPr>
      <dsp:spPr>
        <a:xfrm>
          <a:off x="3030430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EA3C5A-80F4-42CA-A597-C679B9F1A888}">
      <dsp:nvSpPr>
        <dsp:cNvPr id="0" name=""/>
        <dsp:cNvSpPr/>
      </dsp:nvSpPr>
      <dsp:spPr>
        <a:xfrm>
          <a:off x="3030430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46EC8-499B-418B-BE9E-79464262298E}">
      <dsp:nvSpPr>
        <dsp:cNvPr id="0" name=""/>
        <dsp:cNvSpPr/>
      </dsp:nvSpPr>
      <dsp:spPr>
        <a:xfrm>
          <a:off x="29085815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562939" y="90418"/>
              </a:lnTo>
              <a:lnTo>
                <a:pt x="156293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716CC6-99F4-440B-A100-AD33DA62B2EE}">
      <dsp:nvSpPr>
        <dsp:cNvPr id="0" name=""/>
        <dsp:cNvSpPr/>
      </dsp:nvSpPr>
      <dsp:spPr>
        <a:xfrm>
          <a:off x="2926234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E98CF-C869-4151-83BA-B82976A6C1F4}">
      <dsp:nvSpPr>
        <dsp:cNvPr id="0" name=""/>
        <dsp:cNvSpPr/>
      </dsp:nvSpPr>
      <dsp:spPr>
        <a:xfrm>
          <a:off x="2926234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BB453-7B31-41B9-9ABE-F8CF87B741F3}">
      <dsp:nvSpPr>
        <dsp:cNvPr id="0" name=""/>
        <dsp:cNvSpPr/>
      </dsp:nvSpPr>
      <dsp:spPr>
        <a:xfrm>
          <a:off x="29085815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520979" y="90418"/>
              </a:lnTo>
              <a:lnTo>
                <a:pt x="5209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BE3875-FEA3-441E-A210-D759E8BDEED7}">
      <dsp:nvSpPr>
        <dsp:cNvPr id="0" name=""/>
        <dsp:cNvSpPr/>
      </dsp:nvSpPr>
      <dsp:spPr>
        <a:xfrm>
          <a:off x="2822038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01D6B4-7B68-4062-99B1-E20045386F2C}">
      <dsp:nvSpPr>
        <dsp:cNvPr id="0" name=""/>
        <dsp:cNvSpPr/>
      </dsp:nvSpPr>
      <dsp:spPr>
        <a:xfrm>
          <a:off x="2822038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5156B-47AA-4CBB-9E2D-0A0D89293BB7}">
      <dsp:nvSpPr>
        <dsp:cNvPr id="0" name=""/>
        <dsp:cNvSpPr/>
      </dsp:nvSpPr>
      <dsp:spPr>
        <a:xfrm>
          <a:off x="28564835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520979" y="0"/>
              </a:moveTo>
              <a:lnTo>
                <a:pt x="52097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8DA5E1-A399-480A-A183-8EA21676575E}">
      <dsp:nvSpPr>
        <dsp:cNvPr id="0" name=""/>
        <dsp:cNvSpPr/>
      </dsp:nvSpPr>
      <dsp:spPr>
        <a:xfrm>
          <a:off x="27178426" y="1766482"/>
          <a:ext cx="129168" cy="3453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3106"/>
              </a:lnTo>
              <a:lnTo>
                <a:pt x="129168" y="345310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A052D8-0E36-4624-82EB-65D8289A1E80}">
      <dsp:nvSpPr>
        <dsp:cNvPr id="0" name=""/>
        <dsp:cNvSpPr/>
      </dsp:nvSpPr>
      <dsp:spPr>
        <a:xfrm>
          <a:off x="27178426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C819CC-D1FD-4B58-9397-16D913E75CDB}">
      <dsp:nvSpPr>
        <dsp:cNvPr id="0" name=""/>
        <dsp:cNvSpPr/>
      </dsp:nvSpPr>
      <dsp:spPr>
        <a:xfrm>
          <a:off x="27178426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52E374-B74F-4C79-9619-B108847F2A92}">
      <dsp:nvSpPr>
        <dsp:cNvPr id="0" name=""/>
        <dsp:cNvSpPr/>
      </dsp:nvSpPr>
      <dsp:spPr>
        <a:xfrm>
          <a:off x="27178426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1733F-8E73-40DC-A9B5-3F7EE56908CE}">
      <dsp:nvSpPr>
        <dsp:cNvPr id="0" name=""/>
        <dsp:cNvSpPr/>
      </dsp:nvSpPr>
      <dsp:spPr>
        <a:xfrm>
          <a:off x="2717842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B0100B-01DA-4C1E-B6C2-7CAD9CA9138B}">
      <dsp:nvSpPr>
        <dsp:cNvPr id="0" name=""/>
        <dsp:cNvSpPr/>
      </dsp:nvSpPr>
      <dsp:spPr>
        <a:xfrm>
          <a:off x="2717842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D10FB-9E8F-4EF2-8CD7-00CD9F052588}">
      <dsp:nvSpPr>
        <dsp:cNvPr id="0" name=""/>
        <dsp:cNvSpPr/>
      </dsp:nvSpPr>
      <dsp:spPr>
        <a:xfrm>
          <a:off x="27522876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1562939" y="0"/>
              </a:moveTo>
              <a:lnTo>
                <a:pt x="156293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29307F-24D9-4673-9F34-B7A04ED6DB13}">
      <dsp:nvSpPr>
        <dsp:cNvPr id="0" name=""/>
        <dsp:cNvSpPr/>
      </dsp:nvSpPr>
      <dsp:spPr>
        <a:xfrm>
          <a:off x="20229157" y="543686"/>
          <a:ext cx="8856658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8856658" y="90418"/>
              </a:lnTo>
              <a:lnTo>
                <a:pt x="8856658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F05FD-FAAB-420D-9011-DF5B50D852B4}">
      <dsp:nvSpPr>
        <dsp:cNvPr id="0" name=""/>
        <dsp:cNvSpPr/>
      </dsp:nvSpPr>
      <dsp:spPr>
        <a:xfrm>
          <a:off x="26136466" y="1766482"/>
          <a:ext cx="129168" cy="4064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4504"/>
              </a:lnTo>
              <a:lnTo>
                <a:pt x="129168" y="406450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DDE21-B3DF-4CB1-AF68-01EBF2CEDB92}">
      <dsp:nvSpPr>
        <dsp:cNvPr id="0" name=""/>
        <dsp:cNvSpPr/>
      </dsp:nvSpPr>
      <dsp:spPr>
        <a:xfrm>
          <a:off x="26136466" y="1766482"/>
          <a:ext cx="129168" cy="3453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3106"/>
              </a:lnTo>
              <a:lnTo>
                <a:pt x="129168" y="345310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B411C-4A3F-4211-AB1E-A2B6329EE908}">
      <dsp:nvSpPr>
        <dsp:cNvPr id="0" name=""/>
        <dsp:cNvSpPr/>
      </dsp:nvSpPr>
      <dsp:spPr>
        <a:xfrm>
          <a:off x="26136466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9CB102-5930-4193-9271-2F4002F73FD0}">
      <dsp:nvSpPr>
        <dsp:cNvPr id="0" name=""/>
        <dsp:cNvSpPr/>
      </dsp:nvSpPr>
      <dsp:spPr>
        <a:xfrm>
          <a:off x="26136466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68F53-9A91-4E8C-AB4E-8F5CCE729EFF}">
      <dsp:nvSpPr>
        <dsp:cNvPr id="0" name=""/>
        <dsp:cNvSpPr/>
      </dsp:nvSpPr>
      <dsp:spPr>
        <a:xfrm>
          <a:off x="26136466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15314-AB9F-4155-B4DE-410C23CD2166}">
      <dsp:nvSpPr>
        <dsp:cNvPr id="0" name=""/>
        <dsp:cNvSpPr/>
      </dsp:nvSpPr>
      <dsp:spPr>
        <a:xfrm>
          <a:off x="26136466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8F18B-A4E1-40AB-85D0-7805E12C541B}">
      <dsp:nvSpPr>
        <dsp:cNvPr id="0" name=""/>
        <dsp:cNvSpPr/>
      </dsp:nvSpPr>
      <dsp:spPr>
        <a:xfrm>
          <a:off x="2613646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E3C23C-F0D8-484B-93FC-664102251547}">
      <dsp:nvSpPr>
        <dsp:cNvPr id="0" name=""/>
        <dsp:cNvSpPr/>
      </dsp:nvSpPr>
      <dsp:spPr>
        <a:xfrm>
          <a:off x="23355036" y="1155084"/>
          <a:ext cx="31258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3125879" y="90418"/>
              </a:lnTo>
              <a:lnTo>
                <a:pt x="31258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82B8F4-4176-48B8-9EA4-CCA25DF22F50}">
      <dsp:nvSpPr>
        <dsp:cNvPr id="0" name=""/>
        <dsp:cNvSpPr/>
      </dsp:nvSpPr>
      <dsp:spPr>
        <a:xfrm>
          <a:off x="2509450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992CC-AF0C-4B14-AB0C-6617EA6A58CE}">
      <dsp:nvSpPr>
        <dsp:cNvPr id="0" name=""/>
        <dsp:cNvSpPr/>
      </dsp:nvSpPr>
      <dsp:spPr>
        <a:xfrm>
          <a:off x="23355036" y="1155084"/>
          <a:ext cx="208391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2083919" y="90418"/>
              </a:lnTo>
              <a:lnTo>
                <a:pt x="208391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54EEB-B701-44F7-9AE0-B92643DEDA9F}">
      <dsp:nvSpPr>
        <dsp:cNvPr id="0" name=""/>
        <dsp:cNvSpPr/>
      </dsp:nvSpPr>
      <dsp:spPr>
        <a:xfrm>
          <a:off x="24052546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E7C095-AADB-486D-8063-DFF4E84761F3}">
      <dsp:nvSpPr>
        <dsp:cNvPr id="0" name=""/>
        <dsp:cNvSpPr/>
      </dsp:nvSpPr>
      <dsp:spPr>
        <a:xfrm>
          <a:off x="23355036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B4F28-8E69-4E9C-B3F5-C8A405B1177D}">
      <dsp:nvSpPr>
        <dsp:cNvPr id="0" name=""/>
        <dsp:cNvSpPr/>
      </dsp:nvSpPr>
      <dsp:spPr>
        <a:xfrm>
          <a:off x="2301058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93B20B-3215-4A1F-A623-EFC0AA7EE754}">
      <dsp:nvSpPr>
        <dsp:cNvPr id="0" name=""/>
        <dsp:cNvSpPr/>
      </dsp:nvSpPr>
      <dsp:spPr>
        <a:xfrm>
          <a:off x="23309316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2AB459-EBC1-4CFA-B4BD-D2649EEF0C18}">
      <dsp:nvSpPr>
        <dsp:cNvPr id="0" name=""/>
        <dsp:cNvSpPr/>
      </dsp:nvSpPr>
      <dsp:spPr>
        <a:xfrm>
          <a:off x="2196862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E91D0-859D-4A09-B87D-4A423FD439D5}">
      <dsp:nvSpPr>
        <dsp:cNvPr id="0" name=""/>
        <dsp:cNvSpPr/>
      </dsp:nvSpPr>
      <dsp:spPr>
        <a:xfrm>
          <a:off x="2196862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0F1FE-202E-4231-9A87-0B5896D9CE31}">
      <dsp:nvSpPr>
        <dsp:cNvPr id="0" name=""/>
        <dsp:cNvSpPr/>
      </dsp:nvSpPr>
      <dsp:spPr>
        <a:xfrm>
          <a:off x="22313076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76831-3E85-4147-B12F-BCBB9A27B205}">
      <dsp:nvSpPr>
        <dsp:cNvPr id="0" name=""/>
        <dsp:cNvSpPr/>
      </dsp:nvSpPr>
      <dsp:spPr>
        <a:xfrm>
          <a:off x="20926667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2F199-87FA-49C0-8BD2-ED55D47C0136}">
      <dsp:nvSpPr>
        <dsp:cNvPr id="0" name=""/>
        <dsp:cNvSpPr/>
      </dsp:nvSpPr>
      <dsp:spPr>
        <a:xfrm>
          <a:off x="20926667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CED65-69C1-4C7D-8AB1-0A5BE6413346}">
      <dsp:nvSpPr>
        <dsp:cNvPr id="0" name=""/>
        <dsp:cNvSpPr/>
      </dsp:nvSpPr>
      <dsp:spPr>
        <a:xfrm>
          <a:off x="20926667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B95FE-2E2F-46B1-A2C8-EA3980CED39F}">
      <dsp:nvSpPr>
        <dsp:cNvPr id="0" name=""/>
        <dsp:cNvSpPr/>
      </dsp:nvSpPr>
      <dsp:spPr>
        <a:xfrm>
          <a:off x="2092666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CE7AF2-10B1-4625-A6A6-1F62187A9DEC}">
      <dsp:nvSpPr>
        <dsp:cNvPr id="0" name=""/>
        <dsp:cNvSpPr/>
      </dsp:nvSpPr>
      <dsp:spPr>
        <a:xfrm>
          <a:off x="2092666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CA3C23-35D0-4D51-9117-2611AFB8F678}">
      <dsp:nvSpPr>
        <dsp:cNvPr id="0" name=""/>
        <dsp:cNvSpPr/>
      </dsp:nvSpPr>
      <dsp:spPr>
        <a:xfrm>
          <a:off x="21271116" y="1155084"/>
          <a:ext cx="2083919" cy="180836"/>
        </a:xfrm>
        <a:custGeom>
          <a:avLst/>
          <a:gdLst/>
          <a:ahLst/>
          <a:cxnLst/>
          <a:rect l="0" t="0" r="0" b="0"/>
          <a:pathLst>
            <a:path>
              <a:moveTo>
                <a:pt x="2083919" y="0"/>
              </a:moveTo>
              <a:lnTo>
                <a:pt x="208391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D01696-C28B-41ED-ADF1-F98A69E3B32C}">
      <dsp:nvSpPr>
        <dsp:cNvPr id="0" name=""/>
        <dsp:cNvSpPr/>
      </dsp:nvSpPr>
      <dsp:spPr>
        <a:xfrm>
          <a:off x="19884707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537E0-2A40-40A8-A601-32E68F76EEA5}">
      <dsp:nvSpPr>
        <dsp:cNvPr id="0" name=""/>
        <dsp:cNvSpPr/>
      </dsp:nvSpPr>
      <dsp:spPr>
        <a:xfrm>
          <a:off x="1988470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E47A4-5C11-49A6-B8CC-F6B27C081615}">
      <dsp:nvSpPr>
        <dsp:cNvPr id="0" name=""/>
        <dsp:cNvSpPr/>
      </dsp:nvSpPr>
      <dsp:spPr>
        <a:xfrm>
          <a:off x="1988470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BC53F7-68E8-44E3-A140-0B58FC4CF441}">
      <dsp:nvSpPr>
        <dsp:cNvPr id="0" name=""/>
        <dsp:cNvSpPr/>
      </dsp:nvSpPr>
      <dsp:spPr>
        <a:xfrm>
          <a:off x="20229157" y="1155084"/>
          <a:ext cx="3125879" cy="180836"/>
        </a:xfrm>
        <a:custGeom>
          <a:avLst/>
          <a:gdLst/>
          <a:ahLst/>
          <a:cxnLst/>
          <a:rect l="0" t="0" r="0" b="0"/>
          <a:pathLst>
            <a:path>
              <a:moveTo>
                <a:pt x="3125879" y="0"/>
              </a:moveTo>
              <a:lnTo>
                <a:pt x="312587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44F30-CB12-44A6-95D0-9DDAE6BF218B}">
      <dsp:nvSpPr>
        <dsp:cNvPr id="0" name=""/>
        <dsp:cNvSpPr/>
      </dsp:nvSpPr>
      <dsp:spPr>
        <a:xfrm>
          <a:off x="20229157" y="543686"/>
          <a:ext cx="31258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3125879" y="90418"/>
              </a:lnTo>
              <a:lnTo>
                <a:pt x="31258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0F9830-5806-47E9-9463-92AFE27DBA1E}">
      <dsp:nvSpPr>
        <dsp:cNvPr id="0" name=""/>
        <dsp:cNvSpPr/>
      </dsp:nvSpPr>
      <dsp:spPr>
        <a:xfrm>
          <a:off x="18842747" y="1766482"/>
          <a:ext cx="129168" cy="5287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7300"/>
              </a:lnTo>
              <a:lnTo>
                <a:pt x="129168" y="528730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6A355-70DD-44E5-AA25-CCBC635E1DDF}">
      <dsp:nvSpPr>
        <dsp:cNvPr id="0" name=""/>
        <dsp:cNvSpPr/>
      </dsp:nvSpPr>
      <dsp:spPr>
        <a:xfrm>
          <a:off x="18842747" y="1766482"/>
          <a:ext cx="129168" cy="4675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5902"/>
              </a:lnTo>
              <a:lnTo>
                <a:pt x="129168" y="467590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2B42C-B788-4C2E-8523-D537B3109055}">
      <dsp:nvSpPr>
        <dsp:cNvPr id="0" name=""/>
        <dsp:cNvSpPr/>
      </dsp:nvSpPr>
      <dsp:spPr>
        <a:xfrm>
          <a:off x="18842747" y="1766482"/>
          <a:ext cx="129168" cy="4064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4504"/>
              </a:lnTo>
              <a:lnTo>
                <a:pt x="129168" y="406450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6AFC6F-75A1-44A3-8DAF-2A75A318C22F}">
      <dsp:nvSpPr>
        <dsp:cNvPr id="0" name=""/>
        <dsp:cNvSpPr/>
      </dsp:nvSpPr>
      <dsp:spPr>
        <a:xfrm>
          <a:off x="18842747" y="1766482"/>
          <a:ext cx="129168" cy="3453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3106"/>
              </a:lnTo>
              <a:lnTo>
                <a:pt x="129168" y="345310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AC34C5-C045-4EE4-A382-C26D8275F85C}">
      <dsp:nvSpPr>
        <dsp:cNvPr id="0" name=""/>
        <dsp:cNvSpPr/>
      </dsp:nvSpPr>
      <dsp:spPr>
        <a:xfrm>
          <a:off x="18842747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CB990-007E-4BB4-AEA1-8662FB4F8738}">
      <dsp:nvSpPr>
        <dsp:cNvPr id="0" name=""/>
        <dsp:cNvSpPr/>
      </dsp:nvSpPr>
      <dsp:spPr>
        <a:xfrm>
          <a:off x="18842747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9608FD-0187-4A7A-9D72-6E465AF5B90D}">
      <dsp:nvSpPr>
        <dsp:cNvPr id="0" name=""/>
        <dsp:cNvSpPr/>
      </dsp:nvSpPr>
      <dsp:spPr>
        <a:xfrm>
          <a:off x="18842747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646F6-E1F5-4227-874D-122E8FE9F3AF}">
      <dsp:nvSpPr>
        <dsp:cNvPr id="0" name=""/>
        <dsp:cNvSpPr/>
      </dsp:nvSpPr>
      <dsp:spPr>
        <a:xfrm>
          <a:off x="1884274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57AA2-E066-40FE-9020-E47B8BB26EA9}">
      <dsp:nvSpPr>
        <dsp:cNvPr id="0" name=""/>
        <dsp:cNvSpPr/>
      </dsp:nvSpPr>
      <dsp:spPr>
        <a:xfrm>
          <a:off x="1884274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AD3FE-5143-4A23-9594-6F0B95F32A35}">
      <dsp:nvSpPr>
        <dsp:cNvPr id="0" name=""/>
        <dsp:cNvSpPr/>
      </dsp:nvSpPr>
      <dsp:spPr>
        <a:xfrm>
          <a:off x="18145237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0A8118-87B6-41DD-989D-B3753A4F21B1}">
      <dsp:nvSpPr>
        <dsp:cNvPr id="0" name=""/>
        <dsp:cNvSpPr/>
      </dsp:nvSpPr>
      <dsp:spPr>
        <a:xfrm>
          <a:off x="17800787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219092-F126-4FF7-AC26-149774884DCC}">
      <dsp:nvSpPr>
        <dsp:cNvPr id="0" name=""/>
        <dsp:cNvSpPr/>
      </dsp:nvSpPr>
      <dsp:spPr>
        <a:xfrm>
          <a:off x="17800787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569ECB-FBBA-4B8D-AA35-0DBC6226BAC2}">
      <dsp:nvSpPr>
        <dsp:cNvPr id="0" name=""/>
        <dsp:cNvSpPr/>
      </dsp:nvSpPr>
      <dsp:spPr>
        <a:xfrm>
          <a:off x="1780078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D126F4-F55C-4069-A060-CBF68DE4C324}">
      <dsp:nvSpPr>
        <dsp:cNvPr id="0" name=""/>
        <dsp:cNvSpPr/>
      </dsp:nvSpPr>
      <dsp:spPr>
        <a:xfrm>
          <a:off x="1780078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F161D-8A88-435C-B7F2-049E81F5CDA4}">
      <dsp:nvSpPr>
        <dsp:cNvPr id="0" name=""/>
        <dsp:cNvSpPr/>
      </dsp:nvSpPr>
      <dsp:spPr>
        <a:xfrm>
          <a:off x="18099517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45B27-E354-4E68-AC55-DA9455993696}">
      <dsp:nvSpPr>
        <dsp:cNvPr id="0" name=""/>
        <dsp:cNvSpPr/>
      </dsp:nvSpPr>
      <dsp:spPr>
        <a:xfrm>
          <a:off x="16758827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98F412-6FB3-4F70-A393-D70F0A6E36FC}">
      <dsp:nvSpPr>
        <dsp:cNvPr id="0" name=""/>
        <dsp:cNvSpPr/>
      </dsp:nvSpPr>
      <dsp:spPr>
        <a:xfrm>
          <a:off x="16758827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A0A70-6F5B-4026-A646-09379C8C9E14}">
      <dsp:nvSpPr>
        <dsp:cNvPr id="0" name=""/>
        <dsp:cNvSpPr/>
      </dsp:nvSpPr>
      <dsp:spPr>
        <a:xfrm>
          <a:off x="17103277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F65F17-5CF9-4BCB-98DA-E50DCE4F89EE}">
      <dsp:nvSpPr>
        <dsp:cNvPr id="0" name=""/>
        <dsp:cNvSpPr/>
      </dsp:nvSpPr>
      <dsp:spPr>
        <a:xfrm>
          <a:off x="18145237" y="543686"/>
          <a:ext cx="2083919" cy="180836"/>
        </a:xfrm>
        <a:custGeom>
          <a:avLst/>
          <a:gdLst/>
          <a:ahLst/>
          <a:cxnLst/>
          <a:rect l="0" t="0" r="0" b="0"/>
          <a:pathLst>
            <a:path>
              <a:moveTo>
                <a:pt x="2083919" y="0"/>
              </a:moveTo>
              <a:lnTo>
                <a:pt x="208391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AC94F1-8541-41D4-A295-3A264E413962}">
      <dsp:nvSpPr>
        <dsp:cNvPr id="0" name=""/>
        <dsp:cNvSpPr/>
      </dsp:nvSpPr>
      <dsp:spPr>
        <a:xfrm>
          <a:off x="1571686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317CB7-E4EB-48C9-8876-3045CD5C06AB}">
      <dsp:nvSpPr>
        <dsp:cNvPr id="0" name=""/>
        <dsp:cNvSpPr/>
      </dsp:nvSpPr>
      <dsp:spPr>
        <a:xfrm>
          <a:off x="1571686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6A3BD1-EA7E-427B-9972-9053F8B84B7C}">
      <dsp:nvSpPr>
        <dsp:cNvPr id="0" name=""/>
        <dsp:cNvSpPr/>
      </dsp:nvSpPr>
      <dsp:spPr>
        <a:xfrm>
          <a:off x="1571686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73B8B7-D903-4BEB-8078-48BD33B06A84}">
      <dsp:nvSpPr>
        <dsp:cNvPr id="0" name=""/>
        <dsp:cNvSpPr/>
      </dsp:nvSpPr>
      <dsp:spPr>
        <a:xfrm>
          <a:off x="15540337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520979" y="90418"/>
              </a:lnTo>
              <a:lnTo>
                <a:pt x="5209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54350E-1853-47D7-9582-F36806928C54}">
      <dsp:nvSpPr>
        <dsp:cNvPr id="0" name=""/>
        <dsp:cNvSpPr/>
      </dsp:nvSpPr>
      <dsp:spPr>
        <a:xfrm>
          <a:off x="1467490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24FBE3-9BEB-46D9-A58B-93EECA65436A}">
      <dsp:nvSpPr>
        <dsp:cNvPr id="0" name=""/>
        <dsp:cNvSpPr/>
      </dsp:nvSpPr>
      <dsp:spPr>
        <a:xfrm>
          <a:off x="1467490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CD818-7674-4D57-AB33-31FE508BDF1B}">
      <dsp:nvSpPr>
        <dsp:cNvPr id="0" name=""/>
        <dsp:cNvSpPr/>
      </dsp:nvSpPr>
      <dsp:spPr>
        <a:xfrm>
          <a:off x="15019357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520979" y="0"/>
              </a:moveTo>
              <a:lnTo>
                <a:pt x="52097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13E42-F057-434E-B579-481CA7B94437}">
      <dsp:nvSpPr>
        <dsp:cNvPr id="0" name=""/>
        <dsp:cNvSpPr/>
      </dsp:nvSpPr>
      <dsp:spPr>
        <a:xfrm>
          <a:off x="15540337" y="543686"/>
          <a:ext cx="4688819" cy="180836"/>
        </a:xfrm>
        <a:custGeom>
          <a:avLst/>
          <a:gdLst/>
          <a:ahLst/>
          <a:cxnLst/>
          <a:rect l="0" t="0" r="0" b="0"/>
          <a:pathLst>
            <a:path>
              <a:moveTo>
                <a:pt x="4688819" y="0"/>
              </a:moveTo>
              <a:lnTo>
                <a:pt x="468881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6D10EF-132E-4B48-ABD8-822A6E71FF74}">
      <dsp:nvSpPr>
        <dsp:cNvPr id="0" name=""/>
        <dsp:cNvSpPr/>
      </dsp:nvSpPr>
      <dsp:spPr>
        <a:xfrm>
          <a:off x="13632948" y="1766482"/>
          <a:ext cx="129168" cy="4064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4504"/>
              </a:lnTo>
              <a:lnTo>
                <a:pt x="129168" y="406450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CB158E-0003-4167-8247-1D1A689331B2}">
      <dsp:nvSpPr>
        <dsp:cNvPr id="0" name=""/>
        <dsp:cNvSpPr/>
      </dsp:nvSpPr>
      <dsp:spPr>
        <a:xfrm>
          <a:off x="13632948" y="1766482"/>
          <a:ext cx="129168" cy="3453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3106"/>
              </a:lnTo>
              <a:lnTo>
                <a:pt x="129168" y="345310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C383A-3B2C-439F-B25E-79C5CF496D01}">
      <dsp:nvSpPr>
        <dsp:cNvPr id="0" name=""/>
        <dsp:cNvSpPr/>
      </dsp:nvSpPr>
      <dsp:spPr>
        <a:xfrm>
          <a:off x="13632948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543DB-164E-4429-B5CE-B197D6F7C1EC}">
      <dsp:nvSpPr>
        <dsp:cNvPr id="0" name=""/>
        <dsp:cNvSpPr/>
      </dsp:nvSpPr>
      <dsp:spPr>
        <a:xfrm>
          <a:off x="13632948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EB640-ED93-4403-A469-FF443F31ABCD}">
      <dsp:nvSpPr>
        <dsp:cNvPr id="0" name=""/>
        <dsp:cNvSpPr/>
      </dsp:nvSpPr>
      <dsp:spPr>
        <a:xfrm>
          <a:off x="1363294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87E96-7798-481C-8911-58E4C16ADEE0}">
      <dsp:nvSpPr>
        <dsp:cNvPr id="0" name=""/>
        <dsp:cNvSpPr/>
      </dsp:nvSpPr>
      <dsp:spPr>
        <a:xfrm>
          <a:off x="1363294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653A9F-506D-4B1E-9C88-2D9346B053DE}">
      <dsp:nvSpPr>
        <dsp:cNvPr id="0" name=""/>
        <dsp:cNvSpPr/>
      </dsp:nvSpPr>
      <dsp:spPr>
        <a:xfrm>
          <a:off x="1363294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5685B-84F1-4724-8AC6-2B6C19F2F560}">
      <dsp:nvSpPr>
        <dsp:cNvPr id="0" name=""/>
        <dsp:cNvSpPr/>
      </dsp:nvSpPr>
      <dsp:spPr>
        <a:xfrm>
          <a:off x="12414458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562939" y="90418"/>
              </a:lnTo>
              <a:lnTo>
                <a:pt x="156293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B547B4-DC33-48AF-902A-27F4245C1EC5}">
      <dsp:nvSpPr>
        <dsp:cNvPr id="0" name=""/>
        <dsp:cNvSpPr/>
      </dsp:nvSpPr>
      <dsp:spPr>
        <a:xfrm>
          <a:off x="12590988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6C7D7-F2D9-4A9D-B2BA-B3D6EAC8ED2D}">
      <dsp:nvSpPr>
        <dsp:cNvPr id="0" name=""/>
        <dsp:cNvSpPr/>
      </dsp:nvSpPr>
      <dsp:spPr>
        <a:xfrm>
          <a:off x="1259098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03D021-09FD-4554-9FA7-2027C9E17D44}">
      <dsp:nvSpPr>
        <dsp:cNvPr id="0" name=""/>
        <dsp:cNvSpPr/>
      </dsp:nvSpPr>
      <dsp:spPr>
        <a:xfrm>
          <a:off x="1259098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5483F-BD40-45AA-BECC-38C281A51DE1}">
      <dsp:nvSpPr>
        <dsp:cNvPr id="0" name=""/>
        <dsp:cNvSpPr/>
      </dsp:nvSpPr>
      <dsp:spPr>
        <a:xfrm>
          <a:off x="1259098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D5E12E-1BC5-4485-A337-C37EA73B412D}">
      <dsp:nvSpPr>
        <dsp:cNvPr id="0" name=""/>
        <dsp:cNvSpPr/>
      </dsp:nvSpPr>
      <dsp:spPr>
        <a:xfrm>
          <a:off x="12414458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520979" y="90418"/>
              </a:lnTo>
              <a:lnTo>
                <a:pt x="5209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D7F774-803D-4C77-8FA5-E94EF33A9519}">
      <dsp:nvSpPr>
        <dsp:cNvPr id="0" name=""/>
        <dsp:cNvSpPr/>
      </dsp:nvSpPr>
      <dsp:spPr>
        <a:xfrm>
          <a:off x="1154902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1ACA48-B547-4FF2-AB51-39C0603773CC}">
      <dsp:nvSpPr>
        <dsp:cNvPr id="0" name=""/>
        <dsp:cNvSpPr/>
      </dsp:nvSpPr>
      <dsp:spPr>
        <a:xfrm>
          <a:off x="1154902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94582-D5B8-4220-879A-65AB10467796}">
      <dsp:nvSpPr>
        <dsp:cNvPr id="0" name=""/>
        <dsp:cNvSpPr/>
      </dsp:nvSpPr>
      <dsp:spPr>
        <a:xfrm>
          <a:off x="1154902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597A83-A8DD-43FE-A916-C5A8433F5E7E}">
      <dsp:nvSpPr>
        <dsp:cNvPr id="0" name=""/>
        <dsp:cNvSpPr/>
      </dsp:nvSpPr>
      <dsp:spPr>
        <a:xfrm>
          <a:off x="11893478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520979" y="0"/>
              </a:moveTo>
              <a:lnTo>
                <a:pt x="52097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0C7F16-91DE-4FC5-8B73-DACD83AC6427}">
      <dsp:nvSpPr>
        <dsp:cNvPr id="0" name=""/>
        <dsp:cNvSpPr/>
      </dsp:nvSpPr>
      <dsp:spPr>
        <a:xfrm>
          <a:off x="1050706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A3E32-3777-415E-89FB-0883D3D74E44}">
      <dsp:nvSpPr>
        <dsp:cNvPr id="0" name=""/>
        <dsp:cNvSpPr/>
      </dsp:nvSpPr>
      <dsp:spPr>
        <a:xfrm>
          <a:off x="1050706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F2D45-3471-4308-AB70-2C0745310B39}">
      <dsp:nvSpPr>
        <dsp:cNvPr id="0" name=""/>
        <dsp:cNvSpPr/>
      </dsp:nvSpPr>
      <dsp:spPr>
        <a:xfrm>
          <a:off x="10851518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1562939" y="0"/>
              </a:moveTo>
              <a:lnTo>
                <a:pt x="156293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AAB477-7926-4B99-B40E-15907391EA6C}">
      <dsp:nvSpPr>
        <dsp:cNvPr id="0" name=""/>
        <dsp:cNvSpPr/>
      </dsp:nvSpPr>
      <dsp:spPr>
        <a:xfrm>
          <a:off x="12414458" y="543686"/>
          <a:ext cx="7814698" cy="180836"/>
        </a:xfrm>
        <a:custGeom>
          <a:avLst/>
          <a:gdLst/>
          <a:ahLst/>
          <a:cxnLst/>
          <a:rect l="0" t="0" r="0" b="0"/>
          <a:pathLst>
            <a:path>
              <a:moveTo>
                <a:pt x="7814698" y="0"/>
              </a:moveTo>
              <a:lnTo>
                <a:pt x="7814698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F27A7A-7346-4B37-A0D5-826856922CFF}">
      <dsp:nvSpPr>
        <dsp:cNvPr id="0" name=""/>
        <dsp:cNvSpPr/>
      </dsp:nvSpPr>
      <dsp:spPr>
        <a:xfrm>
          <a:off x="9465108" y="1766482"/>
          <a:ext cx="129168" cy="2841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1708"/>
              </a:lnTo>
              <a:lnTo>
                <a:pt x="129168" y="2841708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5AD540-A7A4-42DF-ADB1-F322A8F9B074}">
      <dsp:nvSpPr>
        <dsp:cNvPr id="0" name=""/>
        <dsp:cNvSpPr/>
      </dsp:nvSpPr>
      <dsp:spPr>
        <a:xfrm>
          <a:off x="9465108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44E3F-E697-43B9-B069-BEE8A854EBE2}">
      <dsp:nvSpPr>
        <dsp:cNvPr id="0" name=""/>
        <dsp:cNvSpPr/>
      </dsp:nvSpPr>
      <dsp:spPr>
        <a:xfrm>
          <a:off x="946510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D410BB-E7E8-4B65-904C-8351D45E67CA}">
      <dsp:nvSpPr>
        <dsp:cNvPr id="0" name=""/>
        <dsp:cNvSpPr/>
      </dsp:nvSpPr>
      <dsp:spPr>
        <a:xfrm>
          <a:off x="946510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0E23D5-DBAE-4ED8-BC28-51213878B891}">
      <dsp:nvSpPr>
        <dsp:cNvPr id="0" name=""/>
        <dsp:cNvSpPr/>
      </dsp:nvSpPr>
      <dsp:spPr>
        <a:xfrm>
          <a:off x="946510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7AA3DD-7DE6-4233-BF39-43EF9008A92C}">
      <dsp:nvSpPr>
        <dsp:cNvPr id="0" name=""/>
        <dsp:cNvSpPr/>
      </dsp:nvSpPr>
      <dsp:spPr>
        <a:xfrm>
          <a:off x="8246618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562939" y="90418"/>
              </a:lnTo>
              <a:lnTo>
                <a:pt x="156293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0BFB74-D1BC-4497-AE83-1E60787548A9}">
      <dsp:nvSpPr>
        <dsp:cNvPr id="0" name=""/>
        <dsp:cNvSpPr/>
      </dsp:nvSpPr>
      <dsp:spPr>
        <a:xfrm>
          <a:off x="8423148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8B9D76-97A7-4B74-B92F-24DC9E2DC69E}">
      <dsp:nvSpPr>
        <dsp:cNvPr id="0" name=""/>
        <dsp:cNvSpPr/>
      </dsp:nvSpPr>
      <dsp:spPr>
        <a:xfrm>
          <a:off x="8423148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190659-35D6-4C8A-B0E4-2389C90F82E8}">
      <dsp:nvSpPr>
        <dsp:cNvPr id="0" name=""/>
        <dsp:cNvSpPr/>
      </dsp:nvSpPr>
      <dsp:spPr>
        <a:xfrm>
          <a:off x="8423148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B51B65-4869-4CDD-8BA6-292902BF027B}">
      <dsp:nvSpPr>
        <dsp:cNvPr id="0" name=""/>
        <dsp:cNvSpPr/>
      </dsp:nvSpPr>
      <dsp:spPr>
        <a:xfrm>
          <a:off x="8423148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6D4C3-9ED1-4CE5-80A2-BC9F3DAC5B25}">
      <dsp:nvSpPr>
        <dsp:cNvPr id="0" name=""/>
        <dsp:cNvSpPr/>
      </dsp:nvSpPr>
      <dsp:spPr>
        <a:xfrm>
          <a:off x="8246618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520979" y="90418"/>
              </a:lnTo>
              <a:lnTo>
                <a:pt x="52097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2EA0A-8FF0-4D6F-AB1E-BD9E8450DFF9}">
      <dsp:nvSpPr>
        <dsp:cNvPr id="0" name=""/>
        <dsp:cNvSpPr/>
      </dsp:nvSpPr>
      <dsp:spPr>
        <a:xfrm>
          <a:off x="7381189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916767-AD32-45C6-AA4B-E3FE68246C04}">
      <dsp:nvSpPr>
        <dsp:cNvPr id="0" name=""/>
        <dsp:cNvSpPr/>
      </dsp:nvSpPr>
      <dsp:spPr>
        <a:xfrm>
          <a:off x="738118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F0D94C-982B-4CB4-A966-9BD45354CE6F}">
      <dsp:nvSpPr>
        <dsp:cNvPr id="0" name=""/>
        <dsp:cNvSpPr/>
      </dsp:nvSpPr>
      <dsp:spPr>
        <a:xfrm>
          <a:off x="738118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79F04E-A2B8-4058-B416-25333BC49F14}">
      <dsp:nvSpPr>
        <dsp:cNvPr id="0" name=""/>
        <dsp:cNvSpPr/>
      </dsp:nvSpPr>
      <dsp:spPr>
        <a:xfrm>
          <a:off x="7725638" y="1155084"/>
          <a:ext cx="520979" cy="180836"/>
        </a:xfrm>
        <a:custGeom>
          <a:avLst/>
          <a:gdLst/>
          <a:ahLst/>
          <a:cxnLst/>
          <a:rect l="0" t="0" r="0" b="0"/>
          <a:pathLst>
            <a:path>
              <a:moveTo>
                <a:pt x="520979" y="0"/>
              </a:moveTo>
              <a:lnTo>
                <a:pt x="52097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58391-D91F-4FAF-84D1-6790A0B25B48}">
      <dsp:nvSpPr>
        <dsp:cNvPr id="0" name=""/>
        <dsp:cNvSpPr/>
      </dsp:nvSpPr>
      <dsp:spPr>
        <a:xfrm>
          <a:off x="633922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E9944-01A6-4A5C-8F66-BD9ADFF0A131}">
      <dsp:nvSpPr>
        <dsp:cNvPr id="0" name=""/>
        <dsp:cNvSpPr/>
      </dsp:nvSpPr>
      <dsp:spPr>
        <a:xfrm>
          <a:off x="633922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2AE90E-FA05-4F16-984E-4A8BA43A2E69}">
      <dsp:nvSpPr>
        <dsp:cNvPr id="0" name=""/>
        <dsp:cNvSpPr/>
      </dsp:nvSpPr>
      <dsp:spPr>
        <a:xfrm>
          <a:off x="6683678" y="1155084"/>
          <a:ext cx="1562939" cy="180836"/>
        </a:xfrm>
        <a:custGeom>
          <a:avLst/>
          <a:gdLst/>
          <a:ahLst/>
          <a:cxnLst/>
          <a:rect l="0" t="0" r="0" b="0"/>
          <a:pathLst>
            <a:path>
              <a:moveTo>
                <a:pt x="1562939" y="0"/>
              </a:moveTo>
              <a:lnTo>
                <a:pt x="156293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D23A9D-353A-431E-9ECE-F74286F84C7A}">
      <dsp:nvSpPr>
        <dsp:cNvPr id="0" name=""/>
        <dsp:cNvSpPr/>
      </dsp:nvSpPr>
      <dsp:spPr>
        <a:xfrm>
          <a:off x="8246618" y="543686"/>
          <a:ext cx="11982538" cy="180836"/>
        </a:xfrm>
        <a:custGeom>
          <a:avLst/>
          <a:gdLst/>
          <a:ahLst/>
          <a:cxnLst/>
          <a:rect l="0" t="0" r="0" b="0"/>
          <a:pathLst>
            <a:path>
              <a:moveTo>
                <a:pt x="11982538" y="0"/>
              </a:moveTo>
              <a:lnTo>
                <a:pt x="11982538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AE06D7-EA3B-47F7-A2BE-36B27B0D96D1}">
      <dsp:nvSpPr>
        <dsp:cNvPr id="0" name=""/>
        <dsp:cNvSpPr/>
      </dsp:nvSpPr>
      <dsp:spPr>
        <a:xfrm>
          <a:off x="5297269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F050B-3B82-44E8-8F93-311F0FE86B3A}">
      <dsp:nvSpPr>
        <dsp:cNvPr id="0" name=""/>
        <dsp:cNvSpPr/>
      </dsp:nvSpPr>
      <dsp:spPr>
        <a:xfrm>
          <a:off x="529726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8894E4-63B2-4338-8A13-4AD06B305397}">
      <dsp:nvSpPr>
        <dsp:cNvPr id="0" name=""/>
        <dsp:cNvSpPr/>
      </dsp:nvSpPr>
      <dsp:spPr>
        <a:xfrm>
          <a:off x="529726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128B9-F7CD-4ED7-8F57-F46CB7042E2A}">
      <dsp:nvSpPr>
        <dsp:cNvPr id="0" name=""/>
        <dsp:cNvSpPr/>
      </dsp:nvSpPr>
      <dsp:spPr>
        <a:xfrm>
          <a:off x="4599759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63D53-86D7-43AA-BAB5-F4E265FC4C9E}">
      <dsp:nvSpPr>
        <dsp:cNvPr id="0" name=""/>
        <dsp:cNvSpPr/>
      </dsp:nvSpPr>
      <dsp:spPr>
        <a:xfrm>
          <a:off x="4255309" y="1766482"/>
          <a:ext cx="129168" cy="2230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0310"/>
              </a:lnTo>
              <a:lnTo>
                <a:pt x="129168" y="2230310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F45AF-AA6F-4AEC-BB95-D42E4C53B7D2}">
      <dsp:nvSpPr>
        <dsp:cNvPr id="0" name=""/>
        <dsp:cNvSpPr/>
      </dsp:nvSpPr>
      <dsp:spPr>
        <a:xfrm>
          <a:off x="4255309" y="1766482"/>
          <a:ext cx="129168" cy="16189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912"/>
              </a:lnTo>
              <a:lnTo>
                <a:pt x="129168" y="1618912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3811B6-B285-4D70-8A98-765BC7142E3E}">
      <dsp:nvSpPr>
        <dsp:cNvPr id="0" name=""/>
        <dsp:cNvSpPr/>
      </dsp:nvSpPr>
      <dsp:spPr>
        <a:xfrm>
          <a:off x="425530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8F98B-C094-47B1-B010-AC5B7B082CC2}">
      <dsp:nvSpPr>
        <dsp:cNvPr id="0" name=""/>
        <dsp:cNvSpPr/>
      </dsp:nvSpPr>
      <dsp:spPr>
        <a:xfrm>
          <a:off x="425530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AE2813-6247-43A9-AF47-CE7BB1259CC9}">
      <dsp:nvSpPr>
        <dsp:cNvPr id="0" name=""/>
        <dsp:cNvSpPr/>
      </dsp:nvSpPr>
      <dsp:spPr>
        <a:xfrm>
          <a:off x="4554039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F4F69F-4FD4-4D49-B24C-F2A9B05218E4}">
      <dsp:nvSpPr>
        <dsp:cNvPr id="0" name=""/>
        <dsp:cNvSpPr/>
      </dsp:nvSpPr>
      <dsp:spPr>
        <a:xfrm>
          <a:off x="321334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446DE-6A3D-4B26-9373-B0834C891E8E}">
      <dsp:nvSpPr>
        <dsp:cNvPr id="0" name=""/>
        <dsp:cNvSpPr/>
      </dsp:nvSpPr>
      <dsp:spPr>
        <a:xfrm>
          <a:off x="321334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02987-8088-4371-8132-2A7E5A194F38}">
      <dsp:nvSpPr>
        <dsp:cNvPr id="0" name=""/>
        <dsp:cNvSpPr/>
      </dsp:nvSpPr>
      <dsp:spPr>
        <a:xfrm>
          <a:off x="3557799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307AC2-FB5F-44E8-87A9-1DCCB0DA8C2B}">
      <dsp:nvSpPr>
        <dsp:cNvPr id="0" name=""/>
        <dsp:cNvSpPr/>
      </dsp:nvSpPr>
      <dsp:spPr>
        <a:xfrm>
          <a:off x="4599759" y="543686"/>
          <a:ext cx="15629397" cy="180836"/>
        </a:xfrm>
        <a:custGeom>
          <a:avLst/>
          <a:gdLst/>
          <a:ahLst/>
          <a:cxnLst/>
          <a:rect l="0" t="0" r="0" b="0"/>
          <a:pathLst>
            <a:path>
              <a:moveTo>
                <a:pt x="15629397" y="0"/>
              </a:moveTo>
              <a:lnTo>
                <a:pt x="15629397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B12D0C-7496-40A0-98BE-9AA1DB0247DD}">
      <dsp:nvSpPr>
        <dsp:cNvPr id="0" name=""/>
        <dsp:cNvSpPr/>
      </dsp:nvSpPr>
      <dsp:spPr>
        <a:xfrm>
          <a:off x="217138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20CBA4-5B6C-4352-9B6A-F3E549A84713}">
      <dsp:nvSpPr>
        <dsp:cNvPr id="0" name=""/>
        <dsp:cNvSpPr/>
      </dsp:nvSpPr>
      <dsp:spPr>
        <a:xfrm>
          <a:off x="217138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6EE49-87E4-4FE6-A271-BFC3CF1EE8D9}">
      <dsp:nvSpPr>
        <dsp:cNvPr id="0" name=""/>
        <dsp:cNvSpPr/>
      </dsp:nvSpPr>
      <dsp:spPr>
        <a:xfrm>
          <a:off x="1473879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18"/>
              </a:lnTo>
              <a:lnTo>
                <a:pt x="1041959" y="90418"/>
              </a:lnTo>
              <a:lnTo>
                <a:pt x="1041959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17D33A-B6E7-4B74-B1F2-AA22235050A2}">
      <dsp:nvSpPr>
        <dsp:cNvPr id="0" name=""/>
        <dsp:cNvSpPr/>
      </dsp:nvSpPr>
      <dsp:spPr>
        <a:xfrm>
          <a:off x="1129429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B29F4B-24C8-4A8C-B318-97A8A108B364}">
      <dsp:nvSpPr>
        <dsp:cNvPr id="0" name=""/>
        <dsp:cNvSpPr/>
      </dsp:nvSpPr>
      <dsp:spPr>
        <a:xfrm>
          <a:off x="1129429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AED562-7BF2-4FE4-A29F-65497804963A}">
      <dsp:nvSpPr>
        <dsp:cNvPr id="0" name=""/>
        <dsp:cNvSpPr/>
      </dsp:nvSpPr>
      <dsp:spPr>
        <a:xfrm>
          <a:off x="1428159" y="1155084"/>
          <a:ext cx="91440" cy="1808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C55BFB-71A7-4826-9B27-798B6A1DE447}">
      <dsp:nvSpPr>
        <dsp:cNvPr id="0" name=""/>
        <dsp:cNvSpPr/>
      </dsp:nvSpPr>
      <dsp:spPr>
        <a:xfrm>
          <a:off x="87470" y="1766482"/>
          <a:ext cx="129168" cy="10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7514"/>
              </a:lnTo>
              <a:lnTo>
                <a:pt x="129168" y="1007514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4A279-E1A4-4419-BC97-299458F7AABA}">
      <dsp:nvSpPr>
        <dsp:cNvPr id="0" name=""/>
        <dsp:cNvSpPr/>
      </dsp:nvSpPr>
      <dsp:spPr>
        <a:xfrm>
          <a:off x="87470" y="1766482"/>
          <a:ext cx="129168" cy="396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116"/>
              </a:lnTo>
              <a:lnTo>
                <a:pt x="129168" y="39611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EE901D-3446-43D2-A609-C26F69F28526}">
      <dsp:nvSpPr>
        <dsp:cNvPr id="0" name=""/>
        <dsp:cNvSpPr/>
      </dsp:nvSpPr>
      <dsp:spPr>
        <a:xfrm>
          <a:off x="431919" y="1155084"/>
          <a:ext cx="1041959" cy="180836"/>
        </a:xfrm>
        <a:custGeom>
          <a:avLst/>
          <a:gdLst/>
          <a:ahLst/>
          <a:cxnLst/>
          <a:rect l="0" t="0" r="0" b="0"/>
          <a:pathLst>
            <a:path>
              <a:moveTo>
                <a:pt x="1041959" y="0"/>
              </a:moveTo>
              <a:lnTo>
                <a:pt x="1041959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C0618-41C5-40A8-ABCB-67A992E0A35C}">
      <dsp:nvSpPr>
        <dsp:cNvPr id="0" name=""/>
        <dsp:cNvSpPr/>
      </dsp:nvSpPr>
      <dsp:spPr>
        <a:xfrm>
          <a:off x="1473879" y="543686"/>
          <a:ext cx="18755277" cy="180836"/>
        </a:xfrm>
        <a:custGeom>
          <a:avLst/>
          <a:gdLst/>
          <a:ahLst/>
          <a:cxnLst/>
          <a:rect l="0" t="0" r="0" b="0"/>
          <a:pathLst>
            <a:path>
              <a:moveTo>
                <a:pt x="18755277" y="0"/>
              </a:moveTo>
              <a:lnTo>
                <a:pt x="18755277" y="90418"/>
              </a:lnTo>
              <a:lnTo>
                <a:pt x="0" y="90418"/>
              </a:lnTo>
              <a:lnTo>
                <a:pt x="0" y="180836"/>
              </a:lnTo>
            </a:path>
          </a:pathLst>
        </a:custGeom>
        <a:noFill/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4B43F5-0696-4CA6-8658-E27AFF6276EB}">
      <dsp:nvSpPr>
        <dsp:cNvPr id="0" name=""/>
        <dsp:cNvSpPr/>
      </dsp:nvSpPr>
      <dsp:spPr>
        <a:xfrm>
          <a:off x="19798595" y="11312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Magical Devices V3 (MDV3)</a:t>
          </a:r>
        </a:p>
      </dsp:txBody>
      <dsp:txXfrm>
        <a:off x="19819613" y="134142"/>
        <a:ext cx="819087" cy="388525"/>
      </dsp:txXfrm>
    </dsp:sp>
    <dsp:sp modelId="{D2CC6CB8-F086-4E9A-AA62-576FE7D80F69}">
      <dsp:nvSpPr>
        <dsp:cNvPr id="0" name=""/>
        <dsp:cNvSpPr/>
      </dsp:nvSpPr>
      <dsp:spPr>
        <a:xfrm>
          <a:off x="1043317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</a:p>
      </dsp:txBody>
      <dsp:txXfrm>
        <a:off x="1064335" y="745540"/>
        <a:ext cx="819087" cy="388525"/>
      </dsp:txXfrm>
    </dsp:sp>
    <dsp:sp modelId="{6D731922-3B28-4F97-A8B2-9B6CFCB985CF}">
      <dsp:nvSpPr>
        <dsp:cNvPr id="0" name=""/>
        <dsp:cNvSpPr/>
      </dsp:nvSpPr>
      <dsp:spPr>
        <a:xfrm>
          <a:off x="1357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375" y="1356938"/>
        <a:ext cx="819087" cy="388525"/>
      </dsp:txXfrm>
    </dsp:sp>
    <dsp:sp modelId="{C382D5D7-98C0-4990-B4FF-0FFDAD4B9EF2}">
      <dsp:nvSpPr>
        <dsp:cNvPr id="0" name=""/>
        <dsp:cNvSpPr/>
      </dsp:nvSpPr>
      <dsp:spPr>
        <a:xfrm>
          <a:off x="216638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 Draft</a:t>
          </a:r>
          <a:endParaRPr lang="en-US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7656" y="1968336"/>
        <a:ext cx="819087" cy="388525"/>
      </dsp:txXfrm>
    </dsp:sp>
    <dsp:sp modelId="{3D2B72FE-DCFC-40F8-BC4B-9AFB6B383581}">
      <dsp:nvSpPr>
        <dsp:cNvPr id="0" name=""/>
        <dsp:cNvSpPr/>
      </dsp:nvSpPr>
      <dsp:spPr>
        <a:xfrm>
          <a:off x="216638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As-Is Final</a:t>
          </a:r>
          <a:endParaRPr lang="en-US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7656" y="2579734"/>
        <a:ext cx="819087" cy="388525"/>
      </dsp:txXfrm>
    </dsp:sp>
    <dsp:sp modelId="{94EBE5C0-E723-433B-8238-133AB4BF9238}">
      <dsp:nvSpPr>
        <dsp:cNvPr id="0" name=""/>
        <dsp:cNvSpPr/>
      </dsp:nvSpPr>
      <dsp:spPr>
        <a:xfrm>
          <a:off x="1043317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64335" y="1356938"/>
        <a:ext cx="819087" cy="388525"/>
      </dsp:txXfrm>
    </dsp:sp>
    <dsp:sp modelId="{566C872B-88D4-4851-9487-F3479870FB47}">
      <dsp:nvSpPr>
        <dsp:cNvPr id="0" name=""/>
        <dsp:cNvSpPr/>
      </dsp:nvSpPr>
      <dsp:spPr>
        <a:xfrm>
          <a:off x="1258598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 Draft</a:t>
          </a:r>
          <a:endParaRPr lang="en-US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9616" y="1968336"/>
        <a:ext cx="819087" cy="388525"/>
      </dsp:txXfrm>
    </dsp:sp>
    <dsp:sp modelId="{6F37A9CC-8833-48B6-80F4-6659D0A5CE27}">
      <dsp:nvSpPr>
        <dsp:cNvPr id="0" name=""/>
        <dsp:cNvSpPr/>
      </dsp:nvSpPr>
      <dsp:spPr>
        <a:xfrm>
          <a:off x="1258598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Processes</a:t>
          </a:r>
          <a:b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CA" sz="800" b="1" kern="1200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To-Be Final</a:t>
          </a:r>
          <a:endParaRPr lang="en-US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9616" y="2579734"/>
        <a:ext cx="819087" cy="388525"/>
      </dsp:txXfrm>
    </dsp:sp>
    <dsp:sp modelId="{8B3F48F2-9043-4AFD-AB8E-8B3B33BE2BB8}">
      <dsp:nvSpPr>
        <dsp:cNvPr id="0" name=""/>
        <dsp:cNvSpPr/>
      </dsp:nvSpPr>
      <dsp:spPr>
        <a:xfrm>
          <a:off x="2085277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06295" y="1356938"/>
        <a:ext cx="819087" cy="388525"/>
      </dsp:txXfrm>
    </dsp:sp>
    <dsp:sp modelId="{3EBE9867-D5A9-4BD3-AF24-B2D74C01D7BE}">
      <dsp:nvSpPr>
        <dsp:cNvPr id="0" name=""/>
        <dsp:cNvSpPr/>
      </dsp:nvSpPr>
      <dsp:spPr>
        <a:xfrm>
          <a:off x="2300558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 Draft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1576" y="1968336"/>
        <a:ext cx="819087" cy="388525"/>
      </dsp:txXfrm>
    </dsp:sp>
    <dsp:sp modelId="{8C869630-64A7-4755-8B60-5D762CF2E17E}">
      <dsp:nvSpPr>
        <dsp:cNvPr id="0" name=""/>
        <dsp:cNvSpPr/>
      </dsp:nvSpPr>
      <dsp:spPr>
        <a:xfrm>
          <a:off x="2300558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Gap Analysis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1576" y="2579734"/>
        <a:ext cx="819087" cy="388525"/>
      </dsp:txXfrm>
    </dsp:sp>
    <dsp:sp modelId="{D6B4A60C-F9A8-4C99-8F4F-BCB1C5391E41}">
      <dsp:nvSpPr>
        <dsp:cNvPr id="0" name=""/>
        <dsp:cNvSpPr/>
      </dsp:nvSpPr>
      <dsp:spPr>
        <a:xfrm>
          <a:off x="4169197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</a:p>
      </dsp:txBody>
      <dsp:txXfrm>
        <a:off x="4190215" y="745540"/>
        <a:ext cx="819087" cy="388525"/>
      </dsp:txXfrm>
    </dsp:sp>
    <dsp:sp modelId="{3B5B8DB3-4877-4918-B6E2-A68931EB83CA}">
      <dsp:nvSpPr>
        <dsp:cNvPr id="0" name=""/>
        <dsp:cNvSpPr/>
      </dsp:nvSpPr>
      <dsp:spPr>
        <a:xfrm>
          <a:off x="3127237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</a:t>
          </a:r>
        </a:p>
      </dsp:txBody>
      <dsp:txXfrm>
        <a:off x="3148255" y="1356938"/>
        <a:ext cx="819087" cy="388525"/>
      </dsp:txXfrm>
    </dsp:sp>
    <dsp:sp modelId="{ACA5DE27-F8D5-488C-AA01-063BAA769DD6}">
      <dsp:nvSpPr>
        <dsp:cNvPr id="0" name=""/>
        <dsp:cNvSpPr/>
      </dsp:nvSpPr>
      <dsp:spPr>
        <a:xfrm>
          <a:off x="3342518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 Draft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3536" y="1968336"/>
        <a:ext cx="819087" cy="388525"/>
      </dsp:txXfrm>
    </dsp:sp>
    <dsp:sp modelId="{D511532F-6821-4119-8F3C-8727BFF2D243}">
      <dsp:nvSpPr>
        <dsp:cNvPr id="0" name=""/>
        <dsp:cNvSpPr/>
      </dsp:nvSpPr>
      <dsp:spPr>
        <a:xfrm>
          <a:off x="3342518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Architecture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3536" y="2579734"/>
        <a:ext cx="819087" cy="388525"/>
      </dsp:txXfrm>
    </dsp:sp>
    <dsp:sp modelId="{5F04CFE4-E9C7-4777-BB4F-D501F13A93D2}">
      <dsp:nvSpPr>
        <dsp:cNvPr id="0" name=""/>
        <dsp:cNvSpPr/>
      </dsp:nvSpPr>
      <dsp:spPr>
        <a:xfrm>
          <a:off x="4169197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0215" y="1356938"/>
        <a:ext cx="819087" cy="388525"/>
      </dsp:txXfrm>
    </dsp:sp>
    <dsp:sp modelId="{50B568CD-674B-42A2-83BE-3E285D9183AC}">
      <dsp:nvSpPr>
        <dsp:cNvPr id="0" name=""/>
        <dsp:cNvSpPr/>
      </dsp:nvSpPr>
      <dsp:spPr>
        <a:xfrm>
          <a:off x="4384478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05496" y="1968336"/>
        <a:ext cx="819087" cy="388525"/>
      </dsp:txXfrm>
    </dsp:sp>
    <dsp:sp modelId="{65901F08-BF69-48D5-851B-1E87E51F3C32}">
      <dsp:nvSpPr>
        <dsp:cNvPr id="0" name=""/>
        <dsp:cNvSpPr/>
      </dsp:nvSpPr>
      <dsp:spPr>
        <a:xfrm>
          <a:off x="4384478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05496" y="2579734"/>
        <a:ext cx="819087" cy="388525"/>
      </dsp:txXfrm>
    </dsp:sp>
    <dsp:sp modelId="{7D6625DA-11D7-4C9D-A77B-A361EBBF5337}">
      <dsp:nvSpPr>
        <dsp:cNvPr id="0" name=""/>
        <dsp:cNvSpPr/>
      </dsp:nvSpPr>
      <dsp:spPr>
        <a:xfrm>
          <a:off x="4384478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05496" y="3191132"/>
        <a:ext cx="819087" cy="388525"/>
      </dsp:txXfrm>
    </dsp:sp>
    <dsp:sp modelId="{004B49FD-CB3D-47DA-896D-7144D15E2564}">
      <dsp:nvSpPr>
        <dsp:cNvPr id="0" name=""/>
        <dsp:cNvSpPr/>
      </dsp:nvSpPr>
      <dsp:spPr>
        <a:xfrm>
          <a:off x="4384478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Test Procedures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05496" y="3802530"/>
        <a:ext cx="819087" cy="388525"/>
      </dsp:txXfrm>
    </dsp:sp>
    <dsp:sp modelId="{F9D400AE-7570-42A4-A5E5-5CE5C70BC454}">
      <dsp:nvSpPr>
        <dsp:cNvPr id="0" name=""/>
        <dsp:cNvSpPr/>
      </dsp:nvSpPr>
      <dsp:spPr>
        <a:xfrm>
          <a:off x="521115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sp:txBody>
      <dsp:txXfrm>
        <a:off x="5232174" y="1356938"/>
        <a:ext cx="819087" cy="388525"/>
      </dsp:txXfrm>
    </dsp:sp>
    <dsp:sp modelId="{B534A1A4-B002-4466-AE45-C70B3599BCF6}">
      <dsp:nvSpPr>
        <dsp:cNvPr id="0" name=""/>
        <dsp:cNvSpPr/>
      </dsp:nvSpPr>
      <dsp:spPr>
        <a:xfrm>
          <a:off x="542643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47455" y="1968336"/>
        <a:ext cx="819087" cy="388525"/>
      </dsp:txXfrm>
    </dsp:sp>
    <dsp:sp modelId="{A3304501-BC49-400A-92F8-ABBA2FC193F7}">
      <dsp:nvSpPr>
        <dsp:cNvPr id="0" name=""/>
        <dsp:cNvSpPr/>
      </dsp:nvSpPr>
      <dsp:spPr>
        <a:xfrm>
          <a:off x="542643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47455" y="2579734"/>
        <a:ext cx="819087" cy="388525"/>
      </dsp:txXfrm>
    </dsp:sp>
    <dsp:sp modelId="{499D76D9-F47A-4B00-A268-CF678C46B655}">
      <dsp:nvSpPr>
        <dsp:cNvPr id="0" name=""/>
        <dsp:cNvSpPr/>
      </dsp:nvSpPr>
      <dsp:spPr>
        <a:xfrm>
          <a:off x="5426437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447455" y="3191132"/>
        <a:ext cx="819087" cy="388525"/>
      </dsp:txXfrm>
    </dsp:sp>
    <dsp:sp modelId="{4B00F391-062E-4FDC-BFC4-81765CC3431A}">
      <dsp:nvSpPr>
        <dsp:cNvPr id="0" name=""/>
        <dsp:cNvSpPr/>
      </dsp:nvSpPr>
      <dsp:spPr>
        <a:xfrm>
          <a:off x="7816056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</a:p>
      </dsp:txBody>
      <dsp:txXfrm>
        <a:off x="7837074" y="745540"/>
        <a:ext cx="819087" cy="388525"/>
      </dsp:txXfrm>
    </dsp:sp>
    <dsp:sp modelId="{701939AA-A91F-4661-961A-6C4D81B219B6}">
      <dsp:nvSpPr>
        <dsp:cNvPr id="0" name=""/>
        <dsp:cNvSpPr/>
      </dsp:nvSpPr>
      <dsp:spPr>
        <a:xfrm>
          <a:off x="625311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274134" y="1356938"/>
        <a:ext cx="819087" cy="388525"/>
      </dsp:txXfrm>
    </dsp:sp>
    <dsp:sp modelId="{773D4E9B-C176-4D6D-8A78-2DE11AAA3FE1}">
      <dsp:nvSpPr>
        <dsp:cNvPr id="0" name=""/>
        <dsp:cNvSpPr/>
      </dsp:nvSpPr>
      <dsp:spPr>
        <a:xfrm>
          <a:off x="646839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9415" y="1968336"/>
        <a:ext cx="819087" cy="388525"/>
      </dsp:txXfrm>
    </dsp:sp>
    <dsp:sp modelId="{2D2E7778-7CF6-4FA9-BC9B-65FC27AFCDEC}">
      <dsp:nvSpPr>
        <dsp:cNvPr id="0" name=""/>
        <dsp:cNvSpPr/>
      </dsp:nvSpPr>
      <dsp:spPr>
        <a:xfrm>
          <a:off x="646839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Development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9415" y="2579734"/>
        <a:ext cx="819087" cy="388525"/>
      </dsp:txXfrm>
    </dsp:sp>
    <dsp:sp modelId="{A14ADB7B-9E1D-4FB4-A6F5-8D5B73EF609B}">
      <dsp:nvSpPr>
        <dsp:cNvPr id="0" name=""/>
        <dsp:cNvSpPr/>
      </dsp:nvSpPr>
      <dsp:spPr>
        <a:xfrm>
          <a:off x="729507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</a:p>
      </dsp:txBody>
      <dsp:txXfrm>
        <a:off x="7316094" y="1356938"/>
        <a:ext cx="819087" cy="388525"/>
      </dsp:txXfrm>
    </dsp:sp>
    <dsp:sp modelId="{61A0131F-7611-4EED-AD04-A8C8A9697118}">
      <dsp:nvSpPr>
        <dsp:cNvPr id="0" name=""/>
        <dsp:cNvSpPr/>
      </dsp:nvSpPr>
      <dsp:spPr>
        <a:xfrm>
          <a:off x="751035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31375" y="1968336"/>
        <a:ext cx="819087" cy="388525"/>
      </dsp:txXfrm>
    </dsp:sp>
    <dsp:sp modelId="{AE561694-3D4A-4F3E-AF67-2992C856E6B4}">
      <dsp:nvSpPr>
        <dsp:cNvPr id="0" name=""/>
        <dsp:cNvSpPr/>
      </dsp:nvSpPr>
      <dsp:spPr>
        <a:xfrm>
          <a:off x="751035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31375" y="2579734"/>
        <a:ext cx="819087" cy="388525"/>
      </dsp:txXfrm>
    </dsp:sp>
    <dsp:sp modelId="{979C947C-F1BC-46A0-9085-4AC00030625B}">
      <dsp:nvSpPr>
        <dsp:cNvPr id="0" name=""/>
        <dsp:cNvSpPr/>
      </dsp:nvSpPr>
      <dsp:spPr>
        <a:xfrm>
          <a:off x="7510357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31375" y="3191132"/>
        <a:ext cx="819087" cy="388525"/>
      </dsp:txXfrm>
    </dsp:sp>
    <dsp:sp modelId="{A2DD7320-D888-4476-AA73-4D94A01D65C3}">
      <dsp:nvSpPr>
        <dsp:cNvPr id="0" name=""/>
        <dsp:cNvSpPr/>
      </dsp:nvSpPr>
      <dsp:spPr>
        <a:xfrm>
          <a:off x="833703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sp:txBody>
      <dsp:txXfrm>
        <a:off x="8358054" y="1356938"/>
        <a:ext cx="819087" cy="388525"/>
      </dsp:txXfrm>
    </dsp:sp>
    <dsp:sp modelId="{ADAFD5FF-FBF1-4C2E-9B07-71894DCA20EB}">
      <dsp:nvSpPr>
        <dsp:cNvPr id="0" name=""/>
        <dsp:cNvSpPr/>
      </dsp:nvSpPr>
      <dsp:spPr>
        <a:xfrm>
          <a:off x="855231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573335" y="1968336"/>
        <a:ext cx="819087" cy="388525"/>
      </dsp:txXfrm>
    </dsp:sp>
    <dsp:sp modelId="{12841455-F342-4E67-9C62-03474A61FEA4}">
      <dsp:nvSpPr>
        <dsp:cNvPr id="0" name=""/>
        <dsp:cNvSpPr/>
      </dsp:nvSpPr>
      <dsp:spPr>
        <a:xfrm>
          <a:off x="855231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573335" y="2579734"/>
        <a:ext cx="819087" cy="388525"/>
      </dsp:txXfrm>
    </dsp:sp>
    <dsp:sp modelId="{5C9237C4-9282-42C0-9FF9-F2A320D0F082}">
      <dsp:nvSpPr>
        <dsp:cNvPr id="0" name=""/>
        <dsp:cNvSpPr/>
      </dsp:nvSpPr>
      <dsp:spPr>
        <a:xfrm>
          <a:off x="8552317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573335" y="3191132"/>
        <a:ext cx="819087" cy="388525"/>
      </dsp:txXfrm>
    </dsp:sp>
    <dsp:sp modelId="{3CF16E96-95FC-48C7-B38F-AE658A57C83B}">
      <dsp:nvSpPr>
        <dsp:cNvPr id="0" name=""/>
        <dsp:cNvSpPr/>
      </dsp:nvSpPr>
      <dsp:spPr>
        <a:xfrm>
          <a:off x="8552317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Test Procedures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573335" y="3802530"/>
        <a:ext cx="819087" cy="388525"/>
      </dsp:txXfrm>
    </dsp:sp>
    <dsp:sp modelId="{ADCD3E79-6B66-4723-B554-5E9CFCB3C5E6}">
      <dsp:nvSpPr>
        <dsp:cNvPr id="0" name=""/>
        <dsp:cNvSpPr/>
      </dsp:nvSpPr>
      <dsp:spPr>
        <a:xfrm>
          <a:off x="937899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sp:txBody>
      <dsp:txXfrm>
        <a:off x="9400014" y="1356938"/>
        <a:ext cx="819087" cy="388525"/>
      </dsp:txXfrm>
    </dsp:sp>
    <dsp:sp modelId="{5B04854A-1F56-4BF7-BFB9-BDB112EB5C24}">
      <dsp:nvSpPr>
        <dsp:cNvPr id="0" name=""/>
        <dsp:cNvSpPr/>
      </dsp:nvSpPr>
      <dsp:spPr>
        <a:xfrm>
          <a:off x="959427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 Procurement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615295" y="1968336"/>
        <a:ext cx="819087" cy="388525"/>
      </dsp:txXfrm>
    </dsp:sp>
    <dsp:sp modelId="{F8E08B33-E382-4837-96AB-DB87E64FEEF5}">
      <dsp:nvSpPr>
        <dsp:cNvPr id="0" name=""/>
        <dsp:cNvSpPr/>
      </dsp:nvSpPr>
      <dsp:spPr>
        <a:xfrm>
          <a:off x="959427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615295" y="2579734"/>
        <a:ext cx="819087" cy="388525"/>
      </dsp:txXfrm>
    </dsp:sp>
    <dsp:sp modelId="{B6F55DE5-8C10-415C-8162-1472B17A8EDA}">
      <dsp:nvSpPr>
        <dsp:cNvPr id="0" name=""/>
        <dsp:cNvSpPr/>
      </dsp:nvSpPr>
      <dsp:spPr>
        <a:xfrm>
          <a:off x="9594277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615295" y="3191132"/>
        <a:ext cx="819087" cy="388525"/>
      </dsp:txXfrm>
    </dsp:sp>
    <dsp:sp modelId="{CEBA9413-FBB1-4911-A4CB-D50B4BC061B7}">
      <dsp:nvSpPr>
        <dsp:cNvPr id="0" name=""/>
        <dsp:cNvSpPr/>
      </dsp:nvSpPr>
      <dsp:spPr>
        <a:xfrm>
          <a:off x="9594277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615295" y="3802530"/>
        <a:ext cx="819087" cy="388525"/>
      </dsp:txXfrm>
    </dsp:sp>
    <dsp:sp modelId="{9CB09150-3623-4795-B607-7E443D207D44}">
      <dsp:nvSpPr>
        <dsp:cNvPr id="0" name=""/>
        <dsp:cNvSpPr/>
      </dsp:nvSpPr>
      <dsp:spPr>
        <a:xfrm>
          <a:off x="9594277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615295" y="4413927"/>
        <a:ext cx="819087" cy="388525"/>
      </dsp:txXfrm>
    </dsp:sp>
    <dsp:sp modelId="{0E5A3D9D-6F23-453A-AAB1-79DF1AA0D3E5}">
      <dsp:nvSpPr>
        <dsp:cNvPr id="0" name=""/>
        <dsp:cNvSpPr/>
      </dsp:nvSpPr>
      <dsp:spPr>
        <a:xfrm>
          <a:off x="11983896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</a:p>
      </dsp:txBody>
      <dsp:txXfrm>
        <a:off x="12004914" y="745540"/>
        <a:ext cx="819087" cy="388525"/>
      </dsp:txXfrm>
    </dsp:sp>
    <dsp:sp modelId="{99F469E7-D025-4C8A-B5FA-A514116EFEF0}">
      <dsp:nvSpPr>
        <dsp:cNvPr id="0" name=""/>
        <dsp:cNvSpPr/>
      </dsp:nvSpPr>
      <dsp:spPr>
        <a:xfrm>
          <a:off x="1042095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Planning</a:t>
          </a:r>
        </a:p>
      </dsp:txBody>
      <dsp:txXfrm>
        <a:off x="10441974" y="1356938"/>
        <a:ext cx="819087" cy="388525"/>
      </dsp:txXfrm>
    </dsp:sp>
    <dsp:sp modelId="{428BABBA-B0ED-4E23-965C-B13E9815C588}">
      <dsp:nvSpPr>
        <dsp:cNvPr id="0" name=""/>
        <dsp:cNvSpPr/>
      </dsp:nvSpPr>
      <dsp:spPr>
        <a:xfrm>
          <a:off x="1063623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657255" y="1968336"/>
        <a:ext cx="819087" cy="388525"/>
      </dsp:txXfrm>
    </dsp:sp>
    <dsp:sp modelId="{088D45DC-EC2D-4557-BE21-75599DAB4F0C}">
      <dsp:nvSpPr>
        <dsp:cNvPr id="0" name=""/>
        <dsp:cNvSpPr/>
      </dsp:nvSpPr>
      <dsp:spPr>
        <a:xfrm>
          <a:off x="1063623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Development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657255" y="2579734"/>
        <a:ext cx="819087" cy="388525"/>
      </dsp:txXfrm>
    </dsp:sp>
    <dsp:sp modelId="{95D99554-BDE4-4037-B9C4-259D9AD15352}">
      <dsp:nvSpPr>
        <dsp:cNvPr id="0" name=""/>
        <dsp:cNvSpPr/>
      </dsp:nvSpPr>
      <dsp:spPr>
        <a:xfrm>
          <a:off x="1146291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</a:p>
      </dsp:txBody>
      <dsp:txXfrm>
        <a:off x="11483934" y="1356938"/>
        <a:ext cx="819087" cy="388525"/>
      </dsp:txXfrm>
    </dsp:sp>
    <dsp:sp modelId="{4178C42E-715D-4170-8FD0-098DF27116D0}">
      <dsp:nvSpPr>
        <dsp:cNvPr id="0" name=""/>
        <dsp:cNvSpPr/>
      </dsp:nvSpPr>
      <dsp:spPr>
        <a:xfrm>
          <a:off x="11678197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699215" y="1968336"/>
        <a:ext cx="819087" cy="388525"/>
      </dsp:txXfrm>
    </dsp:sp>
    <dsp:sp modelId="{A79F21D7-8F4E-4B2C-B928-FD81ED293CEF}">
      <dsp:nvSpPr>
        <dsp:cNvPr id="0" name=""/>
        <dsp:cNvSpPr/>
      </dsp:nvSpPr>
      <dsp:spPr>
        <a:xfrm>
          <a:off x="11678197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699215" y="2579734"/>
        <a:ext cx="819087" cy="388525"/>
      </dsp:txXfrm>
    </dsp:sp>
    <dsp:sp modelId="{470B9A7C-1D26-4239-A09A-1D3E2F7EF484}">
      <dsp:nvSpPr>
        <dsp:cNvPr id="0" name=""/>
        <dsp:cNvSpPr/>
      </dsp:nvSpPr>
      <dsp:spPr>
        <a:xfrm>
          <a:off x="11678197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699215" y="3191132"/>
        <a:ext cx="819087" cy="388525"/>
      </dsp:txXfrm>
    </dsp:sp>
    <dsp:sp modelId="{9D8FBD4B-D3BF-4216-A7A4-DBFAD9C4FC5C}">
      <dsp:nvSpPr>
        <dsp:cNvPr id="0" name=""/>
        <dsp:cNvSpPr/>
      </dsp:nvSpPr>
      <dsp:spPr>
        <a:xfrm>
          <a:off x="12504876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sp:txBody>
      <dsp:txXfrm>
        <a:off x="12525894" y="1356938"/>
        <a:ext cx="819087" cy="388525"/>
      </dsp:txXfrm>
    </dsp:sp>
    <dsp:sp modelId="{3A7116E8-55DB-4FFA-A6BD-64A10FEB84FA}">
      <dsp:nvSpPr>
        <dsp:cNvPr id="0" name=""/>
        <dsp:cNvSpPr/>
      </dsp:nvSpPr>
      <dsp:spPr>
        <a:xfrm>
          <a:off x="1272015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41174" y="1968336"/>
        <a:ext cx="819087" cy="388525"/>
      </dsp:txXfrm>
    </dsp:sp>
    <dsp:sp modelId="{82A31243-1168-4EF9-9CA2-9A088FC01CF9}">
      <dsp:nvSpPr>
        <dsp:cNvPr id="0" name=""/>
        <dsp:cNvSpPr/>
      </dsp:nvSpPr>
      <dsp:spPr>
        <a:xfrm>
          <a:off x="1272015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41174" y="2579734"/>
        <a:ext cx="819087" cy="388525"/>
      </dsp:txXfrm>
    </dsp:sp>
    <dsp:sp modelId="{895D360A-224D-4B40-94B4-312CCB94722C}">
      <dsp:nvSpPr>
        <dsp:cNvPr id="0" name=""/>
        <dsp:cNvSpPr/>
      </dsp:nvSpPr>
      <dsp:spPr>
        <a:xfrm>
          <a:off x="1272015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41174" y="3191132"/>
        <a:ext cx="819087" cy="388525"/>
      </dsp:txXfrm>
    </dsp:sp>
    <dsp:sp modelId="{F65588CF-A815-4C84-8157-A3340E4459A3}">
      <dsp:nvSpPr>
        <dsp:cNvPr id="0" name=""/>
        <dsp:cNvSpPr/>
      </dsp:nvSpPr>
      <dsp:spPr>
        <a:xfrm>
          <a:off x="12720156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Test Procedures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41174" y="3802530"/>
        <a:ext cx="819087" cy="388525"/>
      </dsp:txXfrm>
    </dsp:sp>
    <dsp:sp modelId="{1F1024CB-4B82-4EA7-A887-74D9DAB0A8B0}">
      <dsp:nvSpPr>
        <dsp:cNvPr id="0" name=""/>
        <dsp:cNvSpPr/>
      </dsp:nvSpPr>
      <dsp:spPr>
        <a:xfrm>
          <a:off x="1354683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</a:p>
      </dsp:txBody>
      <dsp:txXfrm>
        <a:off x="13567853" y="1356938"/>
        <a:ext cx="819087" cy="388525"/>
      </dsp:txXfrm>
    </dsp:sp>
    <dsp:sp modelId="{3A25F344-BD52-4793-86A0-6CF3744D5194}">
      <dsp:nvSpPr>
        <dsp:cNvPr id="0" name=""/>
        <dsp:cNvSpPr/>
      </dsp:nvSpPr>
      <dsp:spPr>
        <a:xfrm>
          <a:off x="1376211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 Procurement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1968336"/>
        <a:ext cx="819087" cy="388525"/>
      </dsp:txXfrm>
    </dsp:sp>
    <dsp:sp modelId="{9081067F-21EC-43EE-B4E4-DF6EFDA9E2A6}">
      <dsp:nvSpPr>
        <dsp:cNvPr id="0" name=""/>
        <dsp:cNvSpPr/>
      </dsp:nvSpPr>
      <dsp:spPr>
        <a:xfrm>
          <a:off x="1376211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2579734"/>
        <a:ext cx="819087" cy="388525"/>
      </dsp:txXfrm>
    </dsp:sp>
    <dsp:sp modelId="{8BD6328C-2A8A-4596-84A9-01D2B1ECBD7A}">
      <dsp:nvSpPr>
        <dsp:cNvPr id="0" name=""/>
        <dsp:cNvSpPr/>
      </dsp:nvSpPr>
      <dsp:spPr>
        <a:xfrm>
          <a:off x="1376211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3191132"/>
        <a:ext cx="819087" cy="388525"/>
      </dsp:txXfrm>
    </dsp:sp>
    <dsp:sp modelId="{04846A6D-CA24-4A77-91F2-A4805BE7C39D}">
      <dsp:nvSpPr>
        <dsp:cNvPr id="0" name=""/>
        <dsp:cNvSpPr/>
      </dsp:nvSpPr>
      <dsp:spPr>
        <a:xfrm>
          <a:off x="13762116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3802530"/>
        <a:ext cx="819087" cy="388525"/>
      </dsp:txXfrm>
    </dsp:sp>
    <dsp:sp modelId="{CF33084D-290E-4686-94B0-5B0CF4C58AFB}">
      <dsp:nvSpPr>
        <dsp:cNvPr id="0" name=""/>
        <dsp:cNvSpPr/>
      </dsp:nvSpPr>
      <dsp:spPr>
        <a:xfrm>
          <a:off x="13762116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4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4413927"/>
        <a:ext cx="819087" cy="388525"/>
      </dsp:txXfrm>
    </dsp:sp>
    <dsp:sp modelId="{0FF1E997-4D8E-4AFB-9BE6-462D98A8DCA1}">
      <dsp:nvSpPr>
        <dsp:cNvPr id="0" name=""/>
        <dsp:cNvSpPr/>
      </dsp:nvSpPr>
      <dsp:spPr>
        <a:xfrm>
          <a:off x="13762116" y="5004307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5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13783134" y="5025325"/>
        <a:ext cx="819087" cy="388525"/>
      </dsp:txXfrm>
    </dsp:sp>
    <dsp:sp modelId="{AD6891F7-C29A-45DA-B0BE-89E4B13C0D0D}">
      <dsp:nvSpPr>
        <dsp:cNvPr id="0" name=""/>
        <dsp:cNvSpPr/>
      </dsp:nvSpPr>
      <dsp:spPr>
        <a:xfrm>
          <a:off x="13762116" y="5615705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83134" y="5636723"/>
        <a:ext cx="819087" cy="388525"/>
      </dsp:txXfrm>
    </dsp:sp>
    <dsp:sp modelId="{7855F607-F649-4A1C-8242-CFD0F5997E1C}">
      <dsp:nvSpPr>
        <dsp:cNvPr id="0" name=""/>
        <dsp:cNvSpPr/>
      </dsp:nvSpPr>
      <dsp:spPr>
        <a:xfrm>
          <a:off x="15109775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</a:p>
      </dsp:txBody>
      <dsp:txXfrm>
        <a:off x="15130793" y="745540"/>
        <a:ext cx="819087" cy="388525"/>
      </dsp:txXfrm>
    </dsp:sp>
    <dsp:sp modelId="{19CB1FD8-9285-4ADD-B1F1-181A7349059E}">
      <dsp:nvSpPr>
        <dsp:cNvPr id="0" name=""/>
        <dsp:cNvSpPr/>
      </dsp:nvSpPr>
      <dsp:spPr>
        <a:xfrm>
          <a:off x="1458879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Design</a:t>
          </a:r>
        </a:p>
      </dsp:txBody>
      <dsp:txXfrm>
        <a:off x="14609813" y="1356938"/>
        <a:ext cx="819087" cy="388525"/>
      </dsp:txXfrm>
    </dsp:sp>
    <dsp:sp modelId="{18893D27-85FD-4D81-986A-FAE256AE5283}">
      <dsp:nvSpPr>
        <dsp:cNvPr id="0" name=""/>
        <dsp:cNvSpPr/>
      </dsp:nvSpPr>
      <dsp:spPr>
        <a:xfrm>
          <a:off x="1480407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825094" y="1968336"/>
        <a:ext cx="819087" cy="388525"/>
      </dsp:txXfrm>
    </dsp:sp>
    <dsp:sp modelId="{C6C87969-582C-41D0-8E0F-144F6D275CFE}">
      <dsp:nvSpPr>
        <dsp:cNvPr id="0" name=""/>
        <dsp:cNvSpPr/>
      </dsp:nvSpPr>
      <dsp:spPr>
        <a:xfrm>
          <a:off x="1480407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Architecture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825094" y="2579734"/>
        <a:ext cx="819087" cy="388525"/>
      </dsp:txXfrm>
    </dsp:sp>
    <dsp:sp modelId="{3C069D16-5F26-4666-927B-E8E99D25D0C4}">
      <dsp:nvSpPr>
        <dsp:cNvPr id="0" name=""/>
        <dsp:cNvSpPr/>
      </dsp:nvSpPr>
      <dsp:spPr>
        <a:xfrm>
          <a:off x="1563075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Planning</a:t>
          </a:r>
        </a:p>
      </dsp:txBody>
      <dsp:txXfrm>
        <a:off x="15651773" y="1356938"/>
        <a:ext cx="819087" cy="388525"/>
      </dsp:txXfrm>
    </dsp:sp>
    <dsp:sp modelId="{68BC0370-760A-493D-8475-5B55B90884DD}">
      <dsp:nvSpPr>
        <dsp:cNvPr id="0" name=""/>
        <dsp:cNvSpPr/>
      </dsp:nvSpPr>
      <dsp:spPr>
        <a:xfrm>
          <a:off x="1584603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867054" y="1968336"/>
        <a:ext cx="819087" cy="388525"/>
      </dsp:txXfrm>
    </dsp:sp>
    <dsp:sp modelId="{8D83F992-CFFD-4F04-9711-C128DE347E1C}">
      <dsp:nvSpPr>
        <dsp:cNvPr id="0" name=""/>
        <dsp:cNvSpPr/>
      </dsp:nvSpPr>
      <dsp:spPr>
        <a:xfrm>
          <a:off x="1584603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Test Procedures Draft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867054" y="2579734"/>
        <a:ext cx="819087" cy="388525"/>
      </dsp:txXfrm>
    </dsp:sp>
    <dsp:sp modelId="{62BDE472-D2E5-4D98-8065-8A8AA00A3FCB}">
      <dsp:nvSpPr>
        <dsp:cNvPr id="0" name=""/>
        <dsp:cNvSpPr/>
      </dsp:nvSpPr>
      <dsp:spPr>
        <a:xfrm>
          <a:off x="1584603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Test Procedures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867054" y="3191132"/>
        <a:ext cx="819087" cy="388525"/>
      </dsp:txXfrm>
    </dsp:sp>
    <dsp:sp modelId="{DF57A70F-4118-425C-B49E-9AE0F399B300}">
      <dsp:nvSpPr>
        <dsp:cNvPr id="0" name=""/>
        <dsp:cNvSpPr/>
      </dsp:nvSpPr>
      <dsp:spPr>
        <a:xfrm>
          <a:off x="17714675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Facility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735693" y="745540"/>
        <a:ext cx="819087" cy="388525"/>
      </dsp:txXfrm>
    </dsp:sp>
    <dsp:sp modelId="{EF02F379-6705-4358-BAEA-38F31EDF02C5}">
      <dsp:nvSpPr>
        <dsp:cNvPr id="0" name=""/>
        <dsp:cNvSpPr/>
      </dsp:nvSpPr>
      <dsp:spPr>
        <a:xfrm>
          <a:off x="1667271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693733" y="1356938"/>
        <a:ext cx="819087" cy="388525"/>
      </dsp:txXfrm>
    </dsp:sp>
    <dsp:sp modelId="{DD410301-E1EE-46EC-AF67-F4F66606C3A8}">
      <dsp:nvSpPr>
        <dsp:cNvPr id="0" name=""/>
        <dsp:cNvSpPr/>
      </dsp:nvSpPr>
      <dsp:spPr>
        <a:xfrm>
          <a:off x="1688799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909014" y="1968336"/>
        <a:ext cx="819087" cy="388525"/>
      </dsp:txXfrm>
    </dsp:sp>
    <dsp:sp modelId="{2AC4AD08-A3C3-4CEF-93F0-9D1653ABE179}">
      <dsp:nvSpPr>
        <dsp:cNvPr id="0" name=""/>
        <dsp:cNvSpPr/>
      </dsp:nvSpPr>
      <dsp:spPr>
        <a:xfrm>
          <a:off x="1688799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909014" y="2579734"/>
        <a:ext cx="819087" cy="388525"/>
      </dsp:txXfrm>
    </dsp:sp>
    <dsp:sp modelId="{9072CE03-EC66-49D4-95C7-440B77FB085E}">
      <dsp:nvSpPr>
        <dsp:cNvPr id="0" name=""/>
        <dsp:cNvSpPr/>
      </dsp:nvSpPr>
      <dsp:spPr>
        <a:xfrm>
          <a:off x="1771467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735693" y="1356938"/>
        <a:ext cx="819087" cy="388525"/>
      </dsp:txXfrm>
    </dsp:sp>
    <dsp:sp modelId="{D809740E-F67B-4A99-9A82-ADB9AED0C675}">
      <dsp:nvSpPr>
        <dsp:cNvPr id="0" name=""/>
        <dsp:cNvSpPr/>
      </dsp:nvSpPr>
      <dsp:spPr>
        <a:xfrm>
          <a:off x="1792995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50974" y="1968336"/>
        <a:ext cx="819087" cy="388525"/>
      </dsp:txXfrm>
    </dsp:sp>
    <dsp:sp modelId="{448C74A6-B7AC-48F8-8A14-E476E33976F7}">
      <dsp:nvSpPr>
        <dsp:cNvPr id="0" name=""/>
        <dsp:cNvSpPr/>
      </dsp:nvSpPr>
      <dsp:spPr>
        <a:xfrm>
          <a:off x="1792995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50974" y="2579734"/>
        <a:ext cx="819087" cy="388525"/>
      </dsp:txXfrm>
    </dsp:sp>
    <dsp:sp modelId="{4D54C749-2505-4BE1-A0EC-38DA103C8555}">
      <dsp:nvSpPr>
        <dsp:cNvPr id="0" name=""/>
        <dsp:cNvSpPr/>
      </dsp:nvSpPr>
      <dsp:spPr>
        <a:xfrm>
          <a:off x="1792995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50974" y="3191132"/>
        <a:ext cx="819087" cy="388525"/>
      </dsp:txXfrm>
    </dsp:sp>
    <dsp:sp modelId="{D4325C78-374B-4BCC-96E9-846444032CD6}">
      <dsp:nvSpPr>
        <dsp:cNvPr id="0" name=""/>
        <dsp:cNvSpPr/>
      </dsp:nvSpPr>
      <dsp:spPr>
        <a:xfrm>
          <a:off x="17929956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Design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950974" y="3802530"/>
        <a:ext cx="819087" cy="388525"/>
      </dsp:txXfrm>
    </dsp:sp>
    <dsp:sp modelId="{1888A706-966D-4201-8565-CDAD09D33126}">
      <dsp:nvSpPr>
        <dsp:cNvPr id="0" name=""/>
        <dsp:cNvSpPr/>
      </dsp:nvSpPr>
      <dsp:spPr>
        <a:xfrm>
          <a:off x="1875663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777653" y="1356938"/>
        <a:ext cx="819087" cy="388525"/>
      </dsp:txXfrm>
    </dsp:sp>
    <dsp:sp modelId="{42F86B3E-B55E-40C8-A3C0-E5D4C0678630}">
      <dsp:nvSpPr>
        <dsp:cNvPr id="0" name=""/>
        <dsp:cNvSpPr/>
      </dsp:nvSpPr>
      <dsp:spPr>
        <a:xfrm>
          <a:off x="1897191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Procurement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1968336"/>
        <a:ext cx="819087" cy="388525"/>
      </dsp:txXfrm>
    </dsp:sp>
    <dsp:sp modelId="{82EF8E96-C2F1-4FDF-B51E-ECE62193C074}">
      <dsp:nvSpPr>
        <dsp:cNvPr id="0" name=""/>
        <dsp:cNvSpPr/>
      </dsp:nvSpPr>
      <dsp:spPr>
        <a:xfrm>
          <a:off x="1897191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2579734"/>
        <a:ext cx="819087" cy="388525"/>
      </dsp:txXfrm>
    </dsp:sp>
    <dsp:sp modelId="{F72F4ED8-66CB-4B1A-97F7-52AB0D3CBF1A}">
      <dsp:nvSpPr>
        <dsp:cNvPr id="0" name=""/>
        <dsp:cNvSpPr/>
      </dsp:nvSpPr>
      <dsp:spPr>
        <a:xfrm>
          <a:off x="1897191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3191132"/>
        <a:ext cx="819087" cy="388525"/>
      </dsp:txXfrm>
    </dsp:sp>
    <dsp:sp modelId="{EAFE3BBC-7FAA-417D-9E49-0B835333EB80}">
      <dsp:nvSpPr>
        <dsp:cNvPr id="0" name=""/>
        <dsp:cNvSpPr/>
      </dsp:nvSpPr>
      <dsp:spPr>
        <a:xfrm>
          <a:off x="18971916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3802530"/>
        <a:ext cx="819087" cy="388525"/>
      </dsp:txXfrm>
    </dsp:sp>
    <dsp:sp modelId="{2747EDAE-1392-44B5-A5CC-DEC4626DB26F}">
      <dsp:nvSpPr>
        <dsp:cNvPr id="0" name=""/>
        <dsp:cNvSpPr/>
      </dsp:nvSpPr>
      <dsp:spPr>
        <a:xfrm>
          <a:off x="18971916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4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4413927"/>
        <a:ext cx="819087" cy="388525"/>
      </dsp:txXfrm>
    </dsp:sp>
    <dsp:sp modelId="{EE4497B8-F70A-4DBA-9C2B-EB18649F20DC}">
      <dsp:nvSpPr>
        <dsp:cNvPr id="0" name=""/>
        <dsp:cNvSpPr/>
      </dsp:nvSpPr>
      <dsp:spPr>
        <a:xfrm>
          <a:off x="18971916" y="5004307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5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5025325"/>
        <a:ext cx="819087" cy="388525"/>
      </dsp:txXfrm>
    </dsp:sp>
    <dsp:sp modelId="{F45412BF-1AEC-4462-AA9C-76048F8044FE}">
      <dsp:nvSpPr>
        <dsp:cNvPr id="0" name=""/>
        <dsp:cNvSpPr/>
      </dsp:nvSpPr>
      <dsp:spPr>
        <a:xfrm>
          <a:off x="18971916" y="5615705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6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18992934" y="5636723"/>
        <a:ext cx="819087" cy="388525"/>
      </dsp:txXfrm>
    </dsp:sp>
    <dsp:sp modelId="{5C7D6648-6E08-4669-9B57-255C9DBE1DAD}">
      <dsp:nvSpPr>
        <dsp:cNvPr id="0" name=""/>
        <dsp:cNvSpPr/>
      </dsp:nvSpPr>
      <dsp:spPr>
        <a:xfrm>
          <a:off x="18971916" y="6227103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7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18992934" y="6248121"/>
        <a:ext cx="819087" cy="388525"/>
      </dsp:txXfrm>
    </dsp:sp>
    <dsp:sp modelId="{7F82636E-A72C-4AF4-830C-4ED122A81A14}">
      <dsp:nvSpPr>
        <dsp:cNvPr id="0" name=""/>
        <dsp:cNvSpPr/>
      </dsp:nvSpPr>
      <dsp:spPr>
        <a:xfrm>
          <a:off x="18971916" y="6838501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</a:t>
          </a:r>
          <a:b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992934" y="6859519"/>
        <a:ext cx="819087" cy="388525"/>
      </dsp:txXfrm>
    </dsp:sp>
    <dsp:sp modelId="{C279B51E-4CBB-42C1-90D0-41D2DCF62C34}">
      <dsp:nvSpPr>
        <dsp:cNvPr id="0" name=""/>
        <dsp:cNvSpPr/>
      </dsp:nvSpPr>
      <dsp:spPr>
        <a:xfrm>
          <a:off x="22924474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Quality Assurance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22945492" y="745540"/>
        <a:ext cx="819087" cy="388525"/>
      </dsp:txXfrm>
    </dsp:sp>
    <dsp:sp modelId="{6897B74B-81D9-411E-B579-D8DDB6E93804}">
      <dsp:nvSpPr>
        <dsp:cNvPr id="0" name=""/>
        <dsp:cNvSpPr/>
      </dsp:nvSpPr>
      <dsp:spPr>
        <a:xfrm>
          <a:off x="19798595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819613" y="1356938"/>
        <a:ext cx="819087" cy="388525"/>
      </dsp:txXfrm>
    </dsp:sp>
    <dsp:sp modelId="{2FA2CDFE-C360-4692-BDB6-0C3649455A65}">
      <dsp:nvSpPr>
        <dsp:cNvPr id="0" name=""/>
        <dsp:cNvSpPr/>
      </dsp:nvSpPr>
      <dsp:spPr>
        <a:xfrm>
          <a:off x="20013876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034894" y="1968336"/>
        <a:ext cx="819087" cy="388525"/>
      </dsp:txXfrm>
    </dsp:sp>
    <dsp:sp modelId="{F62FD2BB-57D1-4A62-950A-EE42F54A44EC}">
      <dsp:nvSpPr>
        <dsp:cNvPr id="0" name=""/>
        <dsp:cNvSpPr/>
      </dsp:nvSpPr>
      <dsp:spPr>
        <a:xfrm>
          <a:off x="20013876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034894" y="2579734"/>
        <a:ext cx="819087" cy="388525"/>
      </dsp:txXfrm>
    </dsp:sp>
    <dsp:sp modelId="{63BD861E-8753-49DC-97D3-F13451019827}">
      <dsp:nvSpPr>
        <dsp:cNvPr id="0" name=""/>
        <dsp:cNvSpPr/>
      </dsp:nvSpPr>
      <dsp:spPr>
        <a:xfrm>
          <a:off x="20013876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034894" y="3191132"/>
        <a:ext cx="819087" cy="388525"/>
      </dsp:txXfrm>
    </dsp:sp>
    <dsp:sp modelId="{A9FE15DB-343A-47CA-94BF-400187D9ACB8}">
      <dsp:nvSpPr>
        <dsp:cNvPr id="0" name=""/>
        <dsp:cNvSpPr/>
      </dsp:nvSpPr>
      <dsp:spPr>
        <a:xfrm>
          <a:off x="2084055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</a:p>
      </dsp:txBody>
      <dsp:txXfrm>
        <a:off x="20861572" y="1356938"/>
        <a:ext cx="819087" cy="388525"/>
      </dsp:txXfrm>
    </dsp:sp>
    <dsp:sp modelId="{872B54C5-9C32-49E3-A921-4492AF7E48D1}">
      <dsp:nvSpPr>
        <dsp:cNvPr id="0" name=""/>
        <dsp:cNvSpPr/>
      </dsp:nvSpPr>
      <dsp:spPr>
        <a:xfrm>
          <a:off x="2105583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076853" y="1968336"/>
        <a:ext cx="819087" cy="388525"/>
      </dsp:txXfrm>
    </dsp:sp>
    <dsp:sp modelId="{EE5E02FC-B31D-4CCA-9CB6-3FD549A5B819}">
      <dsp:nvSpPr>
        <dsp:cNvPr id="0" name=""/>
        <dsp:cNvSpPr/>
      </dsp:nvSpPr>
      <dsp:spPr>
        <a:xfrm>
          <a:off x="21055835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076853" y="2579734"/>
        <a:ext cx="819087" cy="388525"/>
      </dsp:txXfrm>
    </dsp:sp>
    <dsp:sp modelId="{5C218586-5B3C-4FD1-A6C4-5DFA56769B92}">
      <dsp:nvSpPr>
        <dsp:cNvPr id="0" name=""/>
        <dsp:cNvSpPr/>
      </dsp:nvSpPr>
      <dsp:spPr>
        <a:xfrm>
          <a:off x="21055835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3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076853" y="3191132"/>
        <a:ext cx="819087" cy="388525"/>
      </dsp:txXfrm>
    </dsp:sp>
    <dsp:sp modelId="{B3FD1850-5428-454F-AF32-30BCAC70B30F}">
      <dsp:nvSpPr>
        <dsp:cNvPr id="0" name=""/>
        <dsp:cNvSpPr/>
      </dsp:nvSpPr>
      <dsp:spPr>
        <a:xfrm>
          <a:off x="21055835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4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076853" y="3802530"/>
        <a:ext cx="819087" cy="388525"/>
      </dsp:txXfrm>
    </dsp:sp>
    <dsp:sp modelId="{0259C31A-8186-480B-8A09-55CDEC7DA63A}">
      <dsp:nvSpPr>
        <dsp:cNvPr id="0" name=""/>
        <dsp:cNvSpPr/>
      </dsp:nvSpPr>
      <dsp:spPr>
        <a:xfrm>
          <a:off x="21055835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b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Sprint 5</a:t>
          </a:r>
          <a:b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21076853" y="4413927"/>
        <a:ext cx="819087" cy="388525"/>
      </dsp:txXfrm>
    </dsp:sp>
    <dsp:sp modelId="{6EA33034-635F-4998-818F-A9FCD1DFC48F}">
      <dsp:nvSpPr>
        <dsp:cNvPr id="0" name=""/>
        <dsp:cNvSpPr/>
      </dsp:nvSpPr>
      <dsp:spPr>
        <a:xfrm>
          <a:off x="2188251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903532" y="1356938"/>
        <a:ext cx="819087" cy="388525"/>
      </dsp:txXfrm>
    </dsp:sp>
    <dsp:sp modelId="{4B258E43-CD69-4F6B-B8D8-4E7D99416063}">
      <dsp:nvSpPr>
        <dsp:cNvPr id="0" name=""/>
        <dsp:cNvSpPr/>
      </dsp:nvSpPr>
      <dsp:spPr>
        <a:xfrm>
          <a:off x="2209779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118813" y="1968336"/>
        <a:ext cx="819087" cy="388525"/>
      </dsp:txXfrm>
    </dsp:sp>
    <dsp:sp modelId="{48110D79-D1F1-40A7-B3FE-FB16A405A410}">
      <dsp:nvSpPr>
        <dsp:cNvPr id="0" name=""/>
        <dsp:cNvSpPr/>
      </dsp:nvSpPr>
      <dsp:spPr>
        <a:xfrm>
          <a:off x="22097795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118813" y="2579734"/>
        <a:ext cx="819087" cy="388525"/>
      </dsp:txXfrm>
    </dsp:sp>
    <dsp:sp modelId="{831BBDEA-99C3-48EC-A436-9B4505ADA81F}">
      <dsp:nvSpPr>
        <dsp:cNvPr id="0" name=""/>
        <dsp:cNvSpPr/>
      </dsp:nvSpPr>
      <dsp:spPr>
        <a:xfrm>
          <a:off x="2292447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Certification</a:t>
          </a:r>
        </a:p>
      </dsp:txBody>
      <dsp:txXfrm>
        <a:off x="22945492" y="1356938"/>
        <a:ext cx="819087" cy="388525"/>
      </dsp:txXfrm>
    </dsp:sp>
    <dsp:sp modelId="{E22ED98B-DF9A-4B42-B105-760AFD836F73}">
      <dsp:nvSpPr>
        <dsp:cNvPr id="0" name=""/>
        <dsp:cNvSpPr/>
      </dsp:nvSpPr>
      <dsp:spPr>
        <a:xfrm>
          <a:off x="2313975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 Certification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160773" y="1968336"/>
        <a:ext cx="819087" cy="388525"/>
      </dsp:txXfrm>
    </dsp:sp>
    <dsp:sp modelId="{DF526DD1-3BBA-4D96-A2E5-1C1F115ED83B}">
      <dsp:nvSpPr>
        <dsp:cNvPr id="0" name=""/>
        <dsp:cNvSpPr/>
      </dsp:nvSpPr>
      <dsp:spPr>
        <a:xfrm>
          <a:off x="2396643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</a:p>
      </dsp:txBody>
      <dsp:txXfrm>
        <a:off x="23987452" y="1356938"/>
        <a:ext cx="819087" cy="388525"/>
      </dsp:txXfrm>
    </dsp:sp>
    <dsp:sp modelId="{2580FA16-5A34-4813-9A1D-BE7E1C427851}">
      <dsp:nvSpPr>
        <dsp:cNvPr id="0" name=""/>
        <dsp:cNvSpPr/>
      </dsp:nvSpPr>
      <dsp:spPr>
        <a:xfrm>
          <a:off x="2418171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Test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202733" y="1968336"/>
        <a:ext cx="819087" cy="388525"/>
      </dsp:txXfrm>
    </dsp:sp>
    <dsp:sp modelId="{04397AF6-6FB1-4374-AE02-AE45E8470FFB}">
      <dsp:nvSpPr>
        <dsp:cNvPr id="0" name=""/>
        <dsp:cNvSpPr/>
      </dsp:nvSpPr>
      <dsp:spPr>
        <a:xfrm>
          <a:off x="2500839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Certification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029412" y="1356938"/>
        <a:ext cx="819087" cy="388525"/>
      </dsp:txXfrm>
    </dsp:sp>
    <dsp:sp modelId="{7D70FCA4-7F52-4757-8EBA-E73FEA2E2498}">
      <dsp:nvSpPr>
        <dsp:cNvPr id="0" name=""/>
        <dsp:cNvSpPr/>
      </dsp:nvSpPr>
      <dsp:spPr>
        <a:xfrm>
          <a:off x="2522367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 Certification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244693" y="1968336"/>
        <a:ext cx="819087" cy="388525"/>
      </dsp:txXfrm>
    </dsp:sp>
    <dsp:sp modelId="{6713C568-CE09-4EF7-B4D3-174E982022FC}">
      <dsp:nvSpPr>
        <dsp:cNvPr id="0" name=""/>
        <dsp:cNvSpPr/>
      </dsp:nvSpPr>
      <dsp:spPr>
        <a:xfrm>
          <a:off x="2605035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071372" y="1356938"/>
        <a:ext cx="819087" cy="388525"/>
      </dsp:txXfrm>
    </dsp:sp>
    <dsp:sp modelId="{1348F904-E0AA-4FEA-A4A9-34E75CF0EA98}">
      <dsp:nvSpPr>
        <dsp:cNvPr id="0" name=""/>
        <dsp:cNvSpPr/>
      </dsp:nvSpPr>
      <dsp:spPr>
        <a:xfrm>
          <a:off x="2626563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6653" y="1968336"/>
        <a:ext cx="819087" cy="388525"/>
      </dsp:txXfrm>
    </dsp:sp>
    <dsp:sp modelId="{882EF2FB-D487-4CF8-9AC3-CC92799E2811}">
      <dsp:nvSpPr>
        <dsp:cNvPr id="0" name=""/>
        <dsp:cNvSpPr/>
      </dsp:nvSpPr>
      <dsp:spPr>
        <a:xfrm>
          <a:off x="26265635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6653" y="2579734"/>
        <a:ext cx="819087" cy="388525"/>
      </dsp:txXfrm>
    </dsp:sp>
    <dsp:sp modelId="{7CBB54AD-CAC1-467B-83B8-05186116BE23}">
      <dsp:nvSpPr>
        <dsp:cNvPr id="0" name=""/>
        <dsp:cNvSpPr/>
      </dsp:nvSpPr>
      <dsp:spPr>
        <a:xfrm>
          <a:off x="26265635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6653" y="3191132"/>
        <a:ext cx="819087" cy="388525"/>
      </dsp:txXfrm>
    </dsp:sp>
    <dsp:sp modelId="{1C82E22C-65CE-4494-9347-CDD0896A1E39}">
      <dsp:nvSpPr>
        <dsp:cNvPr id="0" name=""/>
        <dsp:cNvSpPr/>
      </dsp:nvSpPr>
      <dsp:spPr>
        <a:xfrm>
          <a:off x="26265635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4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6653" y="3802530"/>
        <a:ext cx="819087" cy="388525"/>
      </dsp:txXfrm>
    </dsp:sp>
    <dsp:sp modelId="{FD9198A6-BEAD-4C83-B467-5D22E5F2D718}">
      <dsp:nvSpPr>
        <dsp:cNvPr id="0" name=""/>
        <dsp:cNvSpPr/>
      </dsp:nvSpPr>
      <dsp:spPr>
        <a:xfrm>
          <a:off x="26265635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Build 5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6653" y="4413927"/>
        <a:ext cx="819087" cy="388525"/>
      </dsp:txXfrm>
    </dsp:sp>
    <dsp:sp modelId="{D6A754E8-CB9E-4447-8DA3-F06EB6BC9F57}">
      <dsp:nvSpPr>
        <dsp:cNvPr id="0" name=""/>
        <dsp:cNvSpPr/>
      </dsp:nvSpPr>
      <dsp:spPr>
        <a:xfrm>
          <a:off x="26265635" y="5004307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6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26286653" y="5025325"/>
        <a:ext cx="819087" cy="388525"/>
      </dsp:txXfrm>
    </dsp:sp>
    <dsp:sp modelId="{D3D17E41-8495-4F85-80DC-DA1973951075}">
      <dsp:nvSpPr>
        <dsp:cNvPr id="0" name=""/>
        <dsp:cNvSpPr/>
      </dsp:nvSpPr>
      <dsp:spPr>
        <a:xfrm>
          <a:off x="26265635" y="5615705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Facilities Inspection</a:t>
          </a:r>
          <a:b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</a:b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Build 7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26286653" y="5636723"/>
        <a:ext cx="819087" cy="388525"/>
      </dsp:txXfrm>
    </dsp:sp>
    <dsp:sp modelId="{58DD75B2-08D6-4CBC-88F9-D6DDE9C5E101}">
      <dsp:nvSpPr>
        <dsp:cNvPr id="0" name=""/>
        <dsp:cNvSpPr/>
      </dsp:nvSpPr>
      <dsp:spPr>
        <a:xfrm>
          <a:off x="28655253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676271" y="745540"/>
        <a:ext cx="819087" cy="388525"/>
      </dsp:txXfrm>
    </dsp:sp>
    <dsp:sp modelId="{315DA511-429D-428C-B0E7-95CB0A509CA3}">
      <dsp:nvSpPr>
        <dsp:cNvPr id="0" name=""/>
        <dsp:cNvSpPr/>
      </dsp:nvSpPr>
      <dsp:spPr>
        <a:xfrm>
          <a:off x="2709231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113332" y="1356938"/>
        <a:ext cx="819087" cy="388525"/>
      </dsp:txXfrm>
    </dsp:sp>
    <dsp:sp modelId="{6BE2F6F4-39D2-4DDD-B403-5C49967CF777}">
      <dsp:nvSpPr>
        <dsp:cNvPr id="0" name=""/>
        <dsp:cNvSpPr/>
      </dsp:nvSpPr>
      <dsp:spPr>
        <a:xfrm>
          <a:off x="27307595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1968336"/>
        <a:ext cx="819087" cy="388525"/>
      </dsp:txXfrm>
    </dsp:sp>
    <dsp:sp modelId="{CAC3B591-A616-4638-BBE3-2B7FA40F8B5A}">
      <dsp:nvSpPr>
        <dsp:cNvPr id="0" name=""/>
        <dsp:cNvSpPr/>
      </dsp:nvSpPr>
      <dsp:spPr>
        <a:xfrm>
          <a:off x="27307595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2579734"/>
        <a:ext cx="819087" cy="388525"/>
      </dsp:txXfrm>
    </dsp:sp>
    <dsp:sp modelId="{D55A83C3-1273-46F4-ADFD-2F93FC62822E}">
      <dsp:nvSpPr>
        <dsp:cNvPr id="0" name=""/>
        <dsp:cNvSpPr/>
      </dsp:nvSpPr>
      <dsp:spPr>
        <a:xfrm>
          <a:off x="27307595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3191132"/>
        <a:ext cx="819087" cy="388525"/>
      </dsp:txXfrm>
    </dsp:sp>
    <dsp:sp modelId="{5F678C12-7EEC-460D-AC68-8CCFACF06733}">
      <dsp:nvSpPr>
        <dsp:cNvPr id="0" name=""/>
        <dsp:cNvSpPr/>
      </dsp:nvSpPr>
      <dsp:spPr>
        <a:xfrm>
          <a:off x="27307595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4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3802530"/>
        <a:ext cx="819087" cy="388525"/>
      </dsp:txXfrm>
    </dsp:sp>
    <dsp:sp modelId="{7A939B6A-6967-4277-AC5E-CD62031F83FE}">
      <dsp:nvSpPr>
        <dsp:cNvPr id="0" name=""/>
        <dsp:cNvSpPr/>
      </dsp:nvSpPr>
      <dsp:spPr>
        <a:xfrm>
          <a:off x="27307595" y="4392909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Plan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4413927"/>
        <a:ext cx="819087" cy="388525"/>
      </dsp:txXfrm>
    </dsp:sp>
    <dsp:sp modelId="{CEE4B99C-6DC8-4740-8C4A-A72B34F3183E}">
      <dsp:nvSpPr>
        <dsp:cNvPr id="0" name=""/>
        <dsp:cNvSpPr/>
      </dsp:nvSpPr>
      <dsp:spPr>
        <a:xfrm>
          <a:off x="27307595" y="5004307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Readiness Review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328613" y="5025325"/>
        <a:ext cx="819087" cy="388525"/>
      </dsp:txXfrm>
    </dsp:sp>
    <dsp:sp modelId="{EE3E6A87-1CDE-4AED-99FD-720DF80D40EF}">
      <dsp:nvSpPr>
        <dsp:cNvPr id="0" name=""/>
        <dsp:cNvSpPr/>
      </dsp:nvSpPr>
      <dsp:spPr>
        <a:xfrm>
          <a:off x="28134274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155292" y="1356938"/>
        <a:ext cx="819087" cy="388525"/>
      </dsp:txXfrm>
    </dsp:sp>
    <dsp:sp modelId="{5E9A3793-8227-47B1-A8FB-C7A2DB565813}">
      <dsp:nvSpPr>
        <dsp:cNvPr id="0" name=""/>
        <dsp:cNvSpPr/>
      </dsp:nvSpPr>
      <dsp:spPr>
        <a:xfrm>
          <a:off x="2834955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370572" y="1968336"/>
        <a:ext cx="819087" cy="388525"/>
      </dsp:txXfrm>
    </dsp:sp>
    <dsp:sp modelId="{1B190409-440F-4ED9-807D-2CE99E3DE6C0}">
      <dsp:nvSpPr>
        <dsp:cNvPr id="0" name=""/>
        <dsp:cNvSpPr/>
      </dsp:nvSpPr>
      <dsp:spPr>
        <a:xfrm>
          <a:off x="2834955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370572" y="2579734"/>
        <a:ext cx="819087" cy="388525"/>
      </dsp:txXfrm>
    </dsp:sp>
    <dsp:sp modelId="{0E27D6A9-68FF-463A-949A-5D37E5250483}">
      <dsp:nvSpPr>
        <dsp:cNvPr id="0" name=""/>
        <dsp:cNvSpPr/>
      </dsp:nvSpPr>
      <dsp:spPr>
        <a:xfrm>
          <a:off x="2917623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197251" y="1356938"/>
        <a:ext cx="819087" cy="388525"/>
      </dsp:txXfrm>
    </dsp:sp>
    <dsp:sp modelId="{295D0E87-4F7F-4605-9D36-DEFD932B00A3}">
      <dsp:nvSpPr>
        <dsp:cNvPr id="0" name=""/>
        <dsp:cNvSpPr/>
      </dsp:nvSpPr>
      <dsp:spPr>
        <a:xfrm>
          <a:off x="2939151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412532" y="1968336"/>
        <a:ext cx="819087" cy="388525"/>
      </dsp:txXfrm>
    </dsp:sp>
    <dsp:sp modelId="{4D214032-C4B2-459B-8556-10EBB877F98F}">
      <dsp:nvSpPr>
        <dsp:cNvPr id="0" name=""/>
        <dsp:cNvSpPr/>
      </dsp:nvSpPr>
      <dsp:spPr>
        <a:xfrm>
          <a:off x="2939151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412532" y="2579734"/>
        <a:ext cx="819087" cy="388525"/>
      </dsp:txXfrm>
    </dsp:sp>
    <dsp:sp modelId="{198FA439-1042-484E-A918-5B54EE3ECB26}">
      <dsp:nvSpPr>
        <dsp:cNvPr id="0" name=""/>
        <dsp:cNvSpPr/>
      </dsp:nvSpPr>
      <dsp:spPr>
        <a:xfrm>
          <a:off x="3021819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 Phase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239211" y="1356938"/>
        <a:ext cx="819087" cy="388525"/>
      </dsp:txXfrm>
    </dsp:sp>
    <dsp:sp modelId="{C55C7745-43F9-4B0E-A3B8-D1FC8C5F619A}">
      <dsp:nvSpPr>
        <dsp:cNvPr id="0" name=""/>
        <dsp:cNvSpPr/>
      </dsp:nvSpPr>
      <dsp:spPr>
        <a:xfrm>
          <a:off x="3043347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Pilot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454492" y="1968336"/>
        <a:ext cx="819087" cy="388525"/>
      </dsp:txXfrm>
    </dsp:sp>
    <dsp:sp modelId="{A0ACE71F-E4CC-4FA1-831B-309F75300363}">
      <dsp:nvSpPr>
        <dsp:cNvPr id="0" name=""/>
        <dsp:cNvSpPr/>
      </dsp:nvSpPr>
      <dsp:spPr>
        <a:xfrm>
          <a:off x="3043347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Rollout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454492" y="2579734"/>
        <a:ext cx="819087" cy="388525"/>
      </dsp:txXfrm>
    </dsp:sp>
    <dsp:sp modelId="{66F1A6AD-5F0A-471A-B0E1-F58910040D34}">
      <dsp:nvSpPr>
        <dsp:cNvPr id="0" name=""/>
        <dsp:cNvSpPr/>
      </dsp:nvSpPr>
      <dsp:spPr>
        <a:xfrm>
          <a:off x="32302113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323131" y="745540"/>
        <a:ext cx="819087" cy="388525"/>
      </dsp:txXfrm>
    </dsp:sp>
    <dsp:sp modelId="{32AB8880-3958-42EE-B4C9-A8FE52972FD7}">
      <dsp:nvSpPr>
        <dsp:cNvPr id="0" name=""/>
        <dsp:cNvSpPr/>
      </dsp:nvSpPr>
      <dsp:spPr>
        <a:xfrm>
          <a:off x="3126015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281171" y="1356938"/>
        <a:ext cx="819087" cy="388525"/>
      </dsp:txXfrm>
    </dsp:sp>
    <dsp:sp modelId="{5E4F2D89-8D69-4417-B047-6ABD8055E77B}">
      <dsp:nvSpPr>
        <dsp:cNvPr id="0" name=""/>
        <dsp:cNvSpPr/>
      </dsp:nvSpPr>
      <dsp:spPr>
        <a:xfrm>
          <a:off x="3147543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496452" y="1968336"/>
        <a:ext cx="819087" cy="388525"/>
      </dsp:txXfrm>
    </dsp:sp>
    <dsp:sp modelId="{7B8FB614-5F77-4940-A0B4-2A7AB28EC934}">
      <dsp:nvSpPr>
        <dsp:cNvPr id="0" name=""/>
        <dsp:cNvSpPr/>
      </dsp:nvSpPr>
      <dsp:spPr>
        <a:xfrm>
          <a:off x="3147543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496452" y="2579734"/>
        <a:ext cx="819087" cy="388525"/>
      </dsp:txXfrm>
    </dsp:sp>
    <dsp:sp modelId="{7D82FA03-59E1-4513-9412-A451B5847E20}">
      <dsp:nvSpPr>
        <dsp:cNvPr id="0" name=""/>
        <dsp:cNvSpPr/>
      </dsp:nvSpPr>
      <dsp:spPr>
        <a:xfrm>
          <a:off x="3230211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323131" y="1356938"/>
        <a:ext cx="819087" cy="388525"/>
      </dsp:txXfrm>
    </dsp:sp>
    <dsp:sp modelId="{DEA50672-DA70-4B5D-8A96-1326B622B8F5}">
      <dsp:nvSpPr>
        <dsp:cNvPr id="0" name=""/>
        <dsp:cNvSpPr/>
      </dsp:nvSpPr>
      <dsp:spPr>
        <a:xfrm>
          <a:off x="3251739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38412" y="1968336"/>
        <a:ext cx="819087" cy="388525"/>
      </dsp:txXfrm>
    </dsp:sp>
    <dsp:sp modelId="{5E0FFD17-4C07-4A93-A0FA-AEC9CE7BB4F9}">
      <dsp:nvSpPr>
        <dsp:cNvPr id="0" name=""/>
        <dsp:cNvSpPr/>
      </dsp:nvSpPr>
      <dsp:spPr>
        <a:xfrm>
          <a:off x="3251739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38412" y="2579734"/>
        <a:ext cx="819087" cy="388525"/>
      </dsp:txXfrm>
    </dsp:sp>
    <dsp:sp modelId="{5677334C-4D74-4050-9439-8B0E4073D3EE}">
      <dsp:nvSpPr>
        <dsp:cNvPr id="0" name=""/>
        <dsp:cNvSpPr/>
      </dsp:nvSpPr>
      <dsp:spPr>
        <a:xfrm>
          <a:off x="32517394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38412" y="3191132"/>
        <a:ext cx="819087" cy="388525"/>
      </dsp:txXfrm>
    </dsp:sp>
    <dsp:sp modelId="{A2F785D1-79FE-455B-89F6-DC99E6586E6F}">
      <dsp:nvSpPr>
        <dsp:cNvPr id="0" name=""/>
        <dsp:cNvSpPr/>
      </dsp:nvSpPr>
      <dsp:spPr>
        <a:xfrm>
          <a:off x="32517394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 Material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38412" y="3802530"/>
        <a:ext cx="819087" cy="388525"/>
      </dsp:txXfrm>
    </dsp:sp>
    <dsp:sp modelId="{BC11B85A-61E5-4882-ACBC-1B5FA0F6CD24}">
      <dsp:nvSpPr>
        <dsp:cNvPr id="0" name=""/>
        <dsp:cNvSpPr/>
      </dsp:nvSpPr>
      <dsp:spPr>
        <a:xfrm>
          <a:off x="3334407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365091" y="1356938"/>
        <a:ext cx="819087" cy="388525"/>
      </dsp:txXfrm>
    </dsp:sp>
    <dsp:sp modelId="{6DF60795-B61D-4737-A2F2-CADDE5EE214D}">
      <dsp:nvSpPr>
        <dsp:cNvPr id="0" name=""/>
        <dsp:cNvSpPr/>
      </dsp:nvSpPr>
      <dsp:spPr>
        <a:xfrm>
          <a:off x="3355935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 Training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580372" y="1968336"/>
        <a:ext cx="819087" cy="388525"/>
      </dsp:txXfrm>
    </dsp:sp>
    <dsp:sp modelId="{83C0792A-BE84-4F1B-9640-9EC07E8EFB9E}">
      <dsp:nvSpPr>
        <dsp:cNvPr id="0" name=""/>
        <dsp:cNvSpPr/>
      </dsp:nvSpPr>
      <dsp:spPr>
        <a:xfrm>
          <a:off x="3355935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 Training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580372" y="2579734"/>
        <a:ext cx="819087" cy="388525"/>
      </dsp:txXfrm>
    </dsp:sp>
    <dsp:sp modelId="{4D1349ED-A71C-45B7-AB90-90E84729D08A}">
      <dsp:nvSpPr>
        <dsp:cNvPr id="0" name=""/>
        <dsp:cNvSpPr/>
      </dsp:nvSpPr>
      <dsp:spPr>
        <a:xfrm>
          <a:off x="33559354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 Training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580372" y="3191132"/>
        <a:ext cx="819087" cy="388525"/>
      </dsp:txXfrm>
    </dsp:sp>
    <dsp:sp modelId="{00D29CEF-0F77-4DA8-ACD5-B019CE47EC06}">
      <dsp:nvSpPr>
        <dsp:cNvPr id="0" name=""/>
        <dsp:cNvSpPr/>
      </dsp:nvSpPr>
      <dsp:spPr>
        <a:xfrm>
          <a:off x="35427993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449011" y="745540"/>
        <a:ext cx="819087" cy="388525"/>
      </dsp:txXfrm>
    </dsp:sp>
    <dsp:sp modelId="{CF9FAEA0-257A-4EED-8763-6EABA65D6997}">
      <dsp:nvSpPr>
        <dsp:cNvPr id="0" name=""/>
        <dsp:cNvSpPr/>
      </dsp:nvSpPr>
      <dsp:spPr>
        <a:xfrm>
          <a:off x="3438603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Planning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407051" y="1356938"/>
        <a:ext cx="819087" cy="388525"/>
      </dsp:txXfrm>
    </dsp:sp>
    <dsp:sp modelId="{70A89772-CF84-474B-8C9A-693C1F19C64B}">
      <dsp:nvSpPr>
        <dsp:cNvPr id="0" name=""/>
        <dsp:cNvSpPr/>
      </dsp:nvSpPr>
      <dsp:spPr>
        <a:xfrm>
          <a:off x="3460131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Detailed Requirements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622332" y="1968336"/>
        <a:ext cx="819087" cy="388525"/>
      </dsp:txXfrm>
    </dsp:sp>
    <dsp:sp modelId="{0C797C73-A30B-45FE-BC9E-B469E82E35E3}">
      <dsp:nvSpPr>
        <dsp:cNvPr id="0" name=""/>
        <dsp:cNvSpPr/>
      </dsp:nvSpPr>
      <dsp:spPr>
        <a:xfrm>
          <a:off x="3460131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Plan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622332" y="2579734"/>
        <a:ext cx="819087" cy="388525"/>
      </dsp:txXfrm>
    </dsp:sp>
    <dsp:sp modelId="{6EE818E2-6A54-4B85-A657-1ABC0275F7EF}">
      <dsp:nvSpPr>
        <dsp:cNvPr id="0" name=""/>
        <dsp:cNvSpPr/>
      </dsp:nvSpPr>
      <dsp:spPr>
        <a:xfrm>
          <a:off x="35427993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449011" y="1356938"/>
        <a:ext cx="819087" cy="388525"/>
      </dsp:txXfrm>
    </dsp:sp>
    <dsp:sp modelId="{E6CF3DB6-89FE-4A0C-9EE3-830A1544CEDE}">
      <dsp:nvSpPr>
        <dsp:cNvPr id="0" name=""/>
        <dsp:cNvSpPr/>
      </dsp:nvSpPr>
      <dsp:spPr>
        <a:xfrm>
          <a:off x="35643274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1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64292" y="1968336"/>
        <a:ext cx="819087" cy="388525"/>
      </dsp:txXfrm>
    </dsp:sp>
    <dsp:sp modelId="{7B93F175-80F0-4CF5-9924-D12A2869EBC1}">
      <dsp:nvSpPr>
        <dsp:cNvPr id="0" name=""/>
        <dsp:cNvSpPr/>
      </dsp:nvSpPr>
      <dsp:spPr>
        <a:xfrm>
          <a:off x="35643274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Package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2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64292" y="2579734"/>
        <a:ext cx="819087" cy="388525"/>
      </dsp:txXfrm>
    </dsp:sp>
    <dsp:sp modelId="{8F4266BC-389A-4F99-8D63-914351156844}">
      <dsp:nvSpPr>
        <dsp:cNvPr id="0" name=""/>
        <dsp:cNvSpPr/>
      </dsp:nvSpPr>
      <dsp:spPr>
        <a:xfrm>
          <a:off x="35643274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Draft 3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64292" y="3191132"/>
        <a:ext cx="819087" cy="388525"/>
      </dsp:txXfrm>
    </dsp:sp>
    <dsp:sp modelId="{B48CF3DB-2E29-4AF8-B5AC-353799888EBC}">
      <dsp:nvSpPr>
        <dsp:cNvPr id="0" name=""/>
        <dsp:cNvSpPr/>
      </dsp:nvSpPr>
      <dsp:spPr>
        <a:xfrm>
          <a:off x="35643274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Package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664292" y="3802530"/>
        <a:ext cx="819087" cy="388525"/>
      </dsp:txXfrm>
    </dsp:sp>
    <dsp:sp modelId="{0F4657C7-5273-49DF-9EF2-F450DE4677F2}">
      <dsp:nvSpPr>
        <dsp:cNvPr id="0" name=""/>
        <dsp:cNvSpPr/>
      </dsp:nvSpPr>
      <dsp:spPr>
        <a:xfrm>
          <a:off x="36469952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Support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490970" y="1356938"/>
        <a:ext cx="819087" cy="388525"/>
      </dsp:txXfrm>
    </dsp:sp>
    <dsp:sp modelId="{B7525F96-F14F-46E4-8011-2D51408D01B1}">
      <dsp:nvSpPr>
        <dsp:cNvPr id="0" name=""/>
        <dsp:cNvSpPr/>
      </dsp:nvSpPr>
      <dsp:spPr>
        <a:xfrm>
          <a:off x="36685233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1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706251" y="1968336"/>
        <a:ext cx="819087" cy="388525"/>
      </dsp:txXfrm>
    </dsp:sp>
    <dsp:sp modelId="{AE1262A7-5B7A-4A14-AFD0-D76FF76A34DE}">
      <dsp:nvSpPr>
        <dsp:cNvPr id="0" name=""/>
        <dsp:cNvSpPr/>
      </dsp:nvSpPr>
      <dsp:spPr>
        <a:xfrm>
          <a:off x="36685233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2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706251" y="2579734"/>
        <a:ext cx="819087" cy="388525"/>
      </dsp:txXfrm>
    </dsp:sp>
    <dsp:sp modelId="{8240C7BA-920B-409C-93DE-2D945DCED6E7}">
      <dsp:nvSpPr>
        <dsp:cNvPr id="0" name=""/>
        <dsp:cNvSpPr/>
      </dsp:nvSpPr>
      <dsp:spPr>
        <a:xfrm>
          <a:off x="36685233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Phase 3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 Transition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706251" y="3191132"/>
        <a:ext cx="819087" cy="388525"/>
      </dsp:txXfrm>
    </dsp:sp>
    <dsp:sp modelId="{75FCD661-7E83-417C-93F6-809F9F1ABFA5}">
      <dsp:nvSpPr>
        <dsp:cNvPr id="0" name=""/>
        <dsp:cNvSpPr/>
      </dsp:nvSpPr>
      <dsp:spPr>
        <a:xfrm>
          <a:off x="38553872" y="72452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74890" y="745540"/>
        <a:ext cx="819087" cy="388525"/>
      </dsp:txXfrm>
    </dsp:sp>
    <dsp:sp modelId="{23E8C3D6-E590-45A1-A21D-2A6C35D2610A}">
      <dsp:nvSpPr>
        <dsp:cNvPr id="0" name=""/>
        <dsp:cNvSpPr/>
      </dsp:nvSpPr>
      <dsp:spPr>
        <a:xfrm>
          <a:off x="37511912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 Activities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532930" y="1356938"/>
        <a:ext cx="819087" cy="388525"/>
      </dsp:txXfrm>
    </dsp:sp>
    <dsp:sp modelId="{964C105D-52E2-4D8E-897E-9C26246B24B6}">
      <dsp:nvSpPr>
        <dsp:cNvPr id="0" name=""/>
        <dsp:cNvSpPr/>
      </dsp:nvSpPr>
      <dsp:spPr>
        <a:xfrm>
          <a:off x="37727193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 Office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748211" y="1968336"/>
        <a:ext cx="819087" cy="388525"/>
      </dsp:txXfrm>
    </dsp:sp>
    <dsp:sp modelId="{560EE43F-AC76-4516-A2D3-577D70CC4F65}">
      <dsp:nvSpPr>
        <dsp:cNvPr id="0" name=""/>
        <dsp:cNvSpPr/>
      </dsp:nvSpPr>
      <dsp:spPr>
        <a:xfrm>
          <a:off x="37727193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Kick-off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Meeting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748211" y="2579734"/>
        <a:ext cx="819087" cy="388525"/>
      </dsp:txXfrm>
    </dsp:sp>
    <dsp:sp modelId="{A99EE0E3-BF84-4CEA-A5D5-2D6D7FFBDC65}">
      <dsp:nvSpPr>
        <dsp:cNvPr id="0" name=""/>
        <dsp:cNvSpPr/>
      </dsp:nvSpPr>
      <dsp:spPr>
        <a:xfrm>
          <a:off x="38553872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Closure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74890" y="1356938"/>
        <a:ext cx="819087" cy="388525"/>
      </dsp:txXfrm>
    </dsp:sp>
    <dsp:sp modelId="{0F42063A-BEF5-45D8-A94A-62018F98299A}">
      <dsp:nvSpPr>
        <dsp:cNvPr id="0" name=""/>
        <dsp:cNvSpPr/>
      </dsp:nvSpPr>
      <dsp:spPr>
        <a:xfrm>
          <a:off x="38769153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Closure Readiness Review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90171" y="1968336"/>
        <a:ext cx="819087" cy="388525"/>
      </dsp:txXfrm>
    </dsp:sp>
    <dsp:sp modelId="{0B919FD3-A585-4D4B-A94F-8A14FA9B363B}">
      <dsp:nvSpPr>
        <dsp:cNvPr id="0" name=""/>
        <dsp:cNvSpPr/>
      </dsp:nvSpPr>
      <dsp:spPr>
        <a:xfrm>
          <a:off x="38769153" y="2558716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 Procurements Closure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90171" y="2579734"/>
        <a:ext cx="819087" cy="388525"/>
      </dsp:txXfrm>
    </dsp:sp>
    <dsp:sp modelId="{76519E9F-E15C-4F8D-8B3C-0D45772B5415}">
      <dsp:nvSpPr>
        <dsp:cNvPr id="0" name=""/>
        <dsp:cNvSpPr/>
      </dsp:nvSpPr>
      <dsp:spPr>
        <a:xfrm>
          <a:off x="38769153" y="3170114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Lessons Learned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Report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90171" y="3191132"/>
        <a:ext cx="819087" cy="388525"/>
      </dsp:txXfrm>
    </dsp:sp>
    <dsp:sp modelId="{E0EA4F46-67FC-4DC9-B506-9A66B0CA8E4D}">
      <dsp:nvSpPr>
        <dsp:cNvPr id="0" name=""/>
        <dsp:cNvSpPr/>
      </dsp:nvSpPr>
      <dsp:spPr>
        <a:xfrm>
          <a:off x="38769153" y="3781512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</a:t>
          </a:r>
          <a:b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Final Report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90171" y="3802530"/>
        <a:ext cx="819087" cy="388525"/>
      </dsp:txXfrm>
    </dsp:sp>
    <dsp:sp modelId="{B0395DFD-1DF5-4FA9-B35D-8E85090AB787}">
      <dsp:nvSpPr>
        <dsp:cNvPr id="0" name=""/>
        <dsp:cNvSpPr/>
      </dsp:nvSpPr>
      <dsp:spPr>
        <a:xfrm>
          <a:off x="39595832" y="1335920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Risk Budget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39616850" y="1356938"/>
        <a:ext cx="819087" cy="388525"/>
      </dsp:txXfrm>
    </dsp:sp>
    <dsp:sp modelId="{CE341EDE-2F4E-4280-A40E-EDCDE1BF900D}">
      <dsp:nvSpPr>
        <dsp:cNvPr id="0" name=""/>
        <dsp:cNvSpPr/>
      </dsp:nvSpPr>
      <dsp:spPr>
        <a:xfrm>
          <a:off x="39811113" y="1947318"/>
          <a:ext cx="861123" cy="430561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>
              <a:alpha val="9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Risk Buffer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39832131" y="1968336"/>
        <a:ext cx="819087" cy="3885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3B753-537F-4460-A6EF-68C5BB7B86C5}">
      <dsp:nvSpPr>
        <dsp:cNvPr id="0" name=""/>
        <dsp:cNvSpPr/>
      </dsp:nvSpPr>
      <dsp:spPr>
        <a:xfrm>
          <a:off x="5526825" y="507315"/>
          <a:ext cx="5102126" cy="177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49"/>
              </a:lnTo>
              <a:lnTo>
                <a:pt x="5102126" y="88549"/>
              </a:lnTo>
              <a:lnTo>
                <a:pt x="5102126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82CF1-BF2A-4581-8838-DCC2B55FEFA4}">
      <dsp:nvSpPr>
        <dsp:cNvPr id="0" name=""/>
        <dsp:cNvSpPr/>
      </dsp:nvSpPr>
      <dsp:spPr>
        <a:xfrm>
          <a:off x="5526825" y="507315"/>
          <a:ext cx="4081700" cy="177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49"/>
              </a:lnTo>
              <a:lnTo>
                <a:pt x="4081700" y="88549"/>
              </a:lnTo>
              <a:lnTo>
                <a:pt x="408170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F05FD-FAAB-420D-9011-DF5B50D852B4}">
      <dsp:nvSpPr>
        <dsp:cNvPr id="0" name=""/>
        <dsp:cNvSpPr/>
      </dsp:nvSpPr>
      <dsp:spPr>
        <a:xfrm>
          <a:off x="5526825" y="507315"/>
          <a:ext cx="3061275" cy="177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49"/>
              </a:lnTo>
              <a:lnTo>
                <a:pt x="3061275" y="88549"/>
              </a:lnTo>
              <a:lnTo>
                <a:pt x="3061275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82B8F4-4176-48B8-9EA4-CCA25DF22F50}">
      <dsp:nvSpPr>
        <dsp:cNvPr id="0" name=""/>
        <dsp:cNvSpPr/>
      </dsp:nvSpPr>
      <dsp:spPr>
        <a:xfrm>
          <a:off x="5526825" y="507315"/>
          <a:ext cx="2040850" cy="177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49"/>
              </a:lnTo>
              <a:lnTo>
                <a:pt x="2040850" y="88549"/>
              </a:lnTo>
              <a:lnTo>
                <a:pt x="204085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748347-DF08-43AF-8DF4-FE2A1EDE02CD}">
      <dsp:nvSpPr>
        <dsp:cNvPr id="0" name=""/>
        <dsp:cNvSpPr/>
      </dsp:nvSpPr>
      <dsp:spPr>
        <a:xfrm>
          <a:off x="5526825" y="507315"/>
          <a:ext cx="1020425" cy="1770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549"/>
              </a:lnTo>
              <a:lnTo>
                <a:pt x="1020425" y="88549"/>
              </a:lnTo>
              <a:lnTo>
                <a:pt x="1020425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6C4BE-3FC9-4B61-B226-E45A4C1DE6A4}">
      <dsp:nvSpPr>
        <dsp:cNvPr id="0" name=""/>
        <dsp:cNvSpPr/>
      </dsp:nvSpPr>
      <dsp:spPr>
        <a:xfrm>
          <a:off x="5481105" y="507315"/>
          <a:ext cx="91440" cy="1770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2F199-87FA-49C0-8BD2-ED55D47C0136}">
      <dsp:nvSpPr>
        <dsp:cNvPr id="0" name=""/>
        <dsp:cNvSpPr/>
      </dsp:nvSpPr>
      <dsp:spPr>
        <a:xfrm>
          <a:off x="4506400" y="507315"/>
          <a:ext cx="1020425" cy="177098"/>
        </a:xfrm>
        <a:custGeom>
          <a:avLst/>
          <a:gdLst/>
          <a:ahLst/>
          <a:cxnLst/>
          <a:rect l="0" t="0" r="0" b="0"/>
          <a:pathLst>
            <a:path>
              <a:moveTo>
                <a:pt x="1020425" y="0"/>
              </a:moveTo>
              <a:lnTo>
                <a:pt x="1020425" y="88549"/>
              </a:lnTo>
              <a:lnTo>
                <a:pt x="0" y="88549"/>
              </a:lnTo>
              <a:lnTo>
                <a:pt x="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D01696-C28B-41ED-ADF1-F98A69E3B32C}">
      <dsp:nvSpPr>
        <dsp:cNvPr id="0" name=""/>
        <dsp:cNvSpPr/>
      </dsp:nvSpPr>
      <dsp:spPr>
        <a:xfrm>
          <a:off x="3485975" y="507315"/>
          <a:ext cx="2040850" cy="177098"/>
        </a:xfrm>
        <a:custGeom>
          <a:avLst/>
          <a:gdLst/>
          <a:ahLst/>
          <a:cxnLst/>
          <a:rect l="0" t="0" r="0" b="0"/>
          <a:pathLst>
            <a:path>
              <a:moveTo>
                <a:pt x="2040850" y="0"/>
              </a:moveTo>
              <a:lnTo>
                <a:pt x="2040850" y="88549"/>
              </a:lnTo>
              <a:lnTo>
                <a:pt x="0" y="88549"/>
              </a:lnTo>
              <a:lnTo>
                <a:pt x="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02987-8088-4371-8132-2A7E5A194F38}">
      <dsp:nvSpPr>
        <dsp:cNvPr id="0" name=""/>
        <dsp:cNvSpPr/>
      </dsp:nvSpPr>
      <dsp:spPr>
        <a:xfrm>
          <a:off x="2465549" y="507315"/>
          <a:ext cx="3061275" cy="177098"/>
        </a:xfrm>
        <a:custGeom>
          <a:avLst/>
          <a:gdLst/>
          <a:ahLst/>
          <a:cxnLst/>
          <a:rect l="0" t="0" r="0" b="0"/>
          <a:pathLst>
            <a:path>
              <a:moveTo>
                <a:pt x="3061275" y="0"/>
              </a:moveTo>
              <a:lnTo>
                <a:pt x="3061275" y="88549"/>
              </a:lnTo>
              <a:lnTo>
                <a:pt x="0" y="88549"/>
              </a:lnTo>
              <a:lnTo>
                <a:pt x="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EE901D-3446-43D2-A609-C26F69F28526}">
      <dsp:nvSpPr>
        <dsp:cNvPr id="0" name=""/>
        <dsp:cNvSpPr/>
      </dsp:nvSpPr>
      <dsp:spPr>
        <a:xfrm>
          <a:off x="1445124" y="507315"/>
          <a:ext cx="4081700" cy="177098"/>
        </a:xfrm>
        <a:custGeom>
          <a:avLst/>
          <a:gdLst/>
          <a:ahLst/>
          <a:cxnLst/>
          <a:rect l="0" t="0" r="0" b="0"/>
          <a:pathLst>
            <a:path>
              <a:moveTo>
                <a:pt x="4081700" y="0"/>
              </a:moveTo>
              <a:lnTo>
                <a:pt x="4081700" y="88549"/>
              </a:lnTo>
              <a:lnTo>
                <a:pt x="0" y="88549"/>
              </a:lnTo>
              <a:lnTo>
                <a:pt x="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C0618-41C5-40A8-ABCB-67A992E0A35C}">
      <dsp:nvSpPr>
        <dsp:cNvPr id="0" name=""/>
        <dsp:cNvSpPr/>
      </dsp:nvSpPr>
      <dsp:spPr>
        <a:xfrm>
          <a:off x="424699" y="507315"/>
          <a:ext cx="5102126" cy="177098"/>
        </a:xfrm>
        <a:custGeom>
          <a:avLst/>
          <a:gdLst/>
          <a:ahLst/>
          <a:cxnLst/>
          <a:rect l="0" t="0" r="0" b="0"/>
          <a:pathLst>
            <a:path>
              <a:moveTo>
                <a:pt x="5102126" y="0"/>
              </a:moveTo>
              <a:lnTo>
                <a:pt x="5102126" y="88549"/>
              </a:lnTo>
              <a:lnTo>
                <a:pt x="0" y="88549"/>
              </a:lnTo>
              <a:lnTo>
                <a:pt x="0" y="17709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4B43F5-0696-4CA6-8658-E27AFF6276EB}">
      <dsp:nvSpPr>
        <dsp:cNvPr id="0" name=""/>
        <dsp:cNvSpPr/>
      </dsp:nvSpPr>
      <dsp:spPr>
        <a:xfrm>
          <a:off x="5105162" y="85651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Magical Devices V3 (MDV3)</a:t>
          </a:r>
        </a:p>
      </dsp:txBody>
      <dsp:txXfrm>
        <a:off x="5125746" y="106235"/>
        <a:ext cx="802158" cy="380495"/>
      </dsp:txXfrm>
    </dsp:sp>
    <dsp:sp modelId="{D2CC6CB8-F086-4E9A-AA62-576FE7D80F69}">
      <dsp:nvSpPr>
        <dsp:cNvPr id="0" name=""/>
        <dsp:cNvSpPr/>
      </dsp:nvSpPr>
      <dsp:spPr>
        <a:xfrm>
          <a:off x="3035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Business Process</a:t>
          </a:r>
        </a:p>
      </dsp:txBody>
      <dsp:txXfrm>
        <a:off x="23619" y="704997"/>
        <a:ext cx="802158" cy="380495"/>
      </dsp:txXfrm>
    </dsp:sp>
    <dsp:sp modelId="{6D731922-3B28-4F97-A8B2-9B6CFCB985CF}">
      <dsp:nvSpPr>
        <dsp:cNvPr id="0" name=""/>
        <dsp:cNvSpPr/>
      </dsp:nvSpPr>
      <dsp:spPr>
        <a:xfrm>
          <a:off x="1023461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System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4045" y="704997"/>
        <a:ext cx="802158" cy="380495"/>
      </dsp:txXfrm>
    </dsp:sp>
    <dsp:sp modelId="{3B5B8DB3-4877-4918-B6E2-A68931EB83CA}">
      <dsp:nvSpPr>
        <dsp:cNvPr id="0" name=""/>
        <dsp:cNvSpPr/>
      </dsp:nvSpPr>
      <dsp:spPr>
        <a:xfrm>
          <a:off x="2043886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Hardware</a:t>
          </a:r>
        </a:p>
      </dsp:txBody>
      <dsp:txXfrm>
        <a:off x="2064470" y="704997"/>
        <a:ext cx="802158" cy="380495"/>
      </dsp:txXfrm>
    </dsp:sp>
    <dsp:sp modelId="{63BD861E-8753-49DC-97D3-F13451019827}">
      <dsp:nvSpPr>
        <dsp:cNvPr id="0" name=""/>
        <dsp:cNvSpPr/>
      </dsp:nvSpPr>
      <dsp:spPr>
        <a:xfrm>
          <a:off x="3064311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Software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84895" y="704997"/>
        <a:ext cx="802158" cy="380495"/>
      </dsp:txXfrm>
    </dsp:sp>
    <dsp:sp modelId="{B3FD1850-5428-454F-AF32-30BCAC70B30F}">
      <dsp:nvSpPr>
        <dsp:cNvPr id="0" name=""/>
        <dsp:cNvSpPr/>
      </dsp:nvSpPr>
      <dsp:spPr>
        <a:xfrm>
          <a:off x="4084736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05320" y="704997"/>
        <a:ext cx="802158" cy="380495"/>
      </dsp:txXfrm>
    </dsp:sp>
    <dsp:sp modelId="{A0ACE71F-E4CC-4FA1-831B-309F75300363}">
      <dsp:nvSpPr>
        <dsp:cNvPr id="0" name=""/>
        <dsp:cNvSpPr/>
      </dsp:nvSpPr>
      <dsp:spPr>
        <a:xfrm>
          <a:off x="5105162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Facility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25746" y="704997"/>
        <a:ext cx="802158" cy="380495"/>
      </dsp:txXfrm>
    </dsp:sp>
    <dsp:sp modelId="{C334DFB2-7125-4EC9-9AA2-1F88653DA144}">
      <dsp:nvSpPr>
        <dsp:cNvPr id="0" name=""/>
        <dsp:cNvSpPr/>
      </dsp:nvSpPr>
      <dsp:spPr>
        <a:xfrm>
          <a:off x="6125587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prstClr val="black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rPr>
            <a:t>Quality Assurance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6146171" y="704997"/>
        <a:ext cx="802158" cy="380495"/>
      </dsp:txXfrm>
    </dsp:sp>
    <dsp:sp modelId="{7D70FCA4-7F52-4757-8EBA-E73FEA2E2498}">
      <dsp:nvSpPr>
        <dsp:cNvPr id="0" name=""/>
        <dsp:cNvSpPr/>
      </dsp:nvSpPr>
      <dsp:spPr>
        <a:xfrm>
          <a:off x="7146012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Implementation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7166596" y="704997"/>
        <a:ext cx="802158" cy="380495"/>
      </dsp:txXfrm>
    </dsp:sp>
    <dsp:sp modelId="{D3D17E41-8495-4F85-80DC-DA1973951075}">
      <dsp:nvSpPr>
        <dsp:cNvPr id="0" name=""/>
        <dsp:cNvSpPr/>
      </dsp:nvSpPr>
      <dsp:spPr>
        <a:xfrm>
          <a:off x="8166437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CA" sz="800" b="1" kern="1200" dirty="0">
            <a:solidFill>
              <a:prstClr val="black"/>
            </a:solidFill>
            <a:latin typeface="Arial" panose="020B0604020202020204" pitchFamily="34" charset="0"/>
            <a:ea typeface="DejaVu Sans"/>
            <a:cs typeface="Arial" panose="020B0604020202020204" pitchFamily="34" charset="0"/>
          </a:endParaRPr>
        </a:p>
      </dsp:txBody>
      <dsp:txXfrm>
        <a:off x="8187021" y="704997"/>
        <a:ext cx="802158" cy="380495"/>
      </dsp:txXfrm>
    </dsp:sp>
    <dsp:sp modelId="{00D29CEF-0F77-4DA8-ACD5-B019CE47EC06}">
      <dsp:nvSpPr>
        <dsp:cNvPr id="0" name=""/>
        <dsp:cNvSpPr/>
      </dsp:nvSpPr>
      <dsp:spPr>
        <a:xfrm>
          <a:off x="9186863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Support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07447" y="704997"/>
        <a:ext cx="802158" cy="380495"/>
      </dsp:txXfrm>
    </dsp:sp>
    <dsp:sp modelId="{75FCD661-7E83-417C-93F6-809F9F1ABFA5}">
      <dsp:nvSpPr>
        <dsp:cNvPr id="0" name=""/>
        <dsp:cNvSpPr/>
      </dsp:nvSpPr>
      <dsp:spPr>
        <a:xfrm>
          <a:off x="10207288" y="684413"/>
          <a:ext cx="843326" cy="421663"/>
        </a:xfrm>
        <a:prstGeom prst="roundRect">
          <a:avLst/>
        </a:prstGeom>
        <a:solidFill>
          <a:srgbClr val="EAEAEA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Project Management</a:t>
          </a:r>
          <a:endParaRPr lang="en-CA" sz="8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27872" y="704997"/>
        <a:ext cx="802158" cy="380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12920662" cy="212248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6889412" y="0"/>
            <a:ext cx="12922252" cy="212248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>
              <a:defRPr sz="1300"/>
            </a:lvl1pPr>
          </a:lstStyle>
          <a:p>
            <a:fld id="{AB5CF3EE-9DD1-4E7B-88EC-EA58F5D099F6}" type="datetimeFigureOut">
              <a:rPr lang="en-CA" smtClean="0"/>
              <a:t>2025-03-03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06950" y="5292725"/>
            <a:ext cx="20204113" cy="14290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3" rIns="91427" bIns="45713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981325" y="20378746"/>
            <a:ext cx="23855364" cy="16675099"/>
          </a:xfrm>
          <a:prstGeom prst="rect">
            <a:avLst/>
          </a:prstGeom>
        </p:spPr>
        <p:txBody>
          <a:bodyPr vert="horz" lIns="91427" tIns="45713" rIns="91427" bIns="4571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40224075"/>
            <a:ext cx="12920662" cy="212248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6889412" y="40224075"/>
            <a:ext cx="12922252" cy="212248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>
              <a:defRPr sz="1300"/>
            </a:lvl1pPr>
          </a:lstStyle>
          <a:p>
            <a:fld id="{10FA6747-9467-4BB5-8FFC-907E4DC02D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27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64200" y="1538280"/>
            <a:ext cx="37874160" cy="228697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187108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187108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526976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2807532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1526976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2807532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CA" sz="2293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73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667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590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458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4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25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29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042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2464200" y="27284760"/>
            <a:ext cx="980424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CA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14752440" y="27284760"/>
            <a:ext cx="1333908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CA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30534120" y="27284760"/>
            <a:ext cx="980424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8A38396F-B676-46DB-A2BF-4DA9FA6F6730}" type="slidenum">
              <a:rPr lang="en-CA" sz="1400" b="0" strike="noStrike" spc="-1">
                <a:latin typeface="Times New Roman"/>
              </a:rPr>
              <a:t>‹#›</a:t>
            </a:fld>
            <a:endParaRPr lang="en-CA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Diagram 278">
            <a:extLst>
              <a:ext uri="{FF2B5EF4-FFF2-40B4-BE49-F238E27FC236}">
                <a16:creationId xmlns:a16="http://schemas.microsoft.com/office/drawing/2014/main" id="{557B2188-35C4-4AEB-AB99-327213A136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276504"/>
              </p:ext>
            </p:extLst>
          </p:nvPr>
        </p:nvGraphicFramePr>
        <p:xfrm>
          <a:off x="1065084" y="2733361"/>
          <a:ext cx="40673595" cy="7382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0" name="Rectangle 279">
            <a:extLst>
              <a:ext uri="{FF2B5EF4-FFF2-40B4-BE49-F238E27FC236}">
                <a16:creationId xmlns:a16="http://schemas.microsoft.com/office/drawing/2014/main" id="{D153B0E8-4631-4781-AECA-B87C59CC3676}"/>
              </a:ext>
            </a:extLst>
          </p:cNvPr>
          <p:cNvSpPr/>
          <p:nvPr/>
        </p:nvSpPr>
        <p:spPr>
          <a:xfrm>
            <a:off x="20245657" y="2082565"/>
            <a:ext cx="2670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Magical Devices Version 3 (MDV3)</a:t>
            </a:r>
          </a:p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Work Breakdown Structure (WBS)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5C2301-4862-4198-8620-9DE594618E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4598079"/>
              </p:ext>
            </p:extLst>
          </p:nvPr>
        </p:nvGraphicFramePr>
        <p:xfrm>
          <a:off x="1545256" y="10158237"/>
          <a:ext cx="11053651" cy="1191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FA0445D-789F-4205-991B-C22788B7E52C}"/>
              </a:ext>
            </a:extLst>
          </p:cNvPr>
          <p:cNvSpPr/>
          <p:nvPr/>
        </p:nvSpPr>
        <p:spPr>
          <a:xfrm>
            <a:off x="5736845" y="9511906"/>
            <a:ext cx="2670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Magical Devices Version 3 (MDV3)</a:t>
            </a:r>
          </a:p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Work Breakdown Structure (WBS)</a:t>
            </a:r>
          </a:p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Summary Level</a:t>
            </a:r>
          </a:p>
        </p:txBody>
      </p:sp>
    </p:spTree>
    <p:extLst>
      <p:ext uri="{BB962C8B-B14F-4D97-AF65-F5344CB8AC3E}">
        <p14:creationId xmlns:p14="http://schemas.microsoft.com/office/powerpoint/2010/main" val="1366821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6D88CE0-9DE0-4899-82E4-A428C19B6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5B0031-28B0-4EBB-B93F-E5EDC01497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952EF-F3CC-4C25-AC57-0F3AEF164E65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3954</TotalTime>
  <Words>689</Words>
  <Application>Microsoft Office PowerPoint</Application>
  <PresentationFormat>Egendefinert</PresentationFormat>
  <Paragraphs>193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7" baseType="lpstr">
      <vt:lpstr>Arial</vt:lpstr>
      <vt:lpstr>Calibri</vt:lpstr>
      <vt:lpstr>Symbol</vt:lpstr>
      <vt:lpstr>Times New Roman</vt:lpstr>
      <vt:lpstr>Wingdings</vt:lpstr>
      <vt:lpstr>Office Theme</vt:lpstr>
      <vt:lpstr>PowerPoint-presentasjon</vt:lpstr>
    </vt:vector>
  </TitlesOfParts>
  <Company>DeeplyPracticalPM.com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Devices Version 3</dc:title>
  <dc:subject/>
  <dc:creator>William Stewart</dc:creator>
  <dc:description/>
  <cp:lastModifiedBy>Bård Inge Austigard Pettersen</cp:lastModifiedBy>
  <cp:revision>127</cp:revision>
  <cp:lastPrinted>2020-10-17T16:30:27Z</cp:lastPrinted>
  <dcterms:created xsi:type="dcterms:W3CDTF">2019-10-12T10:37:35Z</dcterms:created>
  <dcterms:modified xsi:type="dcterms:W3CDTF">2025-03-04T02:33:54Z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