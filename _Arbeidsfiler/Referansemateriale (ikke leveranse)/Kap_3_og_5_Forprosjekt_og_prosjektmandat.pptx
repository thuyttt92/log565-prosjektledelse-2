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301" r:id="rId5"/>
    <p:sldId id="514" r:id="rId6"/>
    <p:sldId id="501" r:id="rId7"/>
    <p:sldId id="500" r:id="rId8"/>
    <p:sldId id="502" r:id="rId9"/>
    <p:sldId id="494" r:id="rId10"/>
    <p:sldId id="503" r:id="rId11"/>
    <p:sldId id="505" r:id="rId12"/>
    <p:sldId id="504" r:id="rId13"/>
    <p:sldId id="506" r:id="rId14"/>
    <p:sldId id="507" r:id="rId15"/>
    <p:sldId id="508" r:id="rId16"/>
    <p:sldId id="509" r:id="rId17"/>
    <p:sldId id="510" r:id="rId18"/>
    <p:sldId id="511" r:id="rId19"/>
    <p:sldId id="512" r:id="rId20"/>
    <p:sldId id="513" r:id="rId21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19F7D6-EF48-4E8E-8B47-A8149D9D2B10}" v="9493" dt="2025-02-11T13:40:49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1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D419F7D6-EF48-4E8E-8B47-A8149D9D2B10}"/>
    <pc:docChg chg="undo redo custSel addSld delSld modSld sldOrd delMainMaster modShowInfo">
      <pc:chgData name="Bård Inge Austigard Pettersen" userId="bebddd87-b0b6-46bf-b87e-7c2cbec16442" providerId="ADAL" clId="{D419F7D6-EF48-4E8E-8B47-A8149D9D2B10}" dt="2025-02-11T13:40:49.124" v="10553"/>
      <pc:docMkLst>
        <pc:docMk/>
      </pc:docMkLst>
      <pc:sldChg chg="del">
        <pc:chgData name="Bård Inge Austigard Pettersen" userId="bebddd87-b0b6-46bf-b87e-7c2cbec16442" providerId="ADAL" clId="{D419F7D6-EF48-4E8E-8B47-A8149D9D2B10}" dt="2025-02-11T06:10:05.494" v="0" actId="47"/>
        <pc:sldMkLst>
          <pc:docMk/>
          <pc:sldMk cId="1589826953" sldId="256"/>
        </pc:sldMkLst>
      </pc:sldChg>
      <pc:sldChg chg="modSp mod modAnim">
        <pc:chgData name="Bård Inge Austigard Pettersen" userId="bebddd87-b0b6-46bf-b87e-7c2cbec16442" providerId="ADAL" clId="{D419F7D6-EF48-4E8E-8B47-A8149D9D2B10}" dt="2025-02-11T11:45:20.744" v="9803" actId="27636"/>
        <pc:sldMkLst>
          <pc:docMk/>
          <pc:sldMk cId="2616925613" sldId="301"/>
        </pc:sldMkLst>
        <pc:spChg chg="mod">
          <ac:chgData name="Bård Inge Austigard Pettersen" userId="bebddd87-b0b6-46bf-b87e-7c2cbec16442" providerId="ADAL" clId="{D419F7D6-EF48-4E8E-8B47-A8149D9D2B10}" dt="2025-02-11T07:14:49.096" v="439" actId="20577"/>
          <ac:spMkLst>
            <pc:docMk/>
            <pc:sldMk cId="2616925613" sldId="301"/>
            <ac:spMk id="2" creationId="{3031327B-1409-462F-8AF8-428EA9AFEE07}"/>
          </ac:spMkLst>
        </pc:spChg>
        <pc:spChg chg="mod">
          <ac:chgData name="Bård Inge Austigard Pettersen" userId="bebddd87-b0b6-46bf-b87e-7c2cbec16442" providerId="ADAL" clId="{D419F7D6-EF48-4E8E-8B47-A8149D9D2B10}" dt="2025-02-11T11:45:20.744" v="9803" actId="27636"/>
          <ac:spMkLst>
            <pc:docMk/>
            <pc:sldMk cId="2616925613" sldId="301"/>
            <ac:spMk id="3" creationId="{5D477589-74CB-45EB-ACE7-85719D586BC5}"/>
          </ac:spMkLst>
        </pc:spChg>
      </pc:sldChg>
      <pc:sldChg chg="addSp delSp modSp mod delAnim modAnim">
        <pc:chgData name="Bård Inge Austigard Pettersen" userId="bebddd87-b0b6-46bf-b87e-7c2cbec16442" providerId="ADAL" clId="{D419F7D6-EF48-4E8E-8B47-A8149D9D2B10}" dt="2025-02-11T13:11:18.243" v="10550"/>
        <pc:sldMkLst>
          <pc:docMk/>
          <pc:sldMk cId="1770424791" sldId="494"/>
        </pc:sldMkLst>
        <pc:spChg chg="mod">
          <ac:chgData name="Bård Inge Austigard Pettersen" userId="bebddd87-b0b6-46bf-b87e-7c2cbec16442" providerId="ADAL" clId="{D419F7D6-EF48-4E8E-8B47-A8149D9D2B10}" dt="2025-02-11T08:03:46.347" v="3047" actId="20577"/>
          <ac:spMkLst>
            <pc:docMk/>
            <pc:sldMk cId="1770424791" sldId="494"/>
            <ac:spMk id="2" creationId="{8D4BB0D9-EBDF-91B1-F47E-62271F956BDE}"/>
          </ac:spMkLst>
        </pc:spChg>
        <pc:spChg chg="add mod">
          <ac:chgData name="Bård Inge Austigard Pettersen" userId="bebddd87-b0b6-46bf-b87e-7c2cbec16442" providerId="ADAL" clId="{D419F7D6-EF48-4E8E-8B47-A8149D9D2B10}" dt="2025-02-11T08:12:58.578" v="3808" actId="14100"/>
          <ac:spMkLst>
            <pc:docMk/>
            <pc:sldMk cId="1770424791" sldId="494"/>
            <ac:spMk id="3" creationId="{AD7DABF8-1948-DA68-5946-C362B6CA993F}"/>
          </ac:spMkLst>
        </pc:spChg>
        <pc:spChg chg="del mod">
          <ac:chgData name="Bård Inge Austigard Pettersen" userId="bebddd87-b0b6-46bf-b87e-7c2cbec16442" providerId="ADAL" clId="{D419F7D6-EF48-4E8E-8B47-A8149D9D2B10}" dt="2025-02-11T08:03:50.230" v="3048" actId="478"/>
          <ac:spMkLst>
            <pc:docMk/>
            <pc:sldMk cId="1770424791" sldId="494"/>
            <ac:spMk id="7" creationId="{0CA5645B-0DAC-BEF5-254B-FBAEF86BAA3D}"/>
          </ac:spMkLst>
        </pc:spChg>
        <pc:inkChg chg="add">
          <ac:chgData name="Bård Inge Austigard Pettersen" userId="bebddd87-b0b6-46bf-b87e-7c2cbec16442" providerId="ADAL" clId="{D419F7D6-EF48-4E8E-8B47-A8149D9D2B10}" dt="2025-02-11T13:11:18.243" v="10550"/>
          <ac:inkMkLst>
            <pc:docMk/>
            <pc:sldMk cId="1770424791" sldId="494"/>
            <ac:inkMk id="4" creationId="{611AA069-53FE-4EED-D7B9-358B20F8AB51}"/>
          </ac:inkMkLst>
        </pc:inkChg>
      </pc:sldChg>
      <pc:sldChg chg="modSp del mod">
        <pc:chgData name="Bård Inge Austigard Pettersen" userId="bebddd87-b0b6-46bf-b87e-7c2cbec16442" providerId="ADAL" clId="{D419F7D6-EF48-4E8E-8B47-A8149D9D2B10}" dt="2025-02-11T08:00:34.779" v="2829" actId="47"/>
        <pc:sldMkLst>
          <pc:docMk/>
          <pc:sldMk cId="112628535" sldId="495"/>
        </pc:sldMkLst>
        <pc:spChg chg="mod">
          <ac:chgData name="Bård Inge Austigard Pettersen" userId="bebddd87-b0b6-46bf-b87e-7c2cbec16442" providerId="ADAL" clId="{D419F7D6-EF48-4E8E-8B47-A8149D9D2B10}" dt="2025-02-11T07:59:10.637" v="2790" actId="20577"/>
          <ac:spMkLst>
            <pc:docMk/>
            <pc:sldMk cId="112628535" sldId="495"/>
            <ac:spMk id="2" creationId="{A95FA74B-0FB5-064B-AEA3-20D92746ED40}"/>
          </ac:spMkLst>
        </pc:spChg>
      </pc:sldChg>
      <pc:sldChg chg="del">
        <pc:chgData name="Bård Inge Austigard Pettersen" userId="bebddd87-b0b6-46bf-b87e-7c2cbec16442" providerId="ADAL" clId="{D419F7D6-EF48-4E8E-8B47-A8149D9D2B10}" dt="2025-02-11T08:00:34.779" v="2829" actId="47"/>
        <pc:sldMkLst>
          <pc:docMk/>
          <pc:sldMk cId="1048974169" sldId="496"/>
        </pc:sldMkLst>
      </pc:sldChg>
      <pc:sldChg chg="del">
        <pc:chgData name="Bård Inge Austigard Pettersen" userId="bebddd87-b0b6-46bf-b87e-7c2cbec16442" providerId="ADAL" clId="{D419F7D6-EF48-4E8E-8B47-A8149D9D2B10}" dt="2025-02-11T08:00:34.779" v="2829" actId="47"/>
        <pc:sldMkLst>
          <pc:docMk/>
          <pc:sldMk cId="136921473" sldId="497"/>
        </pc:sldMkLst>
      </pc:sldChg>
      <pc:sldChg chg="del">
        <pc:chgData name="Bård Inge Austigard Pettersen" userId="bebddd87-b0b6-46bf-b87e-7c2cbec16442" providerId="ADAL" clId="{D419F7D6-EF48-4E8E-8B47-A8149D9D2B10}" dt="2025-02-11T08:00:34.779" v="2829" actId="47"/>
        <pc:sldMkLst>
          <pc:docMk/>
          <pc:sldMk cId="519208691" sldId="498"/>
        </pc:sldMkLst>
      </pc:sldChg>
      <pc:sldChg chg="del">
        <pc:chgData name="Bård Inge Austigard Pettersen" userId="bebddd87-b0b6-46bf-b87e-7c2cbec16442" providerId="ADAL" clId="{D419F7D6-EF48-4E8E-8B47-A8149D9D2B10}" dt="2025-02-11T08:00:34.779" v="2829" actId="47"/>
        <pc:sldMkLst>
          <pc:docMk/>
          <pc:sldMk cId="3044056409" sldId="499"/>
        </pc:sldMkLst>
      </pc:sldChg>
      <pc:sldChg chg="addSp delSp modSp mod delAnim modAnim">
        <pc:chgData name="Bård Inge Austigard Pettersen" userId="bebddd87-b0b6-46bf-b87e-7c2cbec16442" providerId="ADAL" clId="{D419F7D6-EF48-4E8E-8B47-A8149D9D2B10}" dt="2025-02-11T07:53:39.757" v="2505" actId="20577"/>
        <pc:sldMkLst>
          <pc:docMk/>
          <pc:sldMk cId="2175571368" sldId="500"/>
        </pc:sldMkLst>
        <pc:spChg chg="mod">
          <ac:chgData name="Bård Inge Austigard Pettersen" userId="bebddd87-b0b6-46bf-b87e-7c2cbec16442" providerId="ADAL" clId="{D419F7D6-EF48-4E8E-8B47-A8149D9D2B10}" dt="2025-02-11T07:42:49.983" v="1652" actId="21"/>
          <ac:spMkLst>
            <pc:docMk/>
            <pc:sldMk cId="2175571368" sldId="500"/>
            <ac:spMk id="2" creationId="{38885740-CCA1-E17E-01ED-B88F5E2F23AB}"/>
          </ac:spMkLst>
        </pc:spChg>
        <pc:spChg chg="add del mod">
          <ac:chgData name="Bård Inge Austigard Pettersen" userId="bebddd87-b0b6-46bf-b87e-7c2cbec16442" providerId="ADAL" clId="{D419F7D6-EF48-4E8E-8B47-A8149D9D2B10}" dt="2025-02-11T07:42:56.763" v="1654" actId="478"/>
          <ac:spMkLst>
            <pc:docMk/>
            <pc:sldMk cId="2175571368" sldId="500"/>
            <ac:spMk id="3" creationId="{C63D2ECF-2141-9B69-9CF9-CA8F42ED6364}"/>
          </ac:spMkLst>
        </pc:spChg>
        <pc:spChg chg="add mod">
          <ac:chgData name="Bård Inge Austigard Pettersen" userId="bebddd87-b0b6-46bf-b87e-7c2cbec16442" providerId="ADAL" clId="{D419F7D6-EF48-4E8E-8B47-A8149D9D2B10}" dt="2025-02-11T07:53:39.757" v="2505" actId="20577"/>
          <ac:spMkLst>
            <pc:docMk/>
            <pc:sldMk cId="2175571368" sldId="500"/>
            <ac:spMk id="5" creationId="{18EF4F78-60AC-5E72-73BF-3ED5B5AB6F35}"/>
          </ac:spMkLst>
        </pc:spChg>
        <pc:spChg chg="del mod">
          <ac:chgData name="Bård Inge Austigard Pettersen" userId="bebddd87-b0b6-46bf-b87e-7c2cbec16442" providerId="ADAL" clId="{D419F7D6-EF48-4E8E-8B47-A8149D9D2B10}" dt="2025-02-11T07:18:49.094" v="532" actId="478"/>
          <ac:spMkLst>
            <pc:docMk/>
            <pc:sldMk cId="2175571368" sldId="500"/>
            <ac:spMk id="7" creationId="{1D401661-0461-8A15-9015-B8D05899C41F}"/>
          </ac:spMkLst>
        </pc:spChg>
        <pc:picChg chg="add del mod">
          <ac:chgData name="Bård Inge Austigard Pettersen" userId="bebddd87-b0b6-46bf-b87e-7c2cbec16442" providerId="ADAL" clId="{D419F7D6-EF48-4E8E-8B47-A8149D9D2B10}" dt="2025-02-11T07:42:57.896" v="1655" actId="478"/>
          <ac:picMkLst>
            <pc:docMk/>
            <pc:sldMk cId="2175571368" sldId="500"/>
            <ac:picMk id="8" creationId="{989C737F-6512-3A8A-71A3-169C25EC5F1A}"/>
          </ac:picMkLst>
        </pc:picChg>
        <pc:picChg chg="add mod">
          <ac:chgData name="Bård Inge Austigard Pettersen" userId="bebddd87-b0b6-46bf-b87e-7c2cbec16442" providerId="ADAL" clId="{D419F7D6-EF48-4E8E-8B47-A8149D9D2B10}" dt="2025-02-11T07:50:17.115" v="2333" actId="1076"/>
          <ac:picMkLst>
            <pc:docMk/>
            <pc:sldMk cId="2175571368" sldId="500"/>
            <ac:picMk id="10" creationId="{13CBAB3E-7783-766B-2D85-7E5E523DEC6A}"/>
          </ac:picMkLst>
        </pc:picChg>
      </pc:sldChg>
      <pc:sldChg chg="addSp modSp mod ord modAnim">
        <pc:chgData name="Bård Inge Austigard Pettersen" userId="bebddd87-b0b6-46bf-b87e-7c2cbec16442" providerId="ADAL" clId="{D419F7D6-EF48-4E8E-8B47-A8149D9D2B10}" dt="2025-02-11T13:11:18.243" v="10550"/>
        <pc:sldMkLst>
          <pc:docMk/>
          <pc:sldMk cId="2819161301" sldId="501"/>
        </pc:sldMkLst>
        <pc:spChg chg="mod">
          <ac:chgData name="Bård Inge Austigard Pettersen" userId="bebddd87-b0b6-46bf-b87e-7c2cbec16442" providerId="ADAL" clId="{D419F7D6-EF48-4E8E-8B47-A8149D9D2B10}" dt="2025-02-11T07:42:52.862" v="1653"/>
          <ac:spMkLst>
            <pc:docMk/>
            <pc:sldMk cId="2819161301" sldId="501"/>
            <ac:spMk id="2" creationId="{6446A653-54B0-753C-EA6C-13E9A08EB157}"/>
          </ac:spMkLst>
        </pc:spChg>
        <pc:spChg chg="mod">
          <ac:chgData name="Bård Inge Austigard Pettersen" userId="bebddd87-b0b6-46bf-b87e-7c2cbec16442" providerId="ADAL" clId="{D419F7D6-EF48-4E8E-8B47-A8149D9D2B10}" dt="2025-02-11T08:01:36.457" v="2945" actId="20577"/>
          <ac:spMkLst>
            <pc:docMk/>
            <pc:sldMk cId="2819161301" sldId="501"/>
            <ac:spMk id="5" creationId="{19525B56-53EC-6B0B-CB86-741604D20E47}"/>
          </ac:spMkLst>
        </pc:spChg>
        <pc:picChg chg="mod">
          <ac:chgData name="Bård Inge Austigard Pettersen" userId="bebddd87-b0b6-46bf-b87e-7c2cbec16442" providerId="ADAL" clId="{D419F7D6-EF48-4E8E-8B47-A8149D9D2B10}" dt="2025-02-11T07:52:01.156" v="2454" actId="1076"/>
          <ac:picMkLst>
            <pc:docMk/>
            <pc:sldMk cId="2819161301" sldId="501"/>
            <ac:picMk id="8" creationId="{E3DAAD96-F466-7190-3BDD-8DDC4C11807F}"/>
          </ac:picMkLst>
        </pc:picChg>
        <pc:inkChg chg="add">
          <ac:chgData name="Bård Inge Austigard Pettersen" userId="bebddd87-b0b6-46bf-b87e-7c2cbec16442" providerId="ADAL" clId="{D419F7D6-EF48-4E8E-8B47-A8149D9D2B10}" dt="2025-02-11T13:11:18.243" v="10550"/>
          <ac:inkMkLst>
            <pc:docMk/>
            <pc:sldMk cId="2819161301" sldId="501"/>
            <ac:inkMk id="4" creationId="{7BB4634F-3885-C4C2-6580-8E1EAEA8F653}"/>
          </ac:inkMkLst>
        </pc:inkChg>
      </pc:sldChg>
      <pc:sldChg chg="addSp modSp mod modAnim">
        <pc:chgData name="Bård Inge Austigard Pettersen" userId="bebddd87-b0b6-46bf-b87e-7c2cbec16442" providerId="ADAL" clId="{D419F7D6-EF48-4E8E-8B47-A8149D9D2B10}" dt="2025-02-11T13:11:18.243" v="10550"/>
        <pc:sldMkLst>
          <pc:docMk/>
          <pc:sldMk cId="3508816912" sldId="502"/>
        </pc:sldMkLst>
        <pc:spChg chg="mod">
          <ac:chgData name="Bård Inge Austigard Pettersen" userId="bebddd87-b0b6-46bf-b87e-7c2cbec16442" providerId="ADAL" clId="{D419F7D6-EF48-4E8E-8B47-A8149D9D2B10}" dt="2025-02-11T08:13:37.427" v="3882" actId="20577"/>
          <ac:spMkLst>
            <pc:docMk/>
            <pc:sldMk cId="3508816912" sldId="502"/>
            <ac:spMk id="2" creationId="{7AA9A65F-4DDD-F4F4-651B-602BC7E50C76}"/>
          </ac:spMkLst>
        </pc:spChg>
        <pc:spChg chg="mod">
          <ac:chgData name="Bård Inge Austigard Pettersen" userId="bebddd87-b0b6-46bf-b87e-7c2cbec16442" providerId="ADAL" clId="{D419F7D6-EF48-4E8E-8B47-A8149D9D2B10}" dt="2025-02-11T08:39:38.692" v="5779" actId="20577"/>
          <ac:spMkLst>
            <pc:docMk/>
            <pc:sldMk cId="3508816912" sldId="502"/>
            <ac:spMk id="3" creationId="{70F2A989-4A82-AFD9-049D-344774926E6D}"/>
          </ac:spMkLst>
        </pc:spChg>
        <pc:inkChg chg="add">
          <ac:chgData name="Bård Inge Austigard Pettersen" userId="bebddd87-b0b6-46bf-b87e-7c2cbec16442" providerId="ADAL" clId="{D419F7D6-EF48-4E8E-8B47-A8149D9D2B10}" dt="2025-02-11T13:11:18.243" v="10550"/>
          <ac:inkMkLst>
            <pc:docMk/>
            <pc:sldMk cId="3508816912" sldId="502"/>
            <ac:inkMk id="4" creationId="{782FA84F-9C3C-7190-8479-A8E0BCAC20FF}"/>
          </ac:inkMkLst>
        </pc:inkChg>
      </pc:sldChg>
      <pc:sldChg chg="addSp modSp mod modAnim">
        <pc:chgData name="Bård Inge Austigard Pettersen" userId="bebddd87-b0b6-46bf-b87e-7c2cbec16442" providerId="ADAL" clId="{D419F7D6-EF48-4E8E-8B47-A8149D9D2B10}" dt="2025-02-11T13:11:18.243" v="10550"/>
        <pc:sldMkLst>
          <pc:docMk/>
          <pc:sldMk cId="2412366458" sldId="503"/>
        </pc:sldMkLst>
        <pc:spChg chg="mod">
          <ac:chgData name="Bård Inge Austigard Pettersen" userId="bebddd87-b0b6-46bf-b87e-7c2cbec16442" providerId="ADAL" clId="{D419F7D6-EF48-4E8E-8B47-A8149D9D2B10}" dt="2025-02-11T08:20:42.929" v="4326" actId="20577"/>
          <ac:spMkLst>
            <pc:docMk/>
            <pc:sldMk cId="2412366458" sldId="503"/>
            <ac:spMk id="2" creationId="{38096832-9CC1-E470-0FB5-AF566A24BB7D}"/>
          </ac:spMkLst>
        </pc:spChg>
        <pc:spChg chg="mod">
          <ac:chgData name="Bård Inge Austigard Pettersen" userId="bebddd87-b0b6-46bf-b87e-7c2cbec16442" providerId="ADAL" clId="{D419F7D6-EF48-4E8E-8B47-A8149D9D2B10}" dt="2025-02-11T08:44:55.541" v="5949" actId="1076"/>
          <ac:spMkLst>
            <pc:docMk/>
            <pc:sldMk cId="2412366458" sldId="503"/>
            <ac:spMk id="3" creationId="{5D778B46-406B-CB3E-1C3F-7FDB25E4DD24}"/>
          </ac:spMkLst>
        </pc:spChg>
        <pc:spChg chg="add mod">
          <ac:chgData name="Bård Inge Austigard Pettersen" userId="bebddd87-b0b6-46bf-b87e-7c2cbec16442" providerId="ADAL" clId="{D419F7D6-EF48-4E8E-8B47-A8149D9D2B10}" dt="2025-02-11T08:35:37.970" v="5514" actId="1076"/>
          <ac:spMkLst>
            <pc:docMk/>
            <pc:sldMk cId="2412366458" sldId="503"/>
            <ac:spMk id="5" creationId="{7C1BDE41-9CB5-264E-5091-D6FF54CC296C}"/>
          </ac:spMkLst>
        </pc:spChg>
        <pc:picChg chg="add mod">
          <ac:chgData name="Bård Inge Austigard Pettersen" userId="bebddd87-b0b6-46bf-b87e-7c2cbec16442" providerId="ADAL" clId="{D419F7D6-EF48-4E8E-8B47-A8149D9D2B10}" dt="2025-02-11T08:23:17.617" v="4565" actId="1076"/>
          <ac:picMkLst>
            <pc:docMk/>
            <pc:sldMk cId="2412366458" sldId="503"/>
            <ac:picMk id="7" creationId="{F2E1C72E-6AE7-FADE-7F95-DB867A3902AA}"/>
          </ac:picMkLst>
        </pc:picChg>
        <pc:inkChg chg="add">
          <ac:chgData name="Bård Inge Austigard Pettersen" userId="bebddd87-b0b6-46bf-b87e-7c2cbec16442" providerId="ADAL" clId="{D419F7D6-EF48-4E8E-8B47-A8149D9D2B10}" dt="2025-02-11T13:11:18.243" v="10550"/>
          <ac:inkMkLst>
            <pc:docMk/>
            <pc:sldMk cId="2412366458" sldId="503"/>
            <ac:inkMk id="8" creationId="{9F217678-44A2-F106-F303-C8D4A0E8231F}"/>
          </ac:inkMkLst>
        </pc:inkChg>
      </pc:sldChg>
      <pc:sldChg chg="addSp delSp modSp mod ord delAnim modAnim">
        <pc:chgData name="Bård Inge Austigard Pettersen" userId="bebddd87-b0b6-46bf-b87e-7c2cbec16442" providerId="ADAL" clId="{D419F7D6-EF48-4E8E-8B47-A8149D9D2B10}" dt="2025-02-11T13:40:49.124" v="10553"/>
        <pc:sldMkLst>
          <pc:docMk/>
          <pc:sldMk cId="3273209811" sldId="504"/>
        </pc:sldMkLst>
        <pc:spChg chg="mod">
          <ac:chgData name="Bård Inge Austigard Pettersen" userId="bebddd87-b0b6-46bf-b87e-7c2cbec16442" providerId="ADAL" clId="{D419F7D6-EF48-4E8E-8B47-A8149D9D2B10}" dt="2025-02-11T08:58:43.585" v="6381" actId="20577"/>
          <ac:spMkLst>
            <pc:docMk/>
            <pc:sldMk cId="3273209811" sldId="504"/>
            <ac:spMk id="2" creationId="{CBA2C611-AF20-6619-D3EB-0EB7233589B0}"/>
          </ac:spMkLst>
        </pc:spChg>
        <pc:spChg chg="mod">
          <ac:chgData name="Bård Inge Austigard Pettersen" userId="bebddd87-b0b6-46bf-b87e-7c2cbec16442" providerId="ADAL" clId="{D419F7D6-EF48-4E8E-8B47-A8149D9D2B10}" dt="2025-02-11T13:11:29.929" v="10552" actId="5793"/>
          <ac:spMkLst>
            <pc:docMk/>
            <pc:sldMk cId="3273209811" sldId="504"/>
            <ac:spMk id="3" creationId="{98BDF42D-6676-8656-0086-50CBB63B57CC}"/>
          </ac:spMkLst>
        </pc:spChg>
        <pc:picChg chg="add del mod">
          <ac:chgData name="Bård Inge Austigard Pettersen" userId="bebddd87-b0b6-46bf-b87e-7c2cbec16442" providerId="ADAL" clId="{D419F7D6-EF48-4E8E-8B47-A8149D9D2B10}" dt="2025-02-11T08:58:40.727" v="6379" actId="478"/>
          <ac:picMkLst>
            <pc:docMk/>
            <pc:sldMk cId="3273209811" sldId="504"/>
            <ac:picMk id="5" creationId="{FB2EAE3A-056E-484B-526D-77224FE2C530}"/>
          </ac:picMkLst>
        </pc:picChg>
        <pc:inkChg chg="add">
          <ac:chgData name="Bård Inge Austigard Pettersen" userId="bebddd87-b0b6-46bf-b87e-7c2cbec16442" providerId="ADAL" clId="{D419F7D6-EF48-4E8E-8B47-A8149D9D2B10}" dt="2025-02-11T13:40:49.124" v="10553"/>
          <ac:inkMkLst>
            <pc:docMk/>
            <pc:sldMk cId="3273209811" sldId="504"/>
            <ac:inkMk id="6" creationId="{56CA7CFB-70F2-D222-0C2D-090130A55B8B}"/>
          </ac:inkMkLst>
        </pc:inkChg>
      </pc:sldChg>
      <pc:sldChg chg="addSp modSp mod modAnim">
        <pc:chgData name="Bård Inge Austigard Pettersen" userId="bebddd87-b0b6-46bf-b87e-7c2cbec16442" providerId="ADAL" clId="{D419F7D6-EF48-4E8E-8B47-A8149D9D2B10}" dt="2025-02-11T13:11:18.243" v="10550"/>
        <pc:sldMkLst>
          <pc:docMk/>
          <pc:sldMk cId="2528785584" sldId="505"/>
        </pc:sldMkLst>
        <pc:spChg chg="mod">
          <ac:chgData name="Bård Inge Austigard Pettersen" userId="bebddd87-b0b6-46bf-b87e-7c2cbec16442" providerId="ADAL" clId="{D419F7D6-EF48-4E8E-8B47-A8149D9D2B10}" dt="2025-02-11T10:02:37.037" v="7559" actId="1076"/>
          <ac:spMkLst>
            <pc:docMk/>
            <pc:sldMk cId="2528785584" sldId="505"/>
            <ac:spMk id="3" creationId="{7FAB147F-7F9C-D5EF-E5F7-C17E3CFAAB74}"/>
          </ac:spMkLst>
        </pc:spChg>
        <pc:picChg chg="mod">
          <ac:chgData name="Bård Inge Austigard Pettersen" userId="bebddd87-b0b6-46bf-b87e-7c2cbec16442" providerId="ADAL" clId="{D419F7D6-EF48-4E8E-8B47-A8149D9D2B10}" dt="2025-02-11T09:12:05.676" v="7287" actId="1076"/>
          <ac:picMkLst>
            <pc:docMk/>
            <pc:sldMk cId="2528785584" sldId="505"/>
            <ac:picMk id="5" creationId="{7913BD21-CDB4-3E62-A7DD-4109EDD30F4F}"/>
          </ac:picMkLst>
        </pc:picChg>
        <pc:inkChg chg="add">
          <ac:chgData name="Bård Inge Austigard Pettersen" userId="bebddd87-b0b6-46bf-b87e-7c2cbec16442" providerId="ADAL" clId="{D419F7D6-EF48-4E8E-8B47-A8149D9D2B10}" dt="2025-02-11T13:11:18.243" v="10550"/>
          <ac:inkMkLst>
            <pc:docMk/>
            <pc:sldMk cId="2528785584" sldId="505"/>
            <ac:inkMk id="4" creationId="{F059D9E1-22EB-7079-8C0B-97E25135CC83}"/>
          </ac:inkMkLst>
        </pc:inkChg>
      </pc:sldChg>
      <pc:sldChg chg="modSp mod modAnim">
        <pc:chgData name="Bård Inge Austigard Pettersen" userId="bebddd87-b0b6-46bf-b87e-7c2cbec16442" providerId="ADAL" clId="{D419F7D6-EF48-4E8E-8B47-A8149D9D2B10}" dt="2025-02-11T09:09:06.586" v="7025" actId="20577"/>
        <pc:sldMkLst>
          <pc:docMk/>
          <pc:sldMk cId="1988941275" sldId="506"/>
        </pc:sldMkLst>
        <pc:spChg chg="mod">
          <ac:chgData name="Bård Inge Austigard Pettersen" userId="bebddd87-b0b6-46bf-b87e-7c2cbec16442" providerId="ADAL" clId="{D419F7D6-EF48-4E8E-8B47-A8149D9D2B10}" dt="2025-02-11T09:04:20.856" v="6482" actId="20577"/>
          <ac:spMkLst>
            <pc:docMk/>
            <pc:sldMk cId="1988941275" sldId="506"/>
            <ac:spMk id="2" creationId="{59FEF468-8310-2FDE-6D22-EE280C05E639}"/>
          </ac:spMkLst>
        </pc:spChg>
        <pc:spChg chg="mod">
          <ac:chgData name="Bård Inge Austigard Pettersen" userId="bebddd87-b0b6-46bf-b87e-7c2cbec16442" providerId="ADAL" clId="{D419F7D6-EF48-4E8E-8B47-A8149D9D2B10}" dt="2025-02-11T09:09:06.586" v="7025" actId="20577"/>
          <ac:spMkLst>
            <pc:docMk/>
            <pc:sldMk cId="1988941275" sldId="506"/>
            <ac:spMk id="3" creationId="{35ED5428-4482-9B8A-46D5-AA1C3247D537}"/>
          </ac:spMkLst>
        </pc:spChg>
      </pc:sldChg>
      <pc:sldChg chg="addSp modSp mod modAnim">
        <pc:chgData name="Bård Inge Austigard Pettersen" userId="bebddd87-b0b6-46bf-b87e-7c2cbec16442" providerId="ADAL" clId="{D419F7D6-EF48-4E8E-8B47-A8149D9D2B10}" dt="2025-02-11T11:03:03.809" v="8311"/>
        <pc:sldMkLst>
          <pc:docMk/>
          <pc:sldMk cId="3981567108" sldId="507"/>
        </pc:sldMkLst>
        <pc:spChg chg="mod">
          <ac:chgData name="Bård Inge Austigard Pettersen" userId="bebddd87-b0b6-46bf-b87e-7c2cbec16442" providerId="ADAL" clId="{D419F7D6-EF48-4E8E-8B47-A8149D9D2B10}" dt="2025-02-11T10:05:11.720" v="7567" actId="20577"/>
          <ac:spMkLst>
            <pc:docMk/>
            <pc:sldMk cId="3981567108" sldId="507"/>
            <ac:spMk id="2" creationId="{5B1229A3-2155-1268-D5C5-AD8799E2376A}"/>
          </ac:spMkLst>
        </pc:spChg>
        <pc:spChg chg="mod">
          <ac:chgData name="Bård Inge Austigard Pettersen" userId="bebddd87-b0b6-46bf-b87e-7c2cbec16442" providerId="ADAL" clId="{D419F7D6-EF48-4E8E-8B47-A8149D9D2B10}" dt="2025-02-11T10:13:22.702" v="8234" actId="207"/>
          <ac:spMkLst>
            <pc:docMk/>
            <pc:sldMk cId="3981567108" sldId="507"/>
            <ac:spMk id="3" creationId="{D5DEEA41-0710-3912-7C0D-46F9D7F8B53A}"/>
          </ac:spMkLst>
        </pc:spChg>
        <pc:spChg chg="add mod">
          <ac:chgData name="Bård Inge Austigard Pettersen" userId="bebddd87-b0b6-46bf-b87e-7c2cbec16442" providerId="ADAL" clId="{D419F7D6-EF48-4E8E-8B47-A8149D9D2B10}" dt="2025-02-11T10:06:45.588" v="7730" actId="20577"/>
          <ac:spMkLst>
            <pc:docMk/>
            <pc:sldMk cId="3981567108" sldId="507"/>
            <ac:spMk id="4" creationId="{1799ECAE-7630-239A-8025-5431450FDF86}"/>
          </ac:spMkLst>
        </pc:spChg>
        <pc:spChg chg="add mod">
          <ac:chgData name="Bård Inge Austigard Pettersen" userId="bebddd87-b0b6-46bf-b87e-7c2cbec16442" providerId="ADAL" clId="{D419F7D6-EF48-4E8E-8B47-A8149D9D2B10}" dt="2025-02-11T10:08:20.263" v="7834" actId="20577"/>
          <ac:spMkLst>
            <pc:docMk/>
            <pc:sldMk cId="3981567108" sldId="507"/>
            <ac:spMk id="5" creationId="{FFDDC083-4E9B-C685-F0D4-A8DFC4FF644B}"/>
          </ac:spMkLst>
        </pc:spChg>
        <pc:picChg chg="add mod">
          <ac:chgData name="Bård Inge Austigard Pettersen" userId="bebddd87-b0b6-46bf-b87e-7c2cbec16442" providerId="ADAL" clId="{D419F7D6-EF48-4E8E-8B47-A8149D9D2B10}" dt="2025-02-11T11:02:54.836" v="8309" actId="1076"/>
          <ac:picMkLst>
            <pc:docMk/>
            <pc:sldMk cId="3981567108" sldId="507"/>
            <ac:picMk id="7" creationId="{B85F5666-378C-CFA4-ECFE-1B45927EC413}"/>
          </ac:picMkLst>
        </pc:picChg>
      </pc:sldChg>
      <pc:sldChg chg="addSp delSp modSp mod delAnim modAnim">
        <pc:chgData name="Bård Inge Austigard Pettersen" userId="bebddd87-b0b6-46bf-b87e-7c2cbec16442" providerId="ADAL" clId="{D419F7D6-EF48-4E8E-8B47-A8149D9D2B10}" dt="2025-02-11T11:13:43.569" v="8629"/>
        <pc:sldMkLst>
          <pc:docMk/>
          <pc:sldMk cId="2295085616" sldId="508"/>
        </pc:sldMkLst>
        <pc:spChg chg="mod">
          <ac:chgData name="Bård Inge Austigard Pettersen" userId="bebddd87-b0b6-46bf-b87e-7c2cbec16442" providerId="ADAL" clId="{D419F7D6-EF48-4E8E-8B47-A8149D9D2B10}" dt="2025-02-11T10:14:01.890" v="8257" actId="20577"/>
          <ac:spMkLst>
            <pc:docMk/>
            <pc:sldMk cId="2295085616" sldId="508"/>
            <ac:spMk id="2" creationId="{08929BEC-E7D1-711C-7B14-45F1B271802A}"/>
          </ac:spMkLst>
        </pc:spChg>
        <pc:spChg chg="mod">
          <ac:chgData name="Bård Inge Austigard Pettersen" userId="bebddd87-b0b6-46bf-b87e-7c2cbec16442" providerId="ADAL" clId="{D419F7D6-EF48-4E8E-8B47-A8149D9D2B10}" dt="2025-02-11T11:12:18.588" v="8628" actId="404"/>
          <ac:spMkLst>
            <pc:docMk/>
            <pc:sldMk cId="2295085616" sldId="508"/>
            <ac:spMk id="3" creationId="{33A0A4C8-F053-5B42-320E-A55522C77962}"/>
          </ac:spMkLst>
        </pc:spChg>
        <pc:spChg chg="del">
          <ac:chgData name="Bård Inge Austigard Pettersen" userId="bebddd87-b0b6-46bf-b87e-7c2cbec16442" providerId="ADAL" clId="{D419F7D6-EF48-4E8E-8B47-A8149D9D2B10}" dt="2025-02-11T10:15:18.811" v="8304" actId="478"/>
          <ac:spMkLst>
            <pc:docMk/>
            <pc:sldMk cId="2295085616" sldId="508"/>
            <ac:spMk id="4" creationId="{4C73D825-37E2-834C-CABA-65B824A114A7}"/>
          </ac:spMkLst>
        </pc:spChg>
        <pc:spChg chg="del">
          <ac:chgData name="Bård Inge Austigard Pettersen" userId="bebddd87-b0b6-46bf-b87e-7c2cbec16442" providerId="ADAL" clId="{D419F7D6-EF48-4E8E-8B47-A8149D9D2B10}" dt="2025-02-11T10:15:20.157" v="8305" actId="478"/>
          <ac:spMkLst>
            <pc:docMk/>
            <pc:sldMk cId="2295085616" sldId="508"/>
            <ac:spMk id="5" creationId="{0CE6CF8F-2483-1F3C-6389-F59675F5AFF5}"/>
          </ac:spMkLst>
        </pc:spChg>
        <pc:spChg chg="add mod">
          <ac:chgData name="Bård Inge Austigard Pettersen" userId="bebddd87-b0b6-46bf-b87e-7c2cbec16442" providerId="ADAL" clId="{D419F7D6-EF48-4E8E-8B47-A8149D9D2B10}" dt="2025-02-11T11:10:55.324" v="8607" actId="1076"/>
          <ac:spMkLst>
            <pc:docMk/>
            <pc:sldMk cId="2295085616" sldId="508"/>
            <ac:spMk id="6" creationId="{3343D4DB-4980-6929-B105-3D5996E3F70D}"/>
          </ac:spMkLst>
        </pc:spChg>
      </pc:sldChg>
      <pc:sldChg chg="addSp delSp modSp mod delAnim modAnim">
        <pc:chgData name="Bård Inge Austigard Pettersen" userId="bebddd87-b0b6-46bf-b87e-7c2cbec16442" providerId="ADAL" clId="{D419F7D6-EF48-4E8E-8B47-A8149D9D2B10}" dt="2025-02-11T13:40:49.124" v="10553"/>
        <pc:sldMkLst>
          <pc:docMk/>
          <pc:sldMk cId="1415874196" sldId="509"/>
        </pc:sldMkLst>
        <pc:spChg chg="mod">
          <ac:chgData name="Bård Inge Austigard Pettersen" userId="bebddd87-b0b6-46bf-b87e-7c2cbec16442" providerId="ADAL" clId="{D419F7D6-EF48-4E8E-8B47-A8149D9D2B10}" dt="2025-02-11T11:19:37.637" v="8774" actId="1076"/>
          <ac:spMkLst>
            <pc:docMk/>
            <pc:sldMk cId="1415874196" sldId="509"/>
            <ac:spMk id="2" creationId="{CD4A459F-C096-AFC7-978D-27F611FE821E}"/>
          </ac:spMkLst>
        </pc:spChg>
        <pc:spChg chg="del">
          <ac:chgData name="Bård Inge Austigard Pettersen" userId="bebddd87-b0b6-46bf-b87e-7c2cbec16442" providerId="ADAL" clId="{D419F7D6-EF48-4E8E-8B47-A8149D9D2B10}" dt="2025-02-11T11:15:00.108" v="8630" actId="478"/>
          <ac:spMkLst>
            <pc:docMk/>
            <pc:sldMk cId="1415874196" sldId="509"/>
            <ac:spMk id="3" creationId="{F3C53A7B-A408-7388-3DA8-2CB573E08FB2}"/>
          </ac:spMkLst>
        </pc:spChg>
        <pc:spChg chg="add mod">
          <ac:chgData name="Bård Inge Austigard Pettersen" userId="bebddd87-b0b6-46bf-b87e-7c2cbec16442" providerId="ADAL" clId="{D419F7D6-EF48-4E8E-8B47-A8149D9D2B10}" dt="2025-02-11T11:19:43.819" v="8775" actId="1076"/>
          <ac:spMkLst>
            <pc:docMk/>
            <pc:sldMk cId="1415874196" sldId="509"/>
            <ac:spMk id="4" creationId="{872E7A55-368B-151B-BA92-CAC431F7BCE4}"/>
          </ac:spMkLst>
        </pc:spChg>
        <pc:spChg chg="add mod">
          <ac:chgData name="Bård Inge Austigard Pettersen" userId="bebddd87-b0b6-46bf-b87e-7c2cbec16442" providerId="ADAL" clId="{D419F7D6-EF48-4E8E-8B47-A8149D9D2B10}" dt="2025-02-11T11:19:43.819" v="8775" actId="1076"/>
          <ac:spMkLst>
            <pc:docMk/>
            <pc:sldMk cId="1415874196" sldId="509"/>
            <ac:spMk id="5" creationId="{B495D50D-7DB5-00D7-72B2-0B9D6A3B1E51}"/>
          </ac:spMkLst>
        </pc:spChg>
        <pc:spChg chg="mod">
          <ac:chgData name="Bård Inge Austigard Pettersen" userId="bebddd87-b0b6-46bf-b87e-7c2cbec16442" providerId="ADAL" clId="{D419F7D6-EF48-4E8E-8B47-A8149D9D2B10}" dt="2025-02-11T11:19:43.819" v="8775" actId="1076"/>
          <ac:spMkLst>
            <pc:docMk/>
            <pc:sldMk cId="1415874196" sldId="509"/>
            <ac:spMk id="6" creationId="{1F69915B-44DD-2EF1-8B0F-EFBC73A1BF07}"/>
          </ac:spMkLst>
        </pc:spChg>
        <pc:spChg chg="add mod">
          <ac:chgData name="Bård Inge Austigard Pettersen" userId="bebddd87-b0b6-46bf-b87e-7c2cbec16442" providerId="ADAL" clId="{D419F7D6-EF48-4E8E-8B47-A8149D9D2B10}" dt="2025-02-11T11:19:43.819" v="8775" actId="1076"/>
          <ac:spMkLst>
            <pc:docMk/>
            <pc:sldMk cId="1415874196" sldId="509"/>
            <ac:spMk id="7" creationId="{23112781-3ED5-E4CD-C065-9B9F19A60C03}"/>
          </ac:spMkLst>
        </pc:spChg>
        <pc:spChg chg="add mod">
          <ac:chgData name="Bård Inge Austigard Pettersen" userId="bebddd87-b0b6-46bf-b87e-7c2cbec16442" providerId="ADAL" clId="{D419F7D6-EF48-4E8E-8B47-A8149D9D2B10}" dt="2025-02-11T11:20:10.319" v="8791" actId="20577"/>
          <ac:spMkLst>
            <pc:docMk/>
            <pc:sldMk cId="1415874196" sldId="509"/>
            <ac:spMk id="9" creationId="{F2813CF5-204E-155B-EA61-6BD8456AC514}"/>
          </ac:spMkLst>
        </pc:spChg>
        <pc:picChg chg="add mod">
          <ac:chgData name="Bård Inge Austigard Pettersen" userId="bebddd87-b0b6-46bf-b87e-7c2cbec16442" providerId="ADAL" clId="{D419F7D6-EF48-4E8E-8B47-A8149D9D2B10}" dt="2025-02-11T11:19:32.662" v="8772" actId="1076"/>
          <ac:picMkLst>
            <pc:docMk/>
            <pc:sldMk cId="1415874196" sldId="509"/>
            <ac:picMk id="1026" creationId="{01E4C00D-2603-FB59-0B87-EFCFD613FCF8}"/>
          </ac:picMkLst>
        </pc:picChg>
        <pc:inkChg chg="add">
          <ac:chgData name="Bård Inge Austigard Pettersen" userId="bebddd87-b0b6-46bf-b87e-7c2cbec16442" providerId="ADAL" clId="{D419F7D6-EF48-4E8E-8B47-A8149D9D2B10}" dt="2025-02-11T13:40:49.124" v="10553"/>
          <ac:inkMkLst>
            <pc:docMk/>
            <pc:sldMk cId="1415874196" sldId="509"/>
            <ac:inkMk id="10" creationId="{261B37E1-4444-5332-3DAD-D84F5E0DB0C6}"/>
          </ac:inkMkLst>
        </pc:inkChg>
      </pc:sldChg>
      <pc:sldChg chg="delSp modSp mod delAnim modAnim">
        <pc:chgData name="Bård Inge Austigard Pettersen" userId="bebddd87-b0b6-46bf-b87e-7c2cbec16442" providerId="ADAL" clId="{D419F7D6-EF48-4E8E-8B47-A8149D9D2B10}" dt="2025-02-11T11:32:13.436" v="9388" actId="20577"/>
        <pc:sldMkLst>
          <pc:docMk/>
          <pc:sldMk cId="1479408686" sldId="510"/>
        </pc:sldMkLst>
        <pc:spChg chg="mod">
          <ac:chgData name="Bård Inge Austigard Pettersen" userId="bebddd87-b0b6-46bf-b87e-7c2cbec16442" providerId="ADAL" clId="{D419F7D6-EF48-4E8E-8B47-A8149D9D2B10}" dt="2025-02-11T11:21:28.241" v="8875" actId="20577"/>
          <ac:spMkLst>
            <pc:docMk/>
            <pc:sldMk cId="1479408686" sldId="510"/>
            <ac:spMk id="2" creationId="{44E4FB98-4AD2-37E4-9935-1AE9CE38E646}"/>
          </ac:spMkLst>
        </pc:spChg>
        <pc:spChg chg="mod">
          <ac:chgData name="Bård Inge Austigard Pettersen" userId="bebddd87-b0b6-46bf-b87e-7c2cbec16442" providerId="ADAL" clId="{D419F7D6-EF48-4E8E-8B47-A8149D9D2B10}" dt="2025-02-11T11:32:13.436" v="9388" actId="20577"/>
          <ac:spMkLst>
            <pc:docMk/>
            <pc:sldMk cId="1479408686" sldId="510"/>
            <ac:spMk id="3" creationId="{52DC4971-F20F-15D6-0DBC-BE324436A195}"/>
          </ac:spMkLst>
        </pc:spChg>
        <pc:spChg chg="del">
          <ac:chgData name="Bård Inge Austigard Pettersen" userId="bebddd87-b0b6-46bf-b87e-7c2cbec16442" providerId="ADAL" clId="{D419F7D6-EF48-4E8E-8B47-A8149D9D2B10}" dt="2025-02-11T11:21:32.406" v="8876" actId="478"/>
          <ac:spMkLst>
            <pc:docMk/>
            <pc:sldMk cId="1479408686" sldId="510"/>
            <ac:spMk id="6" creationId="{89AC498E-A17C-7018-68E3-E0C2CF921F99}"/>
          </ac:spMkLst>
        </pc:spChg>
      </pc:sldChg>
      <pc:sldChg chg="addSp delSp modSp mod addAnim delAnim modAnim">
        <pc:chgData name="Bård Inge Austigard Pettersen" userId="bebddd87-b0b6-46bf-b87e-7c2cbec16442" providerId="ADAL" clId="{D419F7D6-EF48-4E8E-8B47-A8149D9D2B10}" dt="2025-02-11T13:40:49.124" v="10553"/>
        <pc:sldMkLst>
          <pc:docMk/>
          <pc:sldMk cId="116297934" sldId="511"/>
        </pc:sldMkLst>
        <pc:spChg chg="mod">
          <ac:chgData name="Bård Inge Austigard Pettersen" userId="bebddd87-b0b6-46bf-b87e-7c2cbec16442" providerId="ADAL" clId="{D419F7D6-EF48-4E8E-8B47-A8149D9D2B10}" dt="2025-02-11T11:32:39.742" v="9405" actId="20577"/>
          <ac:spMkLst>
            <pc:docMk/>
            <pc:sldMk cId="116297934" sldId="511"/>
            <ac:spMk id="2" creationId="{F7AF8715-B0B6-320C-5874-C8D97239A4B2}"/>
          </ac:spMkLst>
        </pc:spChg>
        <pc:spChg chg="mod">
          <ac:chgData name="Bård Inge Austigard Pettersen" userId="bebddd87-b0b6-46bf-b87e-7c2cbec16442" providerId="ADAL" clId="{D419F7D6-EF48-4E8E-8B47-A8149D9D2B10}" dt="2025-02-11T11:36:07.397" v="9587" actId="20577"/>
          <ac:spMkLst>
            <pc:docMk/>
            <pc:sldMk cId="116297934" sldId="511"/>
            <ac:spMk id="3" creationId="{5679DDCC-B5FD-E81D-9702-D5E7E3B5EA93}"/>
          </ac:spMkLst>
        </pc:spChg>
        <pc:spChg chg="add del mod">
          <ac:chgData name="Bård Inge Austigard Pettersen" userId="bebddd87-b0b6-46bf-b87e-7c2cbec16442" providerId="ADAL" clId="{D419F7D6-EF48-4E8E-8B47-A8149D9D2B10}" dt="2025-02-11T11:34:29.697" v="9479" actId="478"/>
          <ac:spMkLst>
            <pc:docMk/>
            <pc:sldMk cId="116297934" sldId="511"/>
            <ac:spMk id="4" creationId="{9DC2D1F1-8DD6-D195-2D76-80ADBF46109C}"/>
          </ac:spMkLst>
        </pc:spChg>
        <pc:spChg chg="add del mod">
          <ac:chgData name="Bård Inge Austigard Pettersen" userId="bebddd87-b0b6-46bf-b87e-7c2cbec16442" providerId="ADAL" clId="{D419F7D6-EF48-4E8E-8B47-A8149D9D2B10}" dt="2025-02-11T11:35:21.477" v="9496" actId="20577"/>
          <ac:spMkLst>
            <pc:docMk/>
            <pc:sldMk cId="116297934" sldId="511"/>
            <ac:spMk id="6" creationId="{AB51F25E-C0F0-64DD-B0CD-0DC04036A1FE}"/>
          </ac:spMkLst>
        </pc:spChg>
        <pc:spChg chg="add mod">
          <ac:chgData name="Bård Inge Austigard Pettersen" userId="bebddd87-b0b6-46bf-b87e-7c2cbec16442" providerId="ADAL" clId="{D419F7D6-EF48-4E8E-8B47-A8149D9D2B10}" dt="2025-02-11T11:38:29.537" v="9801" actId="20577"/>
          <ac:spMkLst>
            <pc:docMk/>
            <pc:sldMk cId="116297934" sldId="511"/>
            <ac:spMk id="8" creationId="{BEF9BEDE-611F-A802-10C4-48BEDBCC1ED7}"/>
          </ac:spMkLst>
        </pc:spChg>
        <pc:picChg chg="add mod">
          <ac:chgData name="Bård Inge Austigard Pettersen" userId="bebddd87-b0b6-46bf-b87e-7c2cbec16442" providerId="ADAL" clId="{D419F7D6-EF48-4E8E-8B47-A8149D9D2B10}" dt="2025-02-11T11:34:51.898" v="9483" actId="14100"/>
          <ac:picMkLst>
            <pc:docMk/>
            <pc:sldMk cId="116297934" sldId="511"/>
            <ac:picMk id="7" creationId="{2360AE3B-F2B5-B600-EB8B-9E336B27A23A}"/>
          </ac:picMkLst>
        </pc:picChg>
        <pc:inkChg chg="add">
          <ac:chgData name="Bård Inge Austigard Pettersen" userId="bebddd87-b0b6-46bf-b87e-7c2cbec16442" providerId="ADAL" clId="{D419F7D6-EF48-4E8E-8B47-A8149D9D2B10}" dt="2025-02-11T13:40:49.124" v="10553"/>
          <ac:inkMkLst>
            <pc:docMk/>
            <pc:sldMk cId="116297934" sldId="511"/>
            <ac:inkMk id="9" creationId="{0B0AA18F-A42C-7D31-2FFD-CD356FC87057}"/>
          </ac:inkMkLst>
        </pc:inkChg>
      </pc:sldChg>
      <pc:sldChg chg="add del setBg">
        <pc:chgData name="Bård Inge Austigard Pettersen" userId="bebddd87-b0b6-46bf-b87e-7c2cbec16442" providerId="ADAL" clId="{D419F7D6-EF48-4E8E-8B47-A8149D9D2B10}" dt="2025-02-11T11:45:42.531" v="9805"/>
        <pc:sldMkLst>
          <pc:docMk/>
          <pc:sldMk cId="1528841093" sldId="512"/>
        </pc:sldMkLst>
      </pc:sldChg>
      <pc:sldChg chg="addSp delSp modSp mod addAnim delAnim modAnim">
        <pc:chgData name="Bård Inge Austigard Pettersen" userId="bebddd87-b0b6-46bf-b87e-7c2cbec16442" providerId="ADAL" clId="{D419F7D6-EF48-4E8E-8B47-A8149D9D2B10}" dt="2025-02-11T13:40:49.124" v="10553"/>
        <pc:sldMkLst>
          <pc:docMk/>
          <pc:sldMk cId="2201986009" sldId="512"/>
        </pc:sldMkLst>
        <pc:spChg chg="add del">
          <ac:chgData name="Bård Inge Austigard Pettersen" userId="bebddd87-b0b6-46bf-b87e-7c2cbec16442" providerId="ADAL" clId="{D419F7D6-EF48-4E8E-8B47-A8149D9D2B10}" dt="2025-02-11T11:46:09.199" v="9815" actId="478"/>
          <ac:spMkLst>
            <pc:docMk/>
            <pc:sldMk cId="2201986009" sldId="512"/>
            <ac:spMk id="3" creationId="{112F5BFD-BAB7-A5BB-20E9-156741E8BA8B}"/>
          </ac:spMkLst>
        </pc:spChg>
        <pc:spChg chg="add del mod">
          <ac:chgData name="Bård Inge Austigard Pettersen" userId="bebddd87-b0b6-46bf-b87e-7c2cbec16442" providerId="ADAL" clId="{D419F7D6-EF48-4E8E-8B47-A8149D9D2B10}" dt="2025-02-11T11:56:02.852" v="10470" actId="478"/>
          <ac:spMkLst>
            <pc:docMk/>
            <pc:sldMk cId="2201986009" sldId="512"/>
            <ac:spMk id="4" creationId="{0AB0939F-2392-3E34-4A16-EDF7256218EA}"/>
          </ac:spMkLst>
        </pc:spChg>
        <pc:spChg chg="add del mod">
          <ac:chgData name="Bård Inge Austigard Pettersen" userId="bebddd87-b0b6-46bf-b87e-7c2cbec16442" providerId="ADAL" clId="{D419F7D6-EF48-4E8E-8B47-A8149D9D2B10}" dt="2025-02-11T11:53:29.869" v="10322" actId="14100"/>
          <ac:spMkLst>
            <pc:docMk/>
            <pc:sldMk cId="2201986009" sldId="512"/>
            <ac:spMk id="6" creationId="{DCAF5A80-FD87-0F18-13B9-DBC1E671B0BA}"/>
          </ac:spMkLst>
        </pc:spChg>
        <pc:spChg chg="del mod">
          <ac:chgData name="Bård Inge Austigard Pettersen" userId="bebddd87-b0b6-46bf-b87e-7c2cbec16442" providerId="ADAL" clId="{D419F7D6-EF48-4E8E-8B47-A8149D9D2B10}" dt="2025-02-11T11:46:10.390" v="9816" actId="478"/>
          <ac:spMkLst>
            <pc:docMk/>
            <pc:sldMk cId="2201986009" sldId="512"/>
            <ac:spMk id="8" creationId="{A101451C-0598-0441-9FA3-EB765A64BC2C}"/>
          </ac:spMkLst>
        </pc:spChg>
        <pc:picChg chg="add del">
          <ac:chgData name="Bård Inge Austigard Pettersen" userId="bebddd87-b0b6-46bf-b87e-7c2cbec16442" providerId="ADAL" clId="{D419F7D6-EF48-4E8E-8B47-A8149D9D2B10}" dt="2025-02-11T11:46:07.361" v="9814" actId="478"/>
          <ac:picMkLst>
            <pc:docMk/>
            <pc:sldMk cId="2201986009" sldId="512"/>
            <ac:picMk id="7" creationId="{5258CE3A-B4E9-0A7B-62F7-8D90D86BEF08}"/>
          </ac:picMkLst>
        </pc:picChg>
        <pc:inkChg chg="add">
          <ac:chgData name="Bård Inge Austigard Pettersen" userId="bebddd87-b0b6-46bf-b87e-7c2cbec16442" providerId="ADAL" clId="{D419F7D6-EF48-4E8E-8B47-A8149D9D2B10}" dt="2025-02-11T13:40:49.124" v="10553"/>
          <ac:inkMkLst>
            <pc:docMk/>
            <pc:sldMk cId="2201986009" sldId="512"/>
            <ac:inkMk id="5" creationId="{F605B492-523E-A24F-EEE3-9A5BA4D7DDD4}"/>
          </ac:inkMkLst>
        </pc:inkChg>
      </pc:sldChg>
      <pc:sldChg chg="addSp delSp modSp mod delAnim modAnim">
        <pc:chgData name="Bård Inge Austigard Pettersen" userId="bebddd87-b0b6-46bf-b87e-7c2cbec16442" providerId="ADAL" clId="{D419F7D6-EF48-4E8E-8B47-A8149D9D2B10}" dt="2025-02-11T13:40:49.124" v="10553"/>
        <pc:sldMkLst>
          <pc:docMk/>
          <pc:sldMk cId="724559573" sldId="513"/>
        </pc:sldMkLst>
        <pc:spChg chg="mod">
          <ac:chgData name="Bård Inge Austigard Pettersen" userId="bebddd87-b0b6-46bf-b87e-7c2cbec16442" providerId="ADAL" clId="{D419F7D6-EF48-4E8E-8B47-A8149D9D2B10}" dt="2025-02-11T11:56:23.162" v="10484" actId="20577"/>
          <ac:spMkLst>
            <pc:docMk/>
            <pc:sldMk cId="724559573" sldId="513"/>
            <ac:spMk id="2" creationId="{987F04B2-DA19-C7AC-4F5B-A685D127D370}"/>
          </ac:spMkLst>
        </pc:spChg>
        <pc:spChg chg="add mod">
          <ac:chgData name="Bård Inge Austigard Pettersen" userId="bebddd87-b0b6-46bf-b87e-7c2cbec16442" providerId="ADAL" clId="{D419F7D6-EF48-4E8E-8B47-A8149D9D2B10}" dt="2025-02-11T12:01:01.667" v="10541" actId="1076"/>
          <ac:spMkLst>
            <pc:docMk/>
            <pc:sldMk cId="724559573" sldId="513"/>
            <ac:spMk id="5" creationId="{5C0E7391-04AC-B04F-F7CF-408201DB4C32}"/>
          </ac:spMkLst>
        </pc:spChg>
        <pc:spChg chg="del">
          <ac:chgData name="Bård Inge Austigard Pettersen" userId="bebddd87-b0b6-46bf-b87e-7c2cbec16442" providerId="ADAL" clId="{D419F7D6-EF48-4E8E-8B47-A8149D9D2B10}" dt="2025-02-11T11:56:28.618" v="10485" actId="478"/>
          <ac:spMkLst>
            <pc:docMk/>
            <pc:sldMk cId="724559573" sldId="513"/>
            <ac:spMk id="6" creationId="{AA95C271-F123-29A8-2F9F-8A4E99C8861B}"/>
          </ac:spMkLst>
        </pc:spChg>
        <pc:picChg chg="add mod">
          <ac:chgData name="Bård Inge Austigard Pettersen" userId="bebddd87-b0b6-46bf-b87e-7c2cbec16442" providerId="ADAL" clId="{D419F7D6-EF48-4E8E-8B47-A8149D9D2B10}" dt="2025-02-11T12:00:42.990" v="10537" actId="1076"/>
          <ac:picMkLst>
            <pc:docMk/>
            <pc:sldMk cId="724559573" sldId="513"/>
            <ac:picMk id="4" creationId="{D5663AB4-9D01-9372-243B-622085B5E0C9}"/>
          </ac:picMkLst>
        </pc:picChg>
        <pc:inkChg chg="add">
          <ac:chgData name="Bård Inge Austigard Pettersen" userId="bebddd87-b0b6-46bf-b87e-7c2cbec16442" providerId="ADAL" clId="{D419F7D6-EF48-4E8E-8B47-A8149D9D2B10}" dt="2025-02-11T13:40:49.124" v="10553"/>
          <ac:inkMkLst>
            <pc:docMk/>
            <pc:sldMk cId="724559573" sldId="513"/>
            <ac:inkMk id="7" creationId="{AE301052-03C0-D4FD-ADE9-6209EC2894DD}"/>
          </ac:inkMkLst>
        </pc:inkChg>
      </pc:sldChg>
      <pc:sldChg chg="addSp delSp modSp mod delAnim">
        <pc:chgData name="Bård Inge Austigard Pettersen" userId="bebddd87-b0b6-46bf-b87e-7c2cbec16442" providerId="ADAL" clId="{D419F7D6-EF48-4E8E-8B47-A8149D9D2B10}" dt="2025-02-11T13:11:18.243" v="10550"/>
        <pc:sldMkLst>
          <pc:docMk/>
          <pc:sldMk cId="519541460" sldId="514"/>
        </pc:sldMkLst>
        <pc:spChg chg="mod">
          <ac:chgData name="Bård Inge Austigard Pettersen" userId="bebddd87-b0b6-46bf-b87e-7c2cbec16442" providerId="ADAL" clId="{D419F7D6-EF48-4E8E-8B47-A8149D9D2B10}" dt="2025-02-11T12:04:49.055" v="10549" actId="20577"/>
          <ac:spMkLst>
            <pc:docMk/>
            <pc:sldMk cId="519541460" sldId="514"/>
            <ac:spMk id="2" creationId="{70396763-E5B1-5FC1-23A9-B7FCAF71E9CD}"/>
          </ac:spMkLst>
        </pc:spChg>
        <pc:spChg chg="del">
          <ac:chgData name="Bård Inge Austigard Pettersen" userId="bebddd87-b0b6-46bf-b87e-7c2cbec16442" providerId="ADAL" clId="{D419F7D6-EF48-4E8E-8B47-A8149D9D2B10}" dt="2025-02-11T12:04:29.840" v="10543" actId="478"/>
          <ac:spMkLst>
            <pc:docMk/>
            <pc:sldMk cId="519541460" sldId="514"/>
            <ac:spMk id="3" creationId="{7B5E5104-5BCA-9733-0132-8F09994520E5}"/>
          </ac:spMkLst>
        </pc:spChg>
        <pc:spChg chg="del">
          <ac:chgData name="Bård Inge Austigard Pettersen" userId="bebddd87-b0b6-46bf-b87e-7c2cbec16442" providerId="ADAL" clId="{D419F7D6-EF48-4E8E-8B47-A8149D9D2B10}" dt="2025-02-11T12:04:29.840" v="10543" actId="478"/>
          <ac:spMkLst>
            <pc:docMk/>
            <pc:sldMk cId="519541460" sldId="514"/>
            <ac:spMk id="5" creationId="{7B105037-F2DF-A26F-16F9-E1BAA99F76B3}"/>
          </ac:spMkLst>
        </pc:spChg>
        <pc:graphicFrameChg chg="add mod">
          <ac:chgData name="Bård Inge Austigard Pettersen" userId="bebddd87-b0b6-46bf-b87e-7c2cbec16442" providerId="ADAL" clId="{D419F7D6-EF48-4E8E-8B47-A8149D9D2B10}" dt="2025-02-11T12:04:40.228" v="10545" actId="1076"/>
          <ac:graphicFrameMkLst>
            <pc:docMk/>
            <pc:sldMk cId="519541460" sldId="514"/>
            <ac:graphicFrameMk id="4" creationId="{A22B2510-4D53-A108-2CA0-9C153183917F}"/>
          </ac:graphicFrameMkLst>
        </pc:graphicFrameChg>
        <pc:picChg chg="del">
          <ac:chgData name="Bård Inge Austigard Pettersen" userId="bebddd87-b0b6-46bf-b87e-7c2cbec16442" providerId="ADAL" clId="{D419F7D6-EF48-4E8E-8B47-A8149D9D2B10}" dt="2025-02-11T12:04:29.840" v="10543" actId="478"/>
          <ac:picMkLst>
            <pc:docMk/>
            <pc:sldMk cId="519541460" sldId="514"/>
            <ac:picMk id="8" creationId="{54CDB846-86D1-604C-7D59-6A760B2F3CDB}"/>
          </ac:picMkLst>
        </pc:picChg>
        <pc:inkChg chg="add">
          <ac:chgData name="Bård Inge Austigard Pettersen" userId="bebddd87-b0b6-46bf-b87e-7c2cbec16442" providerId="ADAL" clId="{D419F7D6-EF48-4E8E-8B47-A8149D9D2B10}" dt="2025-02-11T13:11:18.243" v="10550"/>
          <ac:inkMkLst>
            <pc:docMk/>
            <pc:sldMk cId="519541460" sldId="514"/>
            <ac:inkMk id="6" creationId="{282FE0CB-EE90-8AF7-9532-C8DA7FE68C9F}"/>
          </ac:inkMkLst>
        </pc:inkChg>
      </pc:sldChg>
      <pc:sldMasterChg chg="del delSldLayout">
        <pc:chgData name="Bård Inge Austigard Pettersen" userId="bebddd87-b0b6-46bf-b87e-7c2cbec16442" providerId="ADAL" clId="{D419F7D6-EF48-4E8E-8B47-A8149D9D2B10}" dt="2025-02-11T06:10:05.494" v="0" actId="47"/>
        <pc:sldMasterMkLst>
          <pc:docMk/>
          <pc:sldMasterMk cId="268894179" sldId="2147483648"/>
        </pc:sldMasterMkLst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3178476844" sldId="2147483649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3247618386" sldId="2147483650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1118767055" sldId="2147483651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2659337501" sldId="2147483652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853540198" sldId="2147483653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2446529645" sldId="2147483654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451240588" sldId="2147483655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2398395634" sldId="2147483656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228153902" sldId="2147483657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347088071" sldId="2147483658"/>
          </pc:sldLayoutMkLst>
        </pc:sldLayoutChg>
        <pc:sldLayoutChg chg="del">
          <pc:chgData name="Bård Inge Austigard Pettersen" userId="bebddd87-b0b6-46bf-b87e-7c2cbec16442" providerId="ADAL" clId="{D419F7D6-EF48-4E8E-8B47-A8149D9D2B10}" dt="2025-02-11T06:10:05.494" v="0" actId="47"/>
          <pc:sldLayoutMkLst>
            <pc:docMk/>
            <pc:sldMasterMk cId="268894179" sldId="2147483648"/>
            <pc:sldLayoutMk cId="2793636086" sldId="214748365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2:07:03.3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8356 3160 1094 0,'0'0'173'0,"0"0"-46"16,0 0 49-16,0 0-56 15,0 0 26-15,0 0 127 0,0 0-89 16,0 0-57-16,-3-26 86 0,1 22-142 15,-1-3-29-15,-2 3-7 16,2-3 39-16,-2 2-3 0,0-2 28 16,2 0-19-16,-2 0-25 0,-1 1-36 15,-2 0 16-15,6-2-25 0,-4 1-7 16,1 0 19-16,-3-2-22 0,3 1-2 16,-3 0 2-16,0-1 0 0,3 3 13 15,-3-2 28-15,-3-1-38 0,3 1 26 16,-5 0-7-16,5 0-22 0,-5-1 19 15,-6 0-9-15,-2 1-7 16,8 0 16-16,-6 1-3 0,3 3-16 16,-2-1-17-16,5 1 17 0,-9 0 0 15,4 0-14-15,-3 0 14 0,-1 2 0 16,1-1-22-16,-3 0 22 16,1 1 0-16,-1 0 1 0,0-2-1 15,0 2 3-15,3-1 13 0,-6 1 22 16,6-2-38-16,-5 1 13 0,5-1-6 15,-6 0-7-15,1 1 6 16,-1-1-6-16,1 3 0 0,-4-3 3 0,-1 2-3 16,4-1 0-16,1 0 13 15,-1 0-13-15,-2 1 0 0,-3 0 13 16,3 1-13-16,-3 0 0 0,3-1 0 16,-2 1 0-16,1-2 0 0,-1 1 12 15,-1 2-12-15,-3 0 0 0,1 0-6 16,0 0 6-16,2 0 0 0,-3 0 0 15,1 0 6-15,-1 1-6 16,4 0-24-16,-4 0 24 0,1-1 0 16,2 0 16-16,3 2 19 0,-6-2-35 15,4 0-19-15,2 0 19 0,-3 0 0 16,5 0 6-16,-2 0-6 16,-3 0 25-16,6 0 4 0,-3 0-39 15,-3 0 10-15,3 2-60 0,-3 0 60 16,0 2 0-16,3 1-28 0,-3 2 26 15,3-1 2-15,-3 2-25 16,3-2 25-16,-2 3 0 0,1-1-3 16,-1 0 3-16,1 1 0 0,-1 0-25 15,4 0 25-15,-2-1 0 0,-3 2 0 16,6 0 0-16,-1-2 0 0,-2 4-6 16,3-1-7-16,-1 0 13 0,-2 2-19 15,3 0 19-15,-1 3 0 0,3-4-25 16,0 3 25-16,1-1 0 0,1 2-25 15,-4-3 25-15,5 1 0 16,2 2-37-16,-2-1 37 0,5 1 0 16,-2 1-29-16,4-2 29 0,-4 4 0 15,5-4-41-15,5 4 39 0,-6-2 2 16,6 1-39-16,-5 0 37 16,8 0 2-16,-3 2-32 0,3-2 31 15,2 1 1-15,3 0-28 0,-5 0 28 16,5 0 0-16,0 0-11 0,5-1 11 15,-2 1 0-15,2-2 3 0,-5 0-3 16,8-3 0-16,-3 1-13 16,3-1 12-16,3-1 1 0,-3 1-29 15,0-2 29-15,5 2 0 0,0-3-6 16,-5-1 6-16,11 1 3 0,-6-1-3 16,0 0 32-16,3 0-32 0,2-1 10 15,-4-3-10-15,4 4 0 0,-2-1 16 16,3-3-10-16,-3 0-6 0,2 0 3 15,-2 0 4-15,3 0-7 16,-6 0 6-16,8 0-9 0,-2-2 3 16,-4 4-29-16,4-4 29 0,2-1 0 15,3 2 1-15,-3-2 15 16,0 1-16-16,1 1 10 0,4-3-10 0,1 2 0 16,-6 0 3-16,5-2 7 15,1-1-10-15,-1 0 16 0,1 0-16 16,-1 0 0-16,3-1-1 0,-2 1 1 15,5 0 0-15,-3 0 2 0,2 1 1 16,-1-1-3-16,-4-1 0 16,6 0 0-16,-3 1 0 0,3 0-31 15,-3 0 31-15,3 1 0 0,-1 1-19 16,-1 0 19-16,4 1 0 0,-7-3 2 16,7 3 17-16,-2 1-19 0,2-2-8 15,-2 2 8-15,-3-2 0 0,6 1 0 16,-4 2 3-16,-2-3-3 15,3-1 2-15,3 3 4 0,-1-3-6 16,0 0 2-16,-2-2 14 0,8 1-16 16,-6 0 13-16,1-1-10 0,2 0-3 15,0 0 16-15,0 0-16 16,0 0 0-16,0-2 4 0,0 0 15 0,3 0-19 16,0-3 16-16,0 2-10 15,-1-5-6-15,1 4 16 0,-3-2-16 16,3 1 0-16,0-2 6 0,2 0-6 15,-2-1 0-15,-1 0 4 0,1 3 2 16,0-5-6-16,0 2-6 16,-3 1 6-16,0-2 0 0,-3 0 16 15,1 0-16-15,-1 3 0 0,0-3 16 16,-2-2-10-16,3 2-6 0,-9-1 3 16,6-2 23-16,-6 2-26 0,1 0 12 15,-3-2-5-15,0 1-7 0,-3-2 22 16,-3 2-9-16,-2 0-13 0,5-2 19 15,-7 0 3-15,4 0-22 16,-5-1 19-16,1 1 7 0,-6-2-26 16,5 1 19-16,-5-1 19 0,-3-1-32 15,0 1 16-15,-2-1 16 0,2-2-38 16,-2 0 26-16,0 2-11 16,-3-4-15-16,0 5 19 0,0-5 0 15,0 3-19-15,-6-1 29 0,6-2-29 16,-5 3 0-16,0-4 19 0,-3 0-19 15,0 2 0-15,0 1 3 0,-3-1-3 16,1 0 0-16,-1 0 3 16,-2-1-3-16,0 1 0 0,-1 1 0 15,1-2 0-15,-3 2 0 0,-2 1 2 16,4-1 5-16,-7 2-7 0,3-2-13 16,-4 2 13-16,4 1 0 0,-6 2-37 15,-2 0 35-15,-6 2 2 0,5 2-54 16,-7 1 38-16,2 3 16 0,-2 1-71 15,-6 3 70-15,-2 1-2 16,-1 3-197-16,-7 5 101 0,0 3-61 16,-3 3-299-16,0 2 45 0,13-4-154 15,3 1-1066-15</inkml:trace>
  <inkml:trace contextRef="#ctx0" brushRef="#br0" timeOffset="6970.11">9484 7546 1354 0,'0'0'215'0,"0"0"35"15,0 0 61-15,0 0-145 0,0 0-24 16,0 0 42-16,0 0-65 0,0 0-22 15,0 0-7-15,-10-35-39 16,10 33-35-16,0 1-16 0,0 0 0 16,5 1-22-16,-2 0-81 0,-1 0 90 15,1 0-9-15,2 1-33 0,3 1 54 16,3 2 1-16,2 1-30 16,3-1 30-16,-3 2 0 0,8-2 0 0,-2 0 0 15,2 0 19-15,0-3-16 16,6 1 1-16,-1-2 18 0,9 0-15 15,-4 0 9-15,4 0-16 0,-3 0-8 16,-3 0 8-16,5-1 0 0,1 0 7 16,-6 0-7-16,0-2 0 0,0 1 3 15,-2 1-3-15,-1-1 0 0,-5 2 1 16,-2-1 9-16,-6 1-10 0,6 0 12 16,-9 0-8-16,-5 0-4 15,1 1-12-15,-4-1 12 0,1 1-65 16,-3 1-231-16,3-1 60 0,-3 2-8 15,-3-1-298-15,0-2-224 16,-5 1 78-16</inkml:trace>
  <inkml:trace contextRef="#ctx0" brushRef="#br0" timeOffset="7525.03">10104 7394 979 0,'0'0'345'16,"0"0"121"-16,0 0-246 0,0 0-44 15,0 0 86-15,0 0-143 16,0 0-32-16,0 0-13 0,0 0-35 16,0 0-39-16,-11-11-16 0,14 11 15 15,0 0-2-15,5 0 3 0,-3 0 3 16,0 0-1-16,3 1-2 16,0 2 16-16,3 0-16 0,2 3 1 15,0 0 9-15,0 1-10 0,-5-3 1 16,0 0 2-16,-2-1-3 0,-4 2 2 15,9 0-4-15,-1 0 2 0,-4 3-3 16,2-1 3-16,-3-2 0 0,3 3 2 16,-3-1 24-16,-5-1-20 0,6 2 1 15,-4-3 15-15,1 2 7 0,-3 0 26 16,0 0 54-16,0-1 9 0,-5 1 29 16,-1 2-29-16,4-1-35 15,-9-2-33-15,8 1 42 0,-2-2-76 16,0 3 6-16,-3-3 10 0,3-1-32 15,-3 0 22-15,2 0 0 16,4 0-22-16,-4-2 0 0,1 2 0 16,-3 0 0-16,8-1-164 0,-5 0 59 15,2 0-96-15,-2 1-337 0,5-1 118 16,-3 4-53-16,1-1-377 16,2 0 251-16</inkml:trace>
  <inkml:trace contextRef="#ctx0" brushRef="#br0" timeOffset="11885.38">14013 7491 255 0,'0'0'258'0,"0"0"-46"0,0 0 143 16,0 0-172-16,0 0-17 0,0 0 94 16,0 0-130-16,0 0-16 0,-13-7 70 15,13 5-90-15,0 2-9 0,-3-1 60 16,3 0-48-16,-2 1-3 16,2-1 41-16,-6 0-35 0,6 0-17 15,0 1 10-15,0-1-13 0,0 1-22 16,0 0-17-16,0-1 62 0,0 1-43 15,0 0-57-15,0-1 29 16,0 1-32-16,6-1-31 0,-4 1 19 16,1-2 12-16,2 1-83 0,8 0 81 15,1-2 2-15,4 2-32 0,6 0 32 16,0-1 0-16,-3-2 1 0,3 1 15 16,2-1-16-16,1 1 9 15,-1 0-9-15,-4 1 0 0,1-1 4 16,-4 3-7-16,0-1 3 0,-4 1-51 15,-4 0 50-15,2 0 1 0,-2 1-68 16,-1 0 68-16,-2 1 0 0,0 0-20 16,-2 0 20-16,-6-1 0 0,8 2-200 15,-3 0 10-15,0 0-87 0,-2 2-543 16,-1-3 103-16</inkml:trace>
  <inkml:trace contextRef="#ctx0" brushRef="#br0" timeOffset="12511.18">14371 7305 882 0,'0'0'352'15,"0"0"94"-15,0 0-199 0,0 0-20 16,0 0 78-16,0 0-192 0,0 0-46 15,0 0-58-15,0 0-9 16,0 0-26-16,2-7 13 0,4 7 13 16,-4 2 26-16,4 0 10 0,-1 0 18 15,3 1-9-15,0 1 0 0,5 2-19 16,0 0-3-16,1-1-14 16,-1 0 7-16,0 0-16 0,-2 1 1 15,2 0 19-15,0 0-20 0,-5-1-1 16,3 1 1-16,-6-2 0 0,3 0-23 15,-3 0 23-15,-5-1 0 0,8-1-19 16,-5 2 17-16,2 1 2 0,0-1-44 16,-5-1 44-16,3 2 0 0,-3-1-17 15,0 0 17-15,0 0 64 0,0-1 3 16,-3 1-6-16,1 1-16 16,-4 0-29-16,4 1 36 0,-9-1-40 15,6 2-5-15,-3-2 28 0,-5 2-6 16,7 0-20-16,-2-1 49 0,1 1-55 15,-1-2 22-15,0 1-9 16,2 0-16-16,1 0-21 0,-3-2 21 16,3 3 0-16,2-3-61 0,1 2 61 15,2 1-153-15,-3-1-346 0,3 1 30 16,3-1-119-16,-3-1-820 16</inkml:trace>
  <inkml:trace contextRef="#ctx0" brushRef="#br0" timeOffset="22431.64">8928 4530 926 0,'0'0'296'0,"0"0"-38"15,0 0-197-15,0 0 37 0,0 0 117 16,0 0-141-16,-8 33-15 15,3-15 15-15,5 2 1 0,0 8 3 16,-3 0 28-16,-2 6-57 0,5 5 29 16,-5 2 96-16,2 4-116 0,-2 5-10 15,-1 2-41-15,-2 9 35 16,-5 2-42-16,5 6 22 0,-5 6-23 16,-6 3 1-16,4 2-29 0,1 0 29 15,-4 2 42-15,5 3 32 16,5 0-16-16,-6 3-23 0,1 1-29 15,0-2 23-15,0 2-29 0,-1-2 4 16,9-3-4-16,-8 0 0 0,5-2-11 16,0-3-2-16,-5-4 0 0,10-7-141 15,-8-5 131-15,11-5-38 0,-5-6 7 16,5-4 25-16,-2-6-30 16,-4-4-121-16,6-4 53 0,0-4-73 15,0-5-323-15,0-5 70 0,0-7-81 16</inkml:trace>
  <inkml:trace contextRef="#ctx0" brushRef="#br0" timeOffset="22904.65">8348 7066 1260 0,'0'0'670'0,"0"0"-391"0,0 0-23 16,0 0-53-16,0 0-103 0,0 0-90 15,0 0-10-15,0 0-32 16,0 0-30-16,0 0 62 0,13 28 78 16,1-9-17-16,-1 4 0 0,3-1-22 15,-3 0-11-15,0 1-24 0,0 0 34 16,1-1-38-16,-1 1-12 0,0-2 12 16,0-3 0-16,-5-2 16 0,6-5-16 15,-9-4 0-15,3 0-8 16,-8-5 8-16,5-2 0 0,-2 0 13 15,2 0-10-15,-5-1 32 0,8-9 4 16,-3-5 31-16,3-10-64 0,5-6 17 16,-7 1-23-16,2 1 0 0,2 5-30 15,-2 2 28-15,0 1-38 0,3 3-184 16,-3 3 108-16,0 4-81 16,0 1-265-16,-8 6-32 0,5 2-92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2:10:38.41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8261 8612 1404 0,'0'0'270'0,"0"0"-10"0,0 0-69 16,0 0-113-16,0 0 103 0,0 0-19 16,0 0-43-16,0 0-45 15,0 0-16-15,-19-24-58 0,16 24-58 16,-2 0 39-16,0 2-13 0,-3 4-75 16,-5 5 91-16,-1 3-13 0,1 3-11 15,-3 3 38-15,-2 2 0 0,10 1-18 16,-5 1 8-16,-1 5-1 0,1 2-28 15,0 3 37-15,8 2 4 16,-3 0 90-16,0-1-29 0,2-1-45 16,6-1-16-16,0-2-19 0,8-4 16 15,3-3-36-15,-3-3 36 16,5-1-26-16,6-3 13 0,-3 1 16 16,5-3 29-16,-3-4-7 0,3 1-6 15,3-1 13-15,-3-1-12 0,1-1-17 16,-4-2-13-16,-2 1-350 0,-3-5-136 15,1 1-195-15</inkml:trace>
  <inkml:trace contextRef="#ctx0" brushRef="#br0" timeOffset="668.78">8483 8787 1377 0,'0'0'263'16,"0"0"-78"-16,0 0 69 0,0 0-151 15,0 0 30-15,0 0 106 16,0 0-132-16,0 0-23 0,0 0-7 16,0 0 0-16,0-17-77 0,0 17-32 15,0 0-23-15,0 6 20 0,5 2 15 16,-5 7 20-16,0 0 17 0,0 2-14 16,0 0 35-16,0-3-22 0,0 2-13 15,3-1-6-15,-3-3 2 0,5 3-34 16,-5-3 35-16,6 5 0 0,-4-4-32 15,6 0-7-15,-2 1-87 16,-1-3-401-16,-2-2-48 0,-1-3-151 16</inkml:trace>
  <inkml:trace contextRef="#ctx0" brushRef="#br0" timeOffset="1267.71">9061 8705 1409 0,'0'0'293'0,"0"0"-160"0,0 0-81 15,0 0-32-15,0 0 6 16,0 0 210-16,0 0-122 0,-11 33-33 16,11-15-13-16,-3-1-36 0,3 2 0 15,0-1 10-15,0 1-19 0,-5 1-22 16,5 0-1-16,0-2-2 0,0-2 0 16,0-1-28-16,0-4 14 0,0-1 7 15,5-1 9-15,-2-4-23 16,-3 1-9-16,3-1-273 0,-1 1-22 15,-2-1-21-15,0 1-437 0,0-3 217 16</inkml:trace>
  <inkml:trace contextRef="#ctx0" brushRef="#br0" timeOffset="1533.88">8973 8759 1187 0,'0'0'403'0,"0"0"-156"15,0 0-49-15,0 0-143 0,0 0 46 16,0 0 96-16,0 0-103 0,40-6-20 16,-24 4 7-16,8 1-26 15,-3 1-20-15,-5 0-6 0,2 0 0 16,-2 0-29-16,-3 3-22 0,1-1 22 15,-1 0-1-15,-3 0-64 0,-7-1-28 16,5 4-82-16,-5-3-249 16,-3 1-63-16,0-2-155 0</inkml:trace>
  <inkml:trace contextRef="#ctx0" brushRef="#br0" timeOffset="1747.47">8912 8861 900 0,'0'0'436'0,"0"0"-240"15,0 0-196-15,0 0-4 16,0 0 4-16,0 0 290 0,0 0-164 0,53 0-48 16,-37 0 19-16,11 0-97 15,-12 1-23-15,4 1 22 0,7 2-54 16,-4-3-69-16,-1 1-263 15,-3-1-13-15,4 0-141 0</inkml:trace>
  <inkml:trace contextRef="#ctx0" brushRef="#br0" timeOffset="2044.76">9270 8846 365 0,'0'0'1014'15,"0"0"-923"-15,0 0-36 0,0 0 69 16,0 0-43-16,0 0 52 0,-40 3 98 15,27 0-111-15,10 3 3 16,-7-2-17-16,10 2-60 0,-3-1-37 16,0 3-2-16,3 1 19 0,0-3-17 15,3 2-9-15,0 0 0 16,7-1-3-16,1 1 6 0,2-3 13 16,8-1 7-16,-2-4 9 0,2-1 17 15,-8-5-20-15,0-1 29 0,6-2-7 16,-11 0-9-16,5 0 22 0,-2-3 10 15,-9 1-32-15,4 0 0 0,-4-1 25 16,-2 2-67-16,0 2-19 16,-2 1-155-16,-9-2-57 0,-2 1-481 15,2 3-13-15,1-1-283 0</inkml:trace>
  <inkml:trace contextRef="#ctx0" brushRef="#br0" timeOffset="2469.36">9423 8872 515 0,'0'0'362'16,"0"0"-131"-16,0 0 59 0,14 36-111 0,-14-27-78 16,2-6 94-16,-2 3-124 15,0-3-19-15,0 1 7 0,0 1-37 16,0-4-5-16,0 0 35 15,0-1-7-15,0 0 52 0,0 0 97 16,0-4-155-16,0-2-39 0,-2-3-32 16,-1-5 29-16,0 0-16 0,-2-5-20 15,5 4 4-15,5-2-40 0,3 4-51 16,0 0 68-16,3 1 58 0,-3 0 10 16,10 2 104-16,-4 1 44 0,-1 4 165 15,0 0-95-15,0 2-83 0,-2 3-94 16,2 5-22-16,-5-2-29 15,-3 0-65-15,1 2 65 0,-4-1 0 16,1 3 16-16,0 1-16 0,-3 3 0 16,0 5-40-16,-8-1 39 0,0-2-36 15,-3 0-133-15,-2-2 64 0,2-2-81 16,-5 3-133-16,3-4 67 16,-3-2-69-16,3-1-342 0,0-1 407 15,-1-3-138-15,1 0 4 0</inkml:trace>
  <inkml:trace contextRef="#ctx0" brushRef="#br0" timeOffset="2633.6">9434 8915 435 0,'0'0'352'0,"0"0"23"0,0 0 262 16,0 0-328-16,0 0-86 0,40-9 49 15,-27 9-147-15,5 1-57 0,-4 1-10 16,-1 3-13-16,0-1-3 0,0 0-40 16,1 2-4-16,-1-2-9 0,0 2 11 15,0-1-16-15,-2 2 0 0,0-2-258 16,-3 1 32-16,-1-4-170 0,-7-1-704 15</inkml:trace>
  <inkml:trace contextRef="#ctx0" brushRef="#br0" timeOffset="2866.16">9701 8782 2377 0,'0'0'229'0,"0"0"-229"0,0 0-110 16,0 0 110-16,0 0 64 0,0 0 16 15,0 43-25-15,0-30-32 0,0-1-20 16,0 2-3-16,0 0 1 0,0 0 15 16,0-2 10-16,0-2-26 0,0 1-77 15,0-7-69-15,0 0-57 0,0-1-547 16,0-1-35-16,0-2-1 0</inkml:trace>
  <inkml:trace contextRef="#ctx0" brushRef="#br0" timeOffset="3218.59">9715 8884 1796 0,'0'0'464'0,"0"0"-238"16,0 0 10-16,0 0-94 15,0 0-4-15,45-19-7 0,-32 14-42 16,0-3-73-16,3 3 16 0,-8 0-32 15,3 1 0-15,-9 0-13 16,6 0 11-16,-2 1 2 0,-1 0-195 0,0-4 54 16,-2 3-52-16,2-2-194 15,-2 2 163-15,-3-2 69 0,0 1-92 16,0 1 65-16,0-1 87 0,-3 3 95 16,-2 0 69-16,5 1 77 0,0 1 169 15,-3 0-146-15,0 2-33 0,1 3 39 16,-3 5-69-16,5 1-15 15,-3 7-4-15,0-2-20 0,1 3-64 0,2-6-1 16,0 1-2-16,0-1 0 16,0 0 20-16,5-1-17 0,-2-6-3 15,2 2-27-15,-3-5-18 0,4 0-61 16,-6 2-162-16,10-3 109 0,-2-1-91 16,0-1-361-16,0 0 123 15,-3-2-5-15</inkml:trace>
  <inkml:trace contextRef="#ctx0" brushRef="#br0" timeOffset="3454.04">9932 8845 633 0,'0'0'492'0,"0"0"162"16,0 0-437-16,0 0-25 0,0 0 70 16,0 0-162-16,0 0-6 0,-8 39 2 15,8-29-19-15,0-3-6 0,8-3-19 16,-3 3 25-16,8-2-20 0,1-3 7 15,2-1 45-15,-1-1-42 16,-1-1-29-16,-4-3 48 0,1-2-29 16,-3 3-47-16,-3 0 56 0,-2-2-59 15,-3 1 15-15,5-2-44 0,-2 0 9 16,-3 0-327-16,0 1 128 16,-8-3-99-16,5 3-983 0,-10-6-114 0</inkml:trace>
  <inkml:trace contextRef="#ctx0" brushRef="#br0" timeOffset="3767.22">10117 8806 1474 0,'0'0'488'0,"0"0"-358"15,0 0-88-15,0 0 10 0,0 0 48 16,3 41-32-16,-3-30-3 0,0 0 15 15,0-1-44-15,0-1 3 16,-3 0-20-16,3-2 4 0,0-2-21 16,0 3 1-16,0-3 13 0,0 1-14 15,0-1 2-15,0 0 18 0,3-2-12 16,2-1-7-16,1 1 7 16,1-3 3-16,7 0 32 0,2-4 3 15,-1 1-45-15,-4 0-2 0,2-1-1 16,1 2 0-16,-1 1-42 15,0 0-35-15,0 1-52 0,1 0-282 0,-7 0 61 16,4-1-51-16,-3 0-488 16</inkml:trace>
  <inkml:trace contextRef="#ctx0" brushRef="#br0" timeOffset="4033.92">10361 8837 2123 0,'0'0'340'0,"0"0"-218"16,0 0-112-16,0 0 29 0,0 0 51 16,0 0 106-16,0 0-61 0,0 0-29 15,0 0-36-15,0 0 7 0,21 35-20 16,-21-28-51-16,8-2 26 0,-5 2-32 16,-1-2 2-16,-2-3 27 15,6 3-29-15,-4-4-48 0,1 0 4 16,0-1-23-16,-3 0-42 0,0-2 106 15,5-3-39-15,-2 0-218 0,-3-6 32 16,0-2-21-16,2-3-383 16,-2 2 98-16,3 2-82 0</inkml:trace>
  <inkml:trace contextRef="#ctx0" brushRef="#br0" timeOffset="4252.54">10462 8784 700 0,'0'0'466'0,"0"0"-53"0,34-14 217 16,-21 12-306-16,0 2-89 0,-5 0-23 15,6 3-106-15,-1 4-23 0,0-1 71 16,-2 4-34-16,-1-1-37 15,1 0 6-15,-3 1 34 0,0 1-38 16,-3-3-60-16,3 1 82 0,-8 3-91 16,5-4 12-16,-5-3 29 0,0 1-22 15,0-1-26-15,-5 2 97 16,0-1-44-16,-6 3-52 0,1 1 67 0,-6 0-77 16,-3-5-9-16,6 0-22 15,5-3 31-15,-5 1-209 0,-1 0 133 16,1 0-87-16,0-1-362 0,0 0 157 15,5 0-118-15,3 2-878 16</inkml:trace>
  <inkml:trace contextRef="#ctx0" brushRef="#br0" timeOffset="4919.01">11304 8782 1429 0,'0'0'776'15,"0"0"-666"-15,0 0-110 0,0 0 2 16,0 0 50-16,0 0 6 0,0 0 65 16,0 0-7-16,0 0 3 0,10 39 51 15,-10-23-68-15,3-2-31 0,-3 2-49 16,0-4 20-16,0 2-42 15,0-2-1-15,5 0 1 0,-5-2 0 16,3-2-66-16,-3-3-15 0,0-1-63 16,0 1-268-16,0-1-22 15,-3-1-190-15,-2 1-631 0</inkml:trace>
  <inkml:trace contextRef="#ctx0" brushRef="#br0" timeOffset="5301.88">11142 8805 2365 0,'0'0'236'0,"0"0"-159"0,0 0-42 16,0 0 81-16,48-15 22 0,-35 13 7 16,6-2-37-16,-3 3-37 0,-1-1-55 15,1 1 47-15,0 0-63 0,0-1 22 16,0-1-22-16,-3 1 0 0,-5 0 13 15,5 1 3-15,-5-1-16 16,-2 1-43-16,2 0 41 0,-3-4 2 16,0 5-83-16,3-1 67 0,0 0 3 15,-3 1-16-15,6 0 28 16,-6 1 1-16,1 5-29 0,2-2 29 16,-3 1 0-16,0 3 10 0,-2 4 83 15,-1 4-39-15,1-1-51 0,-3 0 45 16,0-2-48-16,5 2-10 0,-2-4 9 15,-3 0 1-15,3 0-73 16,-1-4-20-16,-2-1-38 0,0-1-199 0,6 0 117 16,-6-3-117-16,2 1-580 15,1-2 347-15,0-1 18 0</inkml:trace>
  <inkml:trace contextRef="#ctx0" brushRef="#br0" timeOffset="5608.52">11566 8780 411 0,'0'0'1622'16,"0"0"-1088"-16,0 0-434 0,0 0-42 16,0 0 10-16,0 0 41 0,0 0 3 15,0 0 36-15,21 34-56 16,-21-21-31-16,0 0-42 0,0-3 35 16,0 1-54-16,0-3 26 0,0-2-14 15,0 0-12-15,0-3 13 0,0 5-13 16,0-3 0-16,0 3-1 0,0 0 1 15,0-3 0-15,5-1-43 0,-2 0 42 16,2-3-14-16,1 0 8 0,2-1 7 16,5 0 0-16,0 0 10 15,0 1-10-15,1-1 0 0,-1 3-29 16,-5 1 29-16,5-2 0 0,-5 1-25 16,-3 2 25-16,6-1 0 0,-8-1-291 15,4-1 21-15,-1 3-91 16,-1-1-887-16,-2 1 90 0</inkml:trace>
  <inkml:trace contextRef="#ctx0" brushRef="#br0" timeOffset="9042.08">12400 8744 752 0,'0'0'528'0,"0"0"-356"0,0 0-77 16,0 0-7-16,0 0-46 0,0 0-23 16,0 0 66-16,0 0-23 0,0 0-4 15,6 11 36-15,-4-6-9 0,-2 6 31 16,6 5 49-16,-4 0-97 0,1 2-26 16,-1-1-16-16,-2-3-10 15,6 3-12-15,-4-3-1 0,1-1-2 16,0-1-1-16,2-2-4 0,-2-2-103 15,-3-4-74-15,2 2-179 0,-2-2 103 16,3-1-56-16,-3 3-368 16,0-4 245-16</inkml:trace>
  <inkml:trace contextRef="#ctx0" brushRef="#br0" timeOffset="9439.53">12345 8755 436 0,'0'0'717'0,"0"0"-499"16,0 0-114-16,0 0 33 0,0 0-43 15,0 0 23-15,37-35 71 0,-21 28-90 16,2 3 12-16,-2-2 39 0,0 5-78 15,-3 0 20-15,3 1 60 0,-3 0-48 16,1 2-58-16,-9 4-25 16,5-3 5-16,-7 0-25 0,2 2 13 15,1-1 3-15,-4 4-9 0,-2-1-1 16,6 0 10-16,-6 0 10 0,0-1-4 16,-6 2 46-16,4-2-36 0,-9 2-29 15,-2-1 35-15,0 1-38 0,-1-1-9 16,-2 0 9-16,3-4 0 0,0-1-63 15,2-1 43-15,1-1-44 16,-1 0-87-16,9 0 55 0,-4 0-40 16,4 0-252-16,-1 0 61 0,3-1-5 15,0-2-515-15,0 2 244 0</inkml:trace>
  <inkml:trace contextRef="#ctx0" brushRef="#br0" timeOffset="10152.17">12628 8734 395 0,'0'0'544'16,"0"0"-124"-16,0 0-417 0,0 0 0 15,0 0 130-15,0 0-13 0,0 0 20 16,0 0 107-16,0 0-98 0,0 0 13 16,16 17 48-16,-11-3-148 15,-2 1-11-15,0 2 1 0,-1 1-20 16,-2-3-19-16,0-3-3 0,0-2 6 15,0 0-16-15,0-4 0 0,0-2 19 16,0-2-6-16,0 2 6 16,0-1 17-16,0-2-14 0,-2 0 10 15,-1-1 36-15,0 0-17 0,-2 0-38 16,5-4-10-16,-3-3-3 0,1-1-71 16,-1-5 33-16,3-1-1 0,0-5-83 15,3 2 48-15,2-1-29 0,8 3-117 16,-2 1 117-16,2 2 12 0,-2-3 62 15,2 7 29-15,-3-1 19 16,4 2 166-16,-6 2-53 0,0 4-19 16,0 0 4-16,-3 1-59 0,-5 0-58 15,5 2 13-15,-2 3 10 0,-1 2-4 16,-2 0-9-16,0 3 22 0,0 6-9 16,-10-2-20-16,2-1 26 15,-3 0-29-15,3-4 25 0,0-1-25 16,-2-1 0-16,2 1-52 0,0-2 26 15,0 0-12-15,3-3-43 0,2 1 68 16,0-2-19-16,-5 0-49 16,8-1 62-16,0 1-7 0,0 1-45 15,0-1 42-15,0-1 3 0,0 1 26 16,0 0 45-16,6 4 62 0,-4-2 16 16,1 0-82-16,0 2 11 0,5 1-17 15,-3-2 7-15,0 4-42 0,0-5 3 16,1 3 10-16,-1-2 3 0,0 0-16 15,3 0-58-15,-2-4-77 16,2 0-191-16,-3-1 48 0,3 0-157 16,0-1-493-16,-3-1 413 0</inkml:trace>
  <inkml:trace contextRef="#ctx0" brushRef="#br0" timeOffset="10471.04">12858 8795 923 0,'0'0'215'16,"0"0"-49"-16,0 0 110 0,0 0-152 15,0 0 29-15,0 0 87 0,0 0-88 16,0 0-48-16,0 0-98 16,0-16 4-16,-2 27 55 0,-3 3 74 15,-1 0-52-15,6 2 13 0,0-3 49 16,0-2-92-16,0-1-57 0,6-5 4 16,-4 1 12-16,3-3 3 0,1-1-6 15,2 2 51-15,0-2-19 0,0-2 9 16,-3 0 71-16,5-4-30 15,-2-1-35-15,0-4 23 0,-2-1-36 16,2-2-37-16,-8-1 72 0,0 2-66 16,0 0 9-16,-3 1-25 0,-2 1 0 15,-1 2-266-15,-7-2 129 0,10 1-48 16,-7 4-258-16,7 1 198 16,1-2-53-16,-1 3-280 0,0-1 220 15,3 2-82-15</inkml:trace>
  <inkml:trace contextRef="#ctx0" brushRef="#br0" timeOffset="10781.58">13054 8696 284 0,'0'0'694'0,"0"0"-381"0,0 0-85 16,0 0-95-16,0 0-6 0,0 0 9 15,0 0-94-15,-34 6 69 0,26-3 148 16,3 3-117-16,-1-2-48 15,-1 2-65-15,4 0-29 0,0 3-16 0,3-1-33 16,0-3 33-16,0 2-3 16,6-2 19-16,1 2 19 0,-1-2 23 15,4 2 13-15,1-3-23 0,-3 3-9 16,0 1 51-16,0-2-39 16,-6 2-35-16,6 1 10 0,-2 0-10 15,-6 1 1-15,0 1 9 0,0-1 6 16,-3-2-16-16,-2-3-3 0,-3 3 3 15,0 1 0-15,0-4-132 0,0 1 45 16,0-3-20-16,0 0-269 16,0 1 3-16,-2-4-73 0,10 0-616 15</inkml:trace>
  <inkml:trace contextRef="#ctx0" brushRef="#br0" timeOffset="11039.56">13094 8757 1240 0,'0'0'517'16,"35"-20"-69"-16,-17 11-367 0,1 3-20 16,-3-1 143-16,5 2-36 0,-8 3-23 15,0-1-23-15,6 2-84 0,-11 1-38 16,5 0-59-16,-5 1 57 0,-3 3 1 16,1 0-18-16,-1 2 16 15,-3 2 3-15,4 7-7 0,-6-1 7 16,0 1 7-16,0 1 12 0,-6-2-10 15,4-2-9-15,-1 1 0 0,1-2 4 16,-1 1-4-16,0 1-141 16,1-2-16-16,-1-1-34 0,0-2-434 15,3-5 78-15,-5-1-248 0</inkml:trace>
  <inkml:trace contextRef="#ctx0" brushRef="#br0" timeOffset="11219.25">13229 8815 1523 0,'0'0'562'0,"0"0"-517"15,0 0-12-15,51-8 45 0,-36 7-33 0,1 1-3 16,3 0-42-16,-6-1-12 16,6 1-17-16,-6-1-201 0,3 0-111 15,-3-1-128-15,-2 1-596 0</inkml:trace>
  <inkml:trace contextRef="#ctx0" brushRef="#br0" timeOffset="11472.7">13478 8754 284 0,'0'0'795'0,"0"0"-499"0,0 0-16 16,0 0-133-16,0 0 31 0,0 0 75 16,0 0-175-16,0 0-17 0,-32 27-6 15,27-16-51-15,2 3 15 0,3 2 0 16,0-2 17-16,0-2-1 0,3-2 20 15,0-5-52-15,2 1 10 16,0-2-6-16,3 2 22 0,6-1-26 16,1 1 33-16,-1-4 5 0,4-2 11 15,-7 0-14-15,2 0 11 0,-2-2-49 16,-6-1-197-16,-2 0-77 0,5 2-151 16,-6-2-586-16,1 1 297 15</inkml:trace>
  <inkml:trace contextRef="#ctx0" brushRef="#br0" timeOffset="11639.33">13486 8819 1953 0,'0'0'509'0,"0"0"-367"16,0 0-120-16,0 0-22 0,0 0 121 15,0 0-73-15,37-8-48 0,-24 3 0 16,-2 2-19-16,-6 2 9 15,3-1-358-15,-5 1-30 0,0-2-135 16,-3 2-764-16</inkml:trace>
  <inkml:trace contextRef="#ctx0" brushRef="#br0" timeOffset="12106.3">13566 8687 293 0,'0'0'356'16,"0"0"-268"-16,0 0 36 0,34-9 127 15,-29 9-154-15,1 0-12 0,-4 1 0 16,4 5-10-16,-1-2 48 0,-2 4 115 16,2 4-109-16,-3 2-51 0,-2 1 62 15,3 2-101-15,-3-2-20 0,0-4 36 16,0 2-54-16,0-2 2 15,0-3-1-15,3 0 30 0,-3-3-9 16,0-3 15-16,0 1-2 0,5 1 9 16,-2-2 46-16,2-1-1 0,0-1 16 15,3 0 20-15,3-5-55 0,2-2-30 16,-5-1-38-16,3 2-3 16,-6-1-23-16,3 2-89 0,-3-4 76 15,6 3-28-15,-9 1-13 0,4 2 77 16,-4-1-23-16,-2 2-37 0,0 2 59 15,0 0-34-15,0 0-130 0,0 3 104 16,0 2 53-16,0 3 8 16,-2 2 78-16,-4 4-20 0,6 1 39 15,0-3-61-15,0 0-20 0,0-3-14 16,6-5-2-16,-4 2 0 0,4-1 19 16,-1 2-22-16,3-1 3 0,0-1-320 15,2-3 35-15,-2-2-82 0,0 0-793 16</inkml:trace>
  <inkml:trace contextRef="#ctx0" brushRef="#br0" timeOffset="12309.93">13918 8753 663 0,'0'0'857'0,"0"0"-591"16,-3 34-68-16,1-21 17 15,2-1-80-15,0 2-8 0,0-2-53 16,0 0-55-16,2 1-19 0,1-4 4 16,-3 0 12-16,3-3-16 0,-3-1-24 15,2-1-121-15,-2 1-33 0,0-2-290 16,0-1-52-16,0-2-181 0</inkml:trace>
  <inkml:trace contextRef="#ctx0" brushRef="#br0" timeOffset="12527.63">13754 8703 2526 0,'0'0'618'0,"0"0"-427"0,0 0-140 16,0 0-35-16,0 0 35 15,0 0-10-15,0 0-38 0,0 0 77 16,55-10-80-16,-28 8 6 0,-1 0-22 15,1 1 16-15,2 0-257 16,0 0-25-16,0-3-187 0,-5 2-872 16</inkml:trace>
  <inkml:trace contextRef="#ctx0" brushRef="#br0" timeOffset="13532.66">14193 8724 907 0,'0'0'762'15,"0"0"-495"-15,0 0-79 0,0 0 103 16,0 0-84-16,0 0-55 0,0 0 11 16,0 0-66-16,6-34-33 0,-6 34-61 15,-3-1-3-15,-2 1-34 0,-1 2-123 16,-4 6 115-16,-1 3 13 15,-2 2-33-15,5 1 62 0,0 3 32 16,5-3 32-16,-5 3 7 0,8 1-7 16,0-2-22-16,0 2-20 0,8-5-22 15,-2 2 16-15,2-5-16 0,2-1 23 16,1-1-14-16,2-4 42 0,0-3 7 16,3-1 12-16,0 0 45 15,-3-2-7-15,-2-1-26 16,0-2 13-16,-4 1-95 0,-4 0 28 0,0 0 13 15,2 1-41-15,0-2-22 16,-2-1 10-16,-3-3-4 0,0 3-193 16,0-2 149-16,-8 0-48 0,-5 0-97 15,0 1 160-15,-1 4 10 0,1 1-51 16,5 2 86-16,3-3 4 0,0 3 5 16,2 0 7-16,-2 0-14 0,5 0-2 15,0 0 44-15,0 0-44 0,0 0-93 16,5-1 92-16,3 1 1 15,16-2 55-15,-3 0 22 0,3 0-67 16,-6-2 9-16,1 3-19 0,-3 0 0 16,-3-1-7-16,0 1 6 0,-2 1 1 15,-3 0-16-15,-3 0 14 0,-2 0 2 16,-3 0-64-16,5 3 62 0,0-2-21 16,-5 4-50-16,3-1 73 15,0 2-20-15,-3-1-27 0,0 7 46 16,0-3 1-16,0-1-42 0,0-1 13 15,0 1-38-15,0-4-198 16,0 4 61-16,0-3-52 0,0 0-534 16,0-3 154-16,0-2 69 0</inkml:trace>
  <inkml:trace contextRef="#ctx0" brushRef="#br0" timeOffset="13824.55">14440 8713 910 0,'0'0'478'0,"0"0"-328"15,39-21 16-15,-28 16 84 0,2 1-114 0,0 2 4 16,-7 1 102-16,4 1-164 16,-7 0-68-16,5 0-10 0,-3 1-16 15,0 3-10-15,1 1-10 0,2 3 34 16,-3 3-11-16,0 3-7 0,-2 1 20 15,-3 1 1-15,3 0-1 16,-3-3 16-16,0 5-13 0,0-4-3 16,-3 4 23-16,3-3-10 0,-3 0-7 15,1 0 4-15,-1 0-10 0,0-4-78 16,1-3-100-16,-1-2-97 0,0 0-408 16,1-3 119-16,-4 0-42 0</inkml:trace>
  <inkml:trace contextRef="#ctx0" brushRef="#br0" timeOffset="14038.67">14458 8840 1243 0,'0'0'803'0,"0"0"-366"0,0 0-417 15,35-18 35-15,-20 11 77 0,-1 2-45 16,4 0-62-16,-5 2-23 0,3 0-4 15,-5-1 1-15,5 1-111 16,-6 1-72-16,1-1-59 0,0-1-260 16,-3 1 9-16,-3 0-99 0</inkml:trace>
  <inkml:trace contextRef="#ctx0" brushRef="#br0" timeOffset="14268.62">14681 8744 714 0,'0'0'896'0,"0"0"-817"0,0 0-77 15,0 0 139-15,0 0 34 0,0 0-26 16,0 0 0-16,0 0-77 0,0 0-27 16,8 40 52-16,-6-30-42 0,1-1 19 15,0 2-16-15,2-3 19 0,0 1-22 16,-2-1-23-16,5-1 13 16,0-1-19-16,0 1-1 0,-3-4 49 15,3 0-16-15,0 0-29 0,0-3 28 16,0 1-22-16,0-1-25 15,-3 0-10-15,3 0-67 0,-3-1-302 0,0-2 104 16,1 0-123-16,-6-1-574 16,0-2-54-16</inkml:trace>
  <inkml:trace contextRef="#ctx0" brushRef="#br0" timeOffset="14450.62">14681 8794 1190 0,'0'0'1515'0,"0"0"-1438"0,0 0-32 16,0 0 0-16,0 0 125 0,39-11-61 16,-20 8-99-16,-1-1 22 0,-4-1-32 15,-1 2-7-15,0 0-25 0,-2-3 29 16,-6 4-279-16,0 0 24 16,-2 0-214-16,0-1-849 0</inkml:trace>
  <inkml:trace contextRef="#ctx0" brushRef="#br0" timeOffset="14774.6">14760 8698 1886 0,'0'0'641'16,"0"0"-641"-16,0 0 0 0,0 0 49 16,0 0 38-16,45-15-39 0,-32 13-19 15,3 2 7-15,-5 0-36 16,-3 1-35-16,-6 2 16 0,1 0 3 15,2 1-49-15,1 3 53 0,-4 5 12 16,-2 1 0-16,6 5 12 0,-6-3 5 16,-6-1-11-16,6-1-3 0,-5 2 1 15,-3-3 18-15,3 2-3 0,2-4-19 16,-2-1 0-16,2-4-3 16,1-2-61-16,-4 4-91 0,4-4 71 15,-1-1 29-15,0 1-29 16,1-3 41-16,-1-4-44 0,0-1-241 15,3-7 45-15,-2-1 3 0,2-4-202 0,5 4 130 16,0 0 32-16</inkml:trace>
  <inkml:trace contextRef="#ctx0" brushRef="#br0" timeOffset="15701.67">14855 8759 373 0,'0'0'287'0,"0"0"91"0,0 0 221 16,38-10-316-16,-36 10-69 0,3 1 97 16,3 5-192-16,3 5-16 0,0 0-6 15,-1 2-7-15,3 0-26 16,-2-2-9-16,-6-4-17 0,3-1-9 15,-2-1 13-15,-1-2 35 0,0-1-10 16,0 1 3-16,3 1 35 0,-2-3-22 16,2-1-14-16,-3 0 39 0,0-1-19 15,-2-3-27-15,5-1 52 0,-3-4-77 16,0-5-12-16,1 2-50 0,-1-4-12 16,0 3-326-16,3 4 179 15,-2 0-20-15,1 1-265 0,4 1 188 16,-3 3 12-16,5 1-133 0,-2 1 252 15,-6 2-9-15,0 0-4 0,1 0 150 16,-4 3 13-16,4 0 110 16,-4 4 108-16,-2 3-7 0,0 4 26 15,0 0-149-15,-5 1 25 0,-3 0 49 16,3-1-75-16,0-2-29 0,-1-1-22 16,4-1-34-16,-4-5 20 0,6 0-12 15,-2-2 16-15,-1-1-10 16,0 3-13-16,-2-3 17 0,5-1-17 0,0-1 16 15,-3 0 13-15,1-5-32 16,2-3-212-16,-3-4 102 0,-2-5-4 16,5 2-106-16,0 1 45 0,0-1-17 15,8 3-185-15,-3 3 289 16,-5 3 88-16,8-1 16 0,-5 4 166 16,-1 0 75-16,9 1 214 0,-3 2-264 15,5 2-10-15,-2 6 29 16,2 1-139-16,-3 1-7 0,-2 0-6 15,6 1 3-15,-4-2-36 0,4 0 1 16,-4 0 44-16,3-1-35 0,-2-2-32 16,-3-2 19-16,0-2-9 0,-3-1-26 15,0-1 92-15,-2 0-35 0,2 0-31 16,1 0 79-16,2-1-33 0,-3-2-25 16,-2-5 76-16,-1-1-47 0,1-6-57 15,-3 1-22-15,0-4-95 16,-5 3-405-16,5 0 159 0,0 1-138 15,0 3-223-15,2 3 377 0,4 2 71 16,1 3-88-16,-1 0 284 0,-1 0 58 16,3 2 40-16,0 0 22 0,-3 1 3 15,-2 1 26-15,2 5 39 16,-2-2 7-16,-3 5 133 0,2 3-186 16,-2 2 7-16,0 4 104 0,0-3-72 15,0 3-19-15,0-5 99 16,0 2-129-16,0-2 4 0,6-2 18 0,-4-1-57 15,1-3-4-15,5-3 7 16,0 2 64-16,8-2-4 0,0 0 20 16,0-4 27-16,2-3-9 0,-2-2-32 15,-3-3-4-15,1-2-48 0,1-1-52 16,-7-1 84-16,0 1-41 0,-2-1-38 16,-6-1 83-16,0-2-92 0,-6-1-51 15,-2 1 10-15,-2 2-69 0,-3 2-142 16,5 0 214-16,-6 3-22 15,4 3-54-15,2 0 113 0,3 3-30 16,-1 2-71-16,1 0 99 0,0 0-51 16,-1 0-100-16,1 1 116 0,0 2-17 15,2 2-112-15,0-1-10 16,3 2-36-16,0-2-241 0,3 2 136 16,8-2-40-16,-6-2-467 0</inkml:trace>
  <inkml:trace contextRef="#ctx0" brushRef="#br0" timeOffset="16142.44">15576 8766 655 0,'0'0'375'0,"0"0"188"15,2 37-322-15,-2-26-95 0,0 1 39 16,0-1-101-16,0 0-38 0,0-2 2 16,0-3-25-16,0 1-20 0,0-4 29 15,0 3-28-15,0-2 22 0,6 0-26 16,-4 1-136-16,4-4-59 0,-6-1-325 15,8-1 101-15,-6-7-54 16,1-3 49-16,-3-1 424 0,0-2 95 16,0 2-95-16,0 1-120 0,0 2 120 15,5 1 108-15,-5 4 413 0,6 1 33 16,-1-5 297-16,3 3-460 16,5-2-50-16,6-1 71 0,-4 4-193 15,1-4-83-15,0 5-61 0,-3 0 19 16,1-1-94-16,2 1 16 0,-6 1-16 15,1-1 0-15,-1 0-42 0,-2 2 39 16,-5 0 3-16,2 1-170 16,1 0 85-16,-4 0-67 0,1 0-135 15,0 1 230-15,-1 3-14 0,-2-1-6 16,0 3 75-16,0 4 4 0,0 6 41 16,0-2 120-16,0 1-67 0,0-2-61 15,0-1 26-15,0-2-61 0,0-2 3 16,3 0-3-16,-1-4 0 15,1 0-19-15,2 1-23 0,1-2-114 16,2 3-267-16,-3-3-130 0,0-2-119 16</inkml:trace>
  <inkml:trace contextRef="#ctx0" brushRef="#br0" timeOffset="16359.48">15989 8727 977 0,'0'0'999'0,"0"0"-669"16,0 0-152-16,0 0 13 0,0 50 44 15,0-35-69-15,0 3-60 0,0-4-52 16,0 0 23-16,0-1-77 0,0 1 13 16,0-1-7-16,0-3-6 0,8-1-55 15,-8-2 20-15,3-3-128 0,-1 1-217 16,-2-1 67-16,0-2-345 0</inkml:trace>
  <inkml:trace contextRef="#ctx0" brushRef="#br0" timeOffset="16542.59">16015 8721 1549 0,'0'0'572'0,"45"-7"-417"15,-21 6 4-15,-2 1 67 0,-4 0-91 16,1 2-77-16,-6 3-55 16,0-1-6-16,-2 4-26 0,-3-3-355 15,-6 0-102-15,1-1-301 0</inkml:trace>
  <inkml:trace contextRef="#ctx0" brushRef="#br0" timeOffset="17108.59">16031 8815 910 0,'0'0'387'0,"43"-10"-383"0,-22 4-3 16,0-1 2-16,0 2-2 16,-2-1-1-16,-1 4 169 0,-2-1-169 15,-2 1-75-15,-4 2-429 0,-5 0 243 16,-2 0 68-16,0 2 99 0,-3 0 94 15,0 1 59-15,0 3 179 16,0 1 13-16,-3 2 55 0,0 1 221 16,-2 4-257-16,2-1-112 0,3-1 40 15,0 3-78-15,0-6 54 0,6-2 64 16,2 3-129-16,2-2 0 0,4-3 26 16,1 1-14-16,4-3-23 0,5-3-28 15,-6 0 25-15,11-1-63 0,-2-5-16 16,-3 1 28-16,0-4-44 0,-6-1 16 15,1 4-7-15,-11-4-9 16,5 0-69-16,-8-1 53 0,-2 0 3 16,-3 0-72-16,-3-2 59 0,-7 2-50 15,-4-1-259-15,1 3 226 16,-3 0-3-16,3 5-1 0,2 0 91 16,1 1-1-16,2 2-6 0,0 1 13 15,5 0-19-15,-2 2 6 0,0 4 29 16,2-2 39-16,-2 4 81 0,-1 3-1 15,4 3-4-15,2 1-6 16,0 2 3-16,0-4-32 0,2-1-26 16,1-1 32-16,5 0-35 0,0 1-48 15,-3-2 47-15,6-1-50 0,-1 1 16 16,1-5-3-16,0 4-13 0,2-6-133 16,-3 2 53-16,1-1-73 0,0-4-292 15,2 0 119-15,0-4-206 0,-2-2-1073 16</inkml:trace>
  <inkml:trace contextRef="#ctx0" brushRef="#br0" timeOffset="17611.38">16561 8792 1489 0,'0'0'397'16,"0"0"-209"-16,0 0 107 0,0 46-143 15,-3-33-13-15,3-1 54 0,0-3-87 16,0-2-36-16,0-3-31 16,0-1 12-16,0 2-22 0,0-2-23 15,3 0 42-15,-3 1-29 0,0-2-12 16,0-1 41-16,0-1 3 0,0-1 3 16,5-6-54-16,-2-3-38 0,0-4-119 15,-3-2 144-15,0-3-38 16,2-1-122-16,1 5 67 0,2-3-48 15,3 4-153-15,3 0 203 0,-1 3 75 16,4 1 29-16,-1 0 149 0,3 6 71 16,0 0 47-16,0 2-103 15,-3 2-4-15,0 0 18 0,-5 4-73 16,-5-2-60-16,5 1-30 0,-6 1 8 16,4 3-23-16,-4 1 3 0,-2-2-3 15,0 2 0-15,0 1 28 0,-5 1-6 16,-3-2-22-16,0 3 16 0,0-3-16 15,0 0 0-15,3-3 3 0,-3 3-3 16,0-2 0-16,0 2-12 16,3 0 11-16,2-3 1 0,0 3-108 15,1-3 106-15,2 2-17 0,0-2-7 16,0 1 26-16,5-1 0 0,-2 0 13 16,2-2 0-16,6 1-13 0,-1 1-124 15,3-3 35-15,-2 0-183 16,-3-2-479-16,0 0 82 0,0-2-304 15</inkml:trace>
  <inkml:trace contextRef="#ctx0" brushRef="#br0" timeOffset="17826">16868 8763 1591 0,'0'0'578'16,"0"0"-406"-16,0 0-91 0,0 0 93 15,0 0 10-15,-5 34 15 0,2-18-128 16,1-2-7-16,-1 0-45 16,3-3 23-16,0 0-42 0,0 0-13 15,0-3-74-15,3 0-60 0,-1-3-191 16,6-3 92-16,-2-1-360 0,-1 2-1132 16</inkml:trace>
  <inkml:trace contextRef="#ctx0" brushRef="#br0" timeOffset="18076.46">17043 8767 1743 0,'0'0'688'16,"0"0"-508"-16,0 0-134 0,0 0 102 0,0 0 105 16,-26 35 44-16,10-20-138 15,2 1-83-15,4-3-63 0,2-1 28 16,3-5-41-16,-1 0 0 15,1-1 0-15,2-2 0 0,-2 1-64 0,2 1 61 16,1-3-61-16,-1 2-216 16,0-3 175-16,1-1-49 0,2-1-65 15,0-1 206-15,0-6-138 0,0-2-250 16,2-5 122-16,4-1 29 0,-1-3-382 16,3 6 120-16</inkml:trace>
  <inkml:trace contextRef="#ctx0" brushRef="#br0" timeOffset="18278.48">16998 8778 1099 0,'0'0'651'0,"0"0"-220"16,0 0-7-16,0 0-263 0,0 0-19 16,27 38-5-16,-22-27-5 0,0-2-17 15,-2-5-4-15,2 2-19 16,-2-2-28-16,2 3-58 0,3-3 67 0,0-3-22 16,0 1-36-16,0-2 80 15,-3 0-45-15,3-3-43 0,0-1 65 16,0-5-72-16,0-2-202 0,2-2 70 15,-2-5-65-15,0 3-241 0,-2 0 161 16,-1-2-123-16,0 3-617 16,-2 2-223-16</inkml:trace>
  <inkml:trace contextRef="#ctx0" brushRef="#br0" timeOffset="18731.98">17231 8723 867 0,'0'0'502'0,"0"0"-147"16,-3 43 41-16,1-29-218 0,-1-2 13 15,3 1 76-15,0-1-131 0,0-1-2 0,3 0-47 16,2-1 28-16,0-1-19 16,3-4-23-16,3 1 38 0,2-3-32 15,3 1-31-15,-5-2 53 16,7-2-63-16,-2 0-23 0,-3-5 39 0,-2 3-54 16,-3-1 19-16,-3-1-32 15,-2 1 13-15,-1-1-164 0,1-3 149 16,-3-1-68-16,0 1-120 0,-3-1 171 15,1-1-54-15,-6 4-78 0,3-2 164 16,2 4 13-16,-2 0 12 16,2-1 62-16,0 2-17 0,3-1 16 15,-2 2 32-15,2-1-39 0,0-2-41 16,0 2 3-16,2 0-41 0,4-2-139 16,2-1 126-16,5 1-9 0,-3 0-93 15,1 0 113-15,-3 3-36 16,-3 1-73-16,1 0 110 0,-1 0-14 0,0 0-71 15,3 0 73-15,-3 2-16 16,1 5 29-16,-1-2 52 0,-2 7-27 16,2 4 49-16,-5-2 12 15,3 0 6-15,-3 0-57 0,0-3 57 16,0 1-82-16,0-4 25 0,0 0-20 16,0-3-15-16,0 1-66 0,0-3-4 15,0 3-89-15,0-2-200 0,-3-2 70 16,6-1-154-16,-3-1-851 0</inkml:trace>
  <inkml:trace contextRef="#ctx0" brushRef="#br0" timeOffset="18984.16">17565 8765 1583 0,'0'0'328'0,"0"0"-72"15,0 0 90-15,-24 42-162 0,21-28 25 16,-2-2 67-16,2-4-116 0,3 3-40 16,0-1-53-16,3-1 22 15,0-2-51-15,5-1-35 0,5 3 85 0,3-1-66 16,5-1-6-16,0-1 41 16,-2-2-57-16,-1-3-129 0,1 0 34 15,-1-1-67-15,-4 0-304 0,-4 0 57 16,-2-1-268-16,-3-4-1227 0</inkml:trace>
  <inkml:trace contextRef="#ctx0" brushRef="#br0" timeOffset="19178.56">17613 8824 1090 0,'0'0'605'15,"0"0"-238"-15,0 0-221 0,0 0 26 16,42-5 112-16,-26 2-207 0,-3 1-77 16,-2-1-29-16,-3-1-71 15,0 2-142-15,-3 0-543 0,-3 1 62 0</inkml:trace>
  <inkml:trace contextRef="#ctx0" brushRef="#br0" timeOffset="19511.72">17732 8708 1881 0,'0'0'249'0,"0"0"-226"0,0 0 29 15,42-19 123-15,-26 16 25 0,0-2-3 16,2 3-120-16,4 2-13 0,-1-1 109 16,-3 1-93-16,1 1-80 0,-6 5-19 15,-2-2 18-15,-1 0 1 0,-4 1-70 16,-1 1 47-16,-2 3 14 15,-1 2-36-15,-2 2 45 0,0-1 9 16,-2-1-2-16,-9 2 44 0,6-1-12 16,-6 2-23-16,3-3 44 0,0-2-57 15,0-1 20-15,3-1-7 16,0-3-16-16,-1 2 25 0,-2-1-5 0,3-1-20 16,0 2-29-16,-1-4 29 15,4-2-39-15,-3 0-60 0,5-1 64 16,-3-9-61-16,0-2-229 0,3-1 135 15,0-6-66-15,3 4-468 16,-3 4-9-16,3 0-14 0</inkml:trace>
  <inkml:trace contextRef="#ctx0" brushRef="#br0" timeOffset="19700.59">17922 8767 1126 0,'0'0'953'16,"0"0"-630"-16,35 40-84 0,-25-25-23 15,1-3-23-15,2-2-49 0,0-2-36 16,1 1 1-16,2-3-17 15,-3-4-29-15,3 0 29 0,-3-2-23 16,0-2-50-16,-2-2 60 0,-3 0-41 16,0-6-29-16,0 0 73 15,-6-1-82-15,1-3-170 0,0 1 72 0,-3-2-104 16,0-1-316-16,-3 1 74 0,-2 0-184 16,2 1-1073-16</inkml:trace>
  <inkml:trace contextRef="#ctx0" brushRef="#br0" timeOffset="20077.03">18436 8572 1909 0,'0'0'298'15,"19"39"-49"-15,-9-15 32 16,-2 4-88-16,3 1-42 0,-6 5-43 16,3 5-47-16,-5 0-32 0,-1 1 0 15,-2-1 15-15,-2 0-44 0,-4 0-86 16,-7 0-48-16,-5 2-100 0,-6-5-421 16,3-8-53-16,-6-4-406 0</inkml:trace>
  <inkml:trace contextRef="#ctx0" brushRef="#br0" timeOffset="31519.89">8218 9607 1431 0,'0'0'364'0,"0"0"-117"0,0 0 180 16,0 0-256-16,0 0-16 0,0 0 63 16,0 0-73-16,0 0-53 0,0 0-31 15,-10-24 15-15,10 23-57 0,0 0 4 16,-3-1-8-16,0 2-15 0,1 0-13 16,-4 0 13-16,4 0 0 15,-9 5-51-15,3 1 50 0,-5 6 1 0,0-1-48 16,0 5 46-16,-1-3 2 15,6 2-61-15,-5 0 61 0,5 4 0 16,-2 2-26-16,2 3 26 0,0-1 0 16,2 4-24-16,1 0 24 15,-3-2 0-15,8 2 1 0,0-1-1 16,0-4 0-16,5-1 16 0,1-5-18 16,4-1 2-16,1-1-61 0,2-3 58 15,3-2-10-15,5-1-50 16,3-5 43-16,-3-1 1 0,8-2-122 15,1-4 48-15,-7 0-136 0,4-3-448 16,-9-1 79-16,-4 2-220 0</inkml:trace>
  <inkml:trace contextRef="#ctx0" brushRef="#br0" timeOffset="45560.54">8523 9677 499 0,'0'0'352'0,"0"0"-319"15,0 0 117-15,0 0-36 0,0 0 247 16,0 0 87-16,0 0-289 16,0 0-39-16,0 0 49 0,8-12-76 15,-8 10 4-15,0 1 61 0,5-2-45 16,-2 1-30-16,-3 2 7 0,2-1 6 16,-2-1-26-16,0 0-22 15,3 2 26-15,-3-1-46 0,0 1-15 16,0 0 11-16,0 0-24 0,0 0-111 15,0 0 95-15,0 0-9 0,5 2-30 16,-2 2 54-16,0 4 1 0,-3 1-16 16,2 5 16-16,-2 1 0 0,0 5-3 15,0-1 3-15,0-2 0 16,-2 4-12-16,-1-2 12 0,0-2 0 0,-2-3 13 16,5-2 0-16,0-1-13 15,0-3 2-15,0-2 4 0,0-3-6 16,0 0 4-16,-3 0 18 0,3-2 0 15,0 1-19-15,0-2 61 0,0 0-19 16,0 0-36-16,0 0 52 16,0 0-61-16,3 0 6 0,-3-2-22 15,0 1 16-15,5-1-82 0,-2 1 80 16,0-2 2-16,-1 2-48 0,4-1 48 16,-4 1 0-16,9 0-16 15,-3 0 16-15,0 1 0 0,5-2 12 16,0 2-12-16,0 0 0 0,-5 0-3 15,-2 0 3-15,2 0 0 0,-3 0-25 16,3 2 6-16,-3-1 19 0,0 1-68 16,-2 0 49-16,5-1-80 0,-5 2-155 15,-1 0 100-15,-2-1-69 0,6 1-361 16,-4-1 96-16,-2-1-39 0</inkml:trace>
  <inkml:trace contextRef="#ctx0" brushRef="#br0" timeOffset="45905.52">8798 9731 332 0,'0'0'1111'16,"0"0"-864"-16,0 0-52 0,0 0 136 15,0 0-153-15,0 0-10 0,0 0 45 16,0 0-114-16,0 0-99 0,0 0-58 16,6-17 17-16,-6 17-8 0,2 4-20 15,-2 0 69-15,0 0 22 0,0 6-22 16,0 2 35-16,0 0 4 0,0 2 3 16,0 0 3-16,-2-3-45 15,2 1 10-15,0-1-10 0,0-1 0 16,0-3-16-16,0 1 13 0,0-4 3 15,0 1-144-15,0-2 31 0,2 2-10 16,-2-1-188-16,8-2-56 16,-3-2-20-16,-5 0-398 0,8 0 184 15</inkml:trace>
  <inkml:trace contextRef="#ctx0" brushRef="#br0" timeOffset="46184.77">8960 9721 154 0,'0'0'1042'0,"0"0"-632"16,0 0-201-16,0 0 24 0,0 0 69 15,0 0-141-15,0 0-96 0,0 0-65 16,0 0-21-16,0 0 21 16,8-1 26-16,-8 10 32 0,5 3 4 15,-5 1-37-15,0 1 43 0,0 0-33 16,3-3-28-16,-3 0 15 0,0 1-19 15,5-1-3-15,-5-2 3 0,0 0-3 16,5-4-29-16,-5 0 0 16,3-1-39-16,-3-2-161 0,5 2 103 15,-2 0-91-15,-3-3-540 0,3-1 83 16,-3 0-61-16</inkml:trace>
  <inkml:trace contextRef="#ctx0" brushRef="#br0" timeOffset="46762.75">8838 9696 1624 0,'0'0'244'0,"0"0"-59"16,0 0 77-16,0 0-87 0,0 0-1 15,0 0 51-15,0 0-100 0,42-26-28 16,-20 22-46-16,-4 0 9 16,1 0-60-16,-3 2 32 0,2-1-32 15,-2 2 0-15,3 1 7 0,-1 0-20 16,-5 4 13-16,1-2-93 0,-4 3 77 16,3-2-96-16,1 0-93 15,-4 3 124-15,-2-4-15 0,-3 0-114 16,-2 0 87-16,-3 2-20 0,5-1 17 15,-2 0 110-15,0-2-23 0,-3 4 38 16,0-3 1-16,0 1 22 0,0-2 27 16,0 3-17-16,0-1 1 0,0 0 58 15,0-1-65-15,-3 3 16 0,3 0 6 16,0-1-15-16,0 1-30 0,0-2 19 16,0 3 24-16,-3 0-20 15,3 2 32-15,0 0-58 0,0-1 0 16,0 4 0-16,0-1 2 0,0 0 11 15,0-1-13-15,0-2 0 0,3 1 17 16,0 1-17-16,-1 1 1 16,-2 0 28-16,6-2-3 0,-4 0 9 15,4-1 4-15,-1-3 26 0,-2 1 2 16,7-2-31-16,-7 0 9 0,7-2-4 16,-2-1-31-16,0 0-7 15,0 0 36-15,-2 0-30 0,7 0-9 16,-8-2 0-16,3 0-109 0,-3-1-271 15,3 0 60-15,-5 1-174 0,0 0-822 16</inkml:trace>
  <inkml:trace contextRef="#ctx0" brushRef="#br0" timeOffset="46993.07">9103 9793 910 0,'0'0'804'16,"0"0"-499"-16,0 0-68 0,0 0-75 15,0 0-33-15,0 0-10 0,40-11-83 16,-32 9-30-16,0-1 7 0,-3 1-15 16,3-1 2-16,-3 1-255 15,-5 1-46-15,8-1-53 0,-8-1-531 16,3-1 73-16</inkml:trace>
  <inkml:trace contextRef="#ctx0" brushRef="#br0" timeOffset="47160.73">9090 9659 2356 0,'0'0'242'0,"0"0"-148"16,0 0-30-16,0 0 36 0,0 0-23 15,37-13-70-15,-21 12-7 0,0 1-29 16,2 0-58-16,-5 1-55 16,8 2-155-16,-2-1-690 0,-3-1-82 15</inkml:trace>
  <inkml:trace contextRef="#ctx0" brushRef="#br0" timeOffset="47984.68">9956 9882 861 0,'0'0'759'15,"0"0"-691"-15,0 0-66 0,0 0 232 16,0 0 61-16,0 0-36 0,0 0-46 15,0 0-146-15,0 0-9 0,0 0 13 16,0-23 3-16,0 15-32 0,0 2-39 16,0-4 13-16,2-1-16 0,-2-1-61 15,8-3 61-15,-2 1-32 0,2 2-29 16,2 1 42-16,-2 3-7 0,3-2 7 16,2 1 19-16,-2 1 41 15,2 1-2-15,-3 2 3 0,1 2-42 16,0 1-25-16,-4 2 24 0,4 0-11 15,-8 1-33-15,5 1 44 0,-3 2-15 16,0 6-23-16,6 1 38 16,-6 3-1-16,6 1-33 0,-9 0 35 15,6-2-13-15,-2 1 3 0,-6-1 10 16,0 0 0-16,5 0-19 0,-5-2 19 16,0 1 3-16,0-1-3 15,0-6-32-15,-5 1-62 0,5-2-177 16,0 3-63-16,-6-4-82 0,4 0-610 15</inkml:trace>
  <inkml:trace contextRef="#ctx0" brushRef="#br0" timeOffset="48217.58">9972 9817 864 0,'0'0'352'15,"0"0"-160"-15,0 0 59 0,37 3-177 16,-24-2-31-16,-2 1-1 0,-1-1-42 16,3 0-23-16,-5-1-520 15,0 0-73-15,-8-1-20 0</inkml:trace>
  <inkml:trace contextRef="#ctx0" brushRef="#br0" timeOffset="48606.29">9993 9599 2327 0,'0'0'175'15,"0"0"-175"-15,0 0 0 0,0 0 45 16,0 0 71-16,0 0 45 0,0 0 0 16,32-1-40-16,-24-5 26 15,2 2-19-15,-2-2-33 0,-3-1-31 16,-2 0 43-16,5 0-88 0,-3 0 22 15,-5 0-25-15,6 0-6 0,-6 0 21 16,0 1-2-16,0-1-29 0,-6 4-114 16,1-3 92-16,-6 4-41 0,1 1-150 15,2 0 194-15,3 1-35 0,-3 2-100 16,5 2 119-16,-8 1-32 0,9 4-90 16,-4 3 108-16,1 1-60 15,5 3-178-15,0 1 102 0,0-2-106 16,8-2-431-16,-3-4 63 0</inkml:trace>
  <inkml:trace contextRef="#ctx0" brushRef="#br0" timeOffset="49170.69">10811 9657 917 0,'0'0'404'0,"0"0"-309"16,0 0-1-16,0 0 56 0,0 0 181 16,0 0-185-16,0 0-36 15,16 45 23-15,-13-29-88 0,-3 0-3 16,0-2 7-16,2 1-33 0,-2-1 22 15,0-1-38-15,0-1 0 0,0-1 17 16,6-5-21-16,-6-1 4 16,0-2-93-16,0 1-237 0,0-1-57 15,0-1-71-15,0 0-647 0</inkml:trace>
  <inkml:trace contextRef="#ctx0" brushRef="#br0" timeOffset="49397.67">10642 9679 2037 0,'0'0'606'16,"0"0"-465"-16,0 0-54 0,0 0-84 16,0 0 33-16,0 0 12 15,42-25 19-15,-23 18-12 0,4 4-55 16,-4 0-4-16,2 2 1 0,-2 1 3 15,2 0-122-15,-8 2-74 0,8 2-133 16,-7 2-553-16,-1-1 103 16,-3-3 14-16</inkml:trace>
  <inkml:trace contextRef="#ctx0" brushRef="#br0" timeOffset="49778.43">10991 9816 1039 0,'0'0'150'0,"0"0"-40"0,0 0 112 16,0 0-73-16,0 0 89 0,0 0 267 16,0 0-192-16,0 0-84 0,0 0-59 15,0 0-84-15,-13-12-35 0,8 1-22 16,-1-1 34-16,4-2-63 0,2-1-51 16,0 1 35-16,2 3-31 15,4 2-107-15,2-1 109 0,2 1-3 16,1 1-55-16,-1 0 102 0,4 2-34 15,-4 1-48-15,4 1 83 0,-1 3 20 16,-3 1 47-16,-2 0 10 16,6 2-54-16,-9 2-17 0,-2 2 17 15,7-1-23-15,-7 2-13 0,2 2 13 16,0 1 0-16,-2 5-9 16,2 0 9-16,-2 0 0 0,-3-2 2 15,0-2 27-15,0-1-29 0,0-2 0 16,-3-1-13-16,-2-3 13 0,5 1-168 15,-3-2 40-15,-2 1-85 0,0 0-312 16,-3-1 193-16,-3-3-117 0,1 0-719 16</inkml:trace>
  <inkml:trace contextRef="#ctx0" brushRef="#br0" timeOffset="49950.51">10941 9755 684 0,'0'0'1094'15,"0"0"-763"-15,0 0-331 0,0 0 23 16,0 0 96-16,40-9-70 16,-22 8-46-16,-2 1-3 0,-3 0-3 15,6 0 2-15,-3-1-187 0,0 1-153 16,0-1-160-16,-8-1-768 16</inkml:trace>
  <inkml:trace contextRef="#ctx0" brushRef="#br0" timeOffset="50371.6">11253 9753 429 0,'0'0'682'16,"0"0"-552"-16,0 0 55 0,0 0 69 16,0 0-150-16,0 36-3 15,3-31-30-15,-3 2-67 0,0-4 9 16,0 3 19-16,3-3-29 0,-3-2 20 15,0 0-7-15,0-1 20 0,0 0 51 16,0 0 130-16,0-2-155 16,0-4-49-16,-3 0 3 0,3-2 0 15,-5-4-16-15,2-4-51 0,-2-1 3 16,5 1-72-16,0-1-217 0,0 5 136 16,8 0-27-16,2 0 179 15,4 2 49-15,2-1 127 0,-3 3 208 16,5 1-82-16,-2 2-49 0,-3 1 67 15,6 4-110-15,-11 0-32 0,5 0-40 16,0 2-21-16,-7 3-36 0,-1-1-16 16,0-2 9-16,-2 3-25 0,-3 0 13 15,3 2 25-15,-3-1 20 0,0 3-4 16,0-1 57-16,-6 0-37 0,1-1-62 16,-6-1 67-16,6-1-79 15,-3 2-34-15,0-3-1 0,0-1-70 16,-2 1-285-16,4-2 92 0,-2-1-116 15,6-1-651-15,-3 0-30 0</inkml:trace>
  <inkml:trace contextRef="#ctx0" brushRef="#br0" timeOffset="50670.81">11476 9687 1065 0,'0'0'446'0,"0"0"-394"0,0 0 114 15,0 0 6-15,0 0-19 0,0 0 77 16,0 0-156-16,3 39 10 0,-3-29-33 16,0 3-25-16,-3-1-7 0,3-1-16 15,0 0 22-15,3-2-25 0,-3-3 0 16,0-1 26-16,0-1-26 0,8 2 19 16,-6-2 27-16,1 2-5 15,5-2 144-15,-3 0-60 0,3-1-54 16,0-1-39-16,3 0 32 0,-3-2-45 15,10 0-7-15,-5 0 17 0,1 0-29 16,-7-3-92-16,-1 3-20 16,-4-1-75-16,-2 0-397 0,8-1 16 15,-5 2-151-15</inkml:trace>
  <inkml:trace contextRef="#ctx0" brushRef="#br0" timeOffset="50872.47">11479 9736 2474 0,'0'0'438'0,"0"0"-390"15,0 0 39-15,0 0 60 0,0 0 50 16,0 0-104-16,45-11-93 0,-32 8 35 16,-3 0-29-16,-4-1-6 15,7 2-42-15,-8 2 19 0,1-3-12 16,-1 1-252-16,0 0 85 0,-5-2-149 15,5 3-797-15,-5-2-152 0</inkml:trace>
  <inkml:trace contextRef="#ctx0" brushRef="#br0" timeOffset="51043.59">11518 9623 2591 0,'0'0'106'0,"0"0"-80"0,0 0-3 15,0 0 86-15,0 0-99 0,32-5-8 16,-19 5-4-16,1 0-15 0,-4 0-64 16,3 2-70-16,1 0-121 0,-1-2-852 15</inkml:trace>
  <inkml:trace contextRef="#ctx0" brushRef="#br0" timeOffset="51633.22">11823 9531 1843 0,'0'0'551'16,"0"0"-499"-16,0 0 25 0,0 0 117 15,0 0-40-15,0 0-26 0,0 0-31 16,0 0-8-16,34 8 29 0,-15 1 16 15,-1 3-45-15,-2 3-70 0,-2 2 0 16,-1 3 3-16,-5 2 19 0,-3 3 10 16,3 4 62-16,-5 2-40 0,-3 3-57 15,0 2 53-15,-6-1-69 16,-4-2 15-16,-1 1 10 0,1-3-25 16,-6-1-89-16,2 0 88 0,1-4-87 15,-5-1-202-15,4-5 105 0,1 1-99 16,5-6-431-16,0-5-110 0,3-5-687 0</inkml:trace>
  <inkml:trace contextRef="#ctx0" brushRef="#br0" timeOffset="194081.32">23320 12126 730 0,'0'0'180'0,"0"0"-43"0,0 0 247 16,0 0-287-16,-34 20 21 0,18-7 57 15,0 1-94-15,0 5-19 16,0-3 16-16,0 3-33 0,3 3 36 16,-3-1-6-16,0 2-59 0,3 1 20 15,-3 0 28-15,5-1-2 0,1 1 9 16,2 2 3-16,5 2-42 15,1-1-15-15,4 3-14 0,3-2-1 16,3 0-2-16,11-3-32 0,2-3 18 16,6 0 14-16,4-6 9 0,7-2 7 15,1-3-12-15,1-4 9 16,-6 2-11-16,1-4-2 0,-6 1-272 16,-3-4-159-16,-7-1-242 0</inkml:trace>
  <inkml:trace contextRef="#ctx0" brushRef="#br0" timeOffset="198390.01">23768 12208 170 0,'0'0'505'15,"0"0"-283"-15,0 0 283 0,0 0-323 16,0 0 10-16,0 0 171 0,0 0-217 16,8-34-20-16,-6 30 65 0,1 2-50 15,-3-3-21-15,0 3 8 16,3 0-29-16,-3 1-41 0,0 1-17 16,0 0 14-16,0 0-55 0,0 0-125 15,0 2 90-15,0 5 35 0,2 5 6 16,-2 3 55-16,0 5 6 0,0-2-35 15,-2 4 42-15,2 1-30 0,-3 0-44 16,0 3 41-16,1-2-41 0,2-1-3 16,0-3 2-16,0-3 1 15,2 2-51-15,1-5 51 0,0 1 0 16,-1-5-22-16,1-2 22 0,-1-3 0 16,1 1-15-16,0-3 15 0,-1 0 0 15,1 0 16-15,2-3 22 0,-2 0-6 16,2 0-26-16,1-4 49 15,2-1-55-15,2-1 22 0,3 0-22 16,1 0 0-16,-1 2-16 0,0 0 16 16,0 2 0-16,1-3-41 15,-4 4 38-15,3 1 3 0,-2 0-41 16,2 0 41-16,-2 0 0 0,-3 2-35 16,0 2 35-16,0-1 0 0,-3 0-35 15,0-2 35-15,-2 1 0 0,5 3-171 16,-3-2 55-16,0 2-41 0,1 0-230 15,-4-2 54-15,4-1-115 0,-6 2-516 16,2-4 243-16</inkml:trace>
  <inkml:trace contextRef="#ctx0" brushRef="#br0" timeOffset="198762.71">24109 12249 795 0,'0'0'443'0,"0"0"77"0,0 0-224 15,0 0-121-15,0 0 103 16,0 0-130-16,0 0-48 0,0 0 6 16,0 0-106-16,0 0-1 0,16-20 1 15,-13 30 42-15,-3 6 10 0,0 3-17 16,0 1 19-16,0 2-28 0,-3-5 3 15,1 2 28-15,-1 1-57 0,3-6 16 16,0 2-16-16,0-2 0 16,3 1 4-16,-1-2-4 0,3 1 0 15,3-4-15-15,0 1 14 0,3-1 1 16,2-2-16-16,0-4 16 0,6 2 0 16,-3-3-4-16,2-3 4 0,-2 1 0 15,3 0-28-15,-3 0 26 16,0 1-35-16,-3 0-155 0,3-1 40 15,-6 3-25-15,1-4-253 0,-3 0 34 16,-3 0-109-16,-5 0-715 0</inkml:trace>
  <inkml:trace contextRef="#ctx0" brushRef="#br0" timeOffset="199012.47">24146 12355 1230 0,'0'0'329'16,"0"0"61"-16,43-7-160 0,-27 5-26 16,0 0 74-16,-1 1-188 0,1 1-90 15,0 0 10-15,-3 0-23 0,1 0 13 16,-6 0-178-16,0 0 1 15,-3 0-37-15,-2 0-299 0,-1-1 44 16,-2-1-231-16</inkml:trace>
  <inkml:trace contextRef="#ctx0" brushRef="#br0" timeOffset="199216.94">24205 12208 1371 0,'0'0'572'16,"0"0"-371"-16,0 0-26 16,0 0 61-16,34-16-90 0,-18 13-47 15,0 0-41-15,-3 1-42 0,0 2-16 16,-2 0-58-16,0 1-3 0,-4 1-152 16,4 0-330-16,-6-2 3 0,-2 0-128 15</inkml:trace>
  <inkml:trace contextRef="#ctx0" brushRef="#br0" timeOffset="199574.65">24393 12192 616 0,'0'0'649'16,"0"0"-493"-16,0 0 69 0,0 0 232 16,21 36-240-16,-16-17-42 0,0 3 16 15,1 0-60-15,2-1 8 0,0 0 5 16,0 2-39-16,2 0-22 0,1 0-32 15,-1-1 0-15,1 3-51 0,0-5 16 16,2-2-16-16,-3-3 0 0,-2-5 3 16,3-1 4-16,-8-7-7 15,2 0 0-15,0 0 32 0,0-2 6 16,1 0-13-16,2-4 73 0,0-8-31 16,2-4-58-16,-2-5 80 0,-3-2-67 15,3 1 0-15,-2-1 19 16,-1 0-41-16,3-3 0 0,0 0 0 15,3 1 0-15,-1 2-60 0,1 0 41 16,-1 2 19-16,-2 8-91 0,0-1 68 16,0 2-27-16,0 4-236 0,-3 2 145 15,-2 2-73-15,2 3-295 16,-2-2 75-16,2 2-115 0,-2-2-432 16</inkml:trace>
  <inkml:trace contextRef="#ctx0" brushRef="#br0" timeOffset="199814.77">24753 12247 799 0,'0'0'355'0,"0"0"23"16,-3 47 116-16,1-30-326 0,-4 2-19 15,-2 2 71-15,3 2-91 0,0-3-49 16,2 2 36-16,0-3-13 0,3-1-81 16,0 1-15-16,3-6 38 0,2 1 16 15,3-3 18-15,0 1 33 16,3-3-55-16,5-3-50 0,-3 1 60 15,6-3-36-15,-1 2-24 0,3-4 47 16,0-2-54-16,3 0 25 0,-3 0-25 16,-2 0 0-16,-3 0-183 15,0 0 36-15,-3-2-83 0,-2 1-305 16,-6-4 137-16,0 3-158 0,-2 1-649 16</inkml:trace>
  <inkml:trace contextRef="#ctx0" brushRef="#br0" timeOffset="200015.51">24811 12414 2426 0,'0'0'194'0,"0"0"-139"16,0 0-7-16,48-17 55 0,-35 13 16 15,0-2-29-15,1 4-20 0,-1 0-70 16,0-2-21-16,-2 2 20 15,-1 1-40-15,-4-1-280 0,-1 2-5 16,-3-3-215-16,-2 0-1065 0</inkml:trace>
  <inkml:trace contextRef="#ctx0" brushRef="#br0" timeOffset="200624.29">24936 12232 1869 0,'0'0'748'15,"0"0"-748"-15,0 0-6 0,47-17 6 16,-31 14 26-16,-3-2 16 0,1 3-10 16,-1 0 13-16,3 2-32 0,-3 0-11 15,0 1-3-15,-2 4 1 16,-1 1 0-16,-4 3 0 0,-1 2 0 16,0 4-20-16,-2 4 20 0,-3 1 3 15,0 2 20-15,-3-1 6 0,-2 2-29 16,0 0 3-16,-3 2 13 15,3 0-10-15,-3-2-5 0,2-2-2 16,1-6-75-16,0-3-69 0,5-5 64 16,0-3 7-16,0-4 10 15,-3 1 64-15,3-1 29 0,0 0 148 16,0-7-177-16,3-4-42 0,-1-8 42 16,4-4 26-16,2 2 10 0,0-1 70 15,2 1-35-15,3 1-71 0,3-1 0 16,5 0-3-16,1 3-13 0,-1 2-23 15,3 1 39-15,-3 4 0 0,-3 3 39 16,4 1 89-16,-1 3-3 0,-3-1 23 16,1 4 30-16,-3 1-38 15,-8 0-80-15,0 1-11 0,-3 4-49 16,-2-2-89-16,-3 2 89 0,0 2 0 16,0 7 2-16,-8 0 5 0,-6 1-7 15,-2-2 31-15,3-1-27 16,-3 1-4-16,-2 0-16 0,-1 1 16 15,1 0 0-15,2 0-76 0,3-2 73 16,-1 1-10-16,4-2-73 0,4-2 73 16,1-1 13-16,3-3-67 15,2 4 67-15,0-1 0 0,0-4 13 16,0 4 22-16,2-1 13 0,6 1-39 16,3-1 58-16,5-2-67 0,-1 4 13 15,1-7-45-15,0-1 29 0,-2-1-316 16,1 0 126-16,1-2-109 0,-2-7-501 15,-1 5 149-15,-3-3-106 0</inkml:trace>
  <inkml:trace contextRef="#ctx0" brushRef="#br0" timeOffset="201091.72">25550 12328 1848 0,'0'0'415'0,"0"0"-389"0,0 0 23 15,0 0 87-15,-37 46 93 0,18-26-75 16,4 0-19-16,-1 0-4 0,0 0-32 16,3 1-22-16,-1-1-55 15,4-5 48-15,-1-2-70 0,6-3-47 16,2-5 47-16,1 0-26 0,-1-2-127 16,3 3 79-16,0-4 4 0,0-2-42 15,0 0 76-15,5-6 36 0,3-4-180 16,3-5 77-16,2-4-10 0,0-1-110 15,-2 0 129-15,-3-2 22 16,2 0-103-16,-2 1 26 0,5 0-76 0,1 0-227 16,2 4 246-16,0-1 66 0,-1 4 140 15,-1 2 54-15,-4 2 190 16,-2 6 391-16,0-1-259 0,-3 4 16 16,-2 0 127-16,2 1-317 0,1 1-42 15,2 3 5-15,2 1-23 0,1 6-53 16,2 5-32-16,3 1 62 15,2 2-50-15,-4-1-62 0,2-1 68 16,-3 0-75-16,3 2 13 0,-6 1-13 16,1-3 0-16,-3 1-113 15,0-2 75-15,-6-4-75 0,1 1-178 16,-3-3 173-16,0-2-51 0,-5-1-177 16,-6-2 130-16,-5 2-71 0,-2-3-502 15,5-3 174-15,-1-1-57 0</inkml:trace>
  <inkml:trace contextRef="#ctx0" brushRef="#br0" timeOffset="201261.64">25534 12489 1353 0,'0'0'283'0,"0"0"-111"16,0 0 143-16,0 0-221 0,43-21 22 16,-25 18 107-16,3 0-139 0,-2-1-19 15,2-1-39-15,3 1-17 16,-3 0-9-16,0 1-54 0,-2 0-69 15,2-2-100-15,-3 1-416 0,-4-2 11 16,-1 1-161-16</inkml:trace>
  <inkml:trace contextRef="#ctx0" brushRef="#br0" timeOffset="201499.79">26000 12340 1514 0,'0'0'669'16,"0"0"-639"-16,0 0 44 0,0 0 10 15,0 0 100-15,-42 43 13 0,23-26 54 16,3 1-133-16,1-2-22 16,4 2 0-16,-5-2-1 0,6 1-82 15,-1-3 13-15,3-3-1 0,3 0-25 16,-1-5-126-16,4-2 104 0,2-2-49 16,-3 1-165-16,0-1 104 0,3-2-22 15,0 0-79-15,0-5-51 16,3-5-223-16,0-3-404 0,2-5 490 15,-2 4 85-15</inkml:trace>
  <inkml:trace contextRef="#ctx0" brushRef="#br0" timeOffset="201762.02">25905 12349 1107 0,'0'0'544'0,"0"0"144"16,0 0-514-16,0 0 55 0,0 0 163 15,26 38-175-15,-15-19-51 0,2-5-56 16,1 2 7-16,4-1-3 0,-2-1-70 15,5-3 62-15,3 0-65 0,-3-3-24 16,3-4 67-16,0-3-50 0,-3-1-15 16,0 0 56-16,-2-1-75 15,-3-5 34-15,-3-2-15 0,-3-1-19 16,-2-2 37-16,-2-2 3 0,-1-1-40 16,-5-4-93-16,0 4 74 0,-5-5-62 15,-1 4-245-15,-2-4 244 0,1 4-85 16,-1-2-291-16,5 4 166 15,-2 2-62-15,2 6-502 0,3-1 133 16,3 3-49-16</inkml:trace>
  <inkml:trace contextRef="#ctx0" brushRef="#br0" timeOffset="202186.68">26541 12228 1502 0,'0'0'517'0,"0"0"-199"16,0 0-309-16,0 0-9 0,-35-1 0 16,17 5 68-16,-6 3 36 0,5 3 60 15,3-1-57-15,0 0 2 16,3 2-19-16,5 0-10 0,0-2-32 16,6 3-38-16,-1-2 25 0,3 1-35 15,0-1 3-15,3-1-3 0,2-1 0 16,6 3-15-16,4 0 15 15,7 1 0-15,4-3 3 0,-2 0 10 16,2 0-13-16,-2-3 22 0,0 2-9 16,0-1-11-16,-5-1 1 15,-4 2 128-15,1-2-32 0,-5 0-13 16,-3-1 6-16,-3-2-89 0,-2 0 32 16,-3 1-20-16,2 1-15 0,-2 0 13 15,0 3 34-15,-8-2 1 0,-7 2-23 16,-7 2 79-16,1-3-104 0,3-1 41 15,-1-1-35-15,3-1-6 0,3-2-105 16,2 4 89-16,3-4-84 16,3 0-202-16,0-1 178 0,5-1-54 15,0 0-285-15,0 0 101 0,0-1-147 16,3-1-1058-16</inkml:trace>
  <inkml:trace contextRef="#ctx0" brushRef="#br0" timeOffset="202484.51">26829 12342 1967 0,'0'0'606'0,"0"0"-387"15,0 0-55-15,0 0-4 16,0 0-16-16,0 0-109 0,0 0 3 16,0 0 19-16,0 0 45 0,0 0 12 15,3 35 19-15,-11-18-32 0,0-1-51 16,5 0 91-16,1 0-40 0,-1-2-76 15,3 3 84-15,3-3-109 0,2 0 47 16,3-3-16-16,3 2-31 0,2-4 31 16,3-1-31-16,2-2 0 15,1 0 34-15,5-4-21 0,2-1-13 16,-2-1-4-16,2 0 4 0,-4 0 0 16,-4-2-114-16,1-1 114 0,-6-3-169 15,-2 2-388-15,-4-2 191 16,-4-1-238-16,-3 0-1275 0</inkml:trace>
  <inkml:trace contextRef="#ctx0" brushRef="#br0" timeOffset="202656.59">26954 12424 2651 0,'0'0'290'0,"37"0"-258"16,-19 0 70-16,1 0-66 0,-1-2-33 15,1-1 35-15,0 0-38 0,-4 0-35 16,-1-2-7-16,-4 2-115 0,-2-2-394 16,-2 2-49-16,-6 1-126 15</inkml:trace>
  <inkml:trace contextRef="#ctx0" brushRef="#br0" timeOffset="202840.59">27046 12232 2334 0,'0'0'978'0,"0"0"-730"16,0 0-248-16,45-17 19 0,-29 14-19 15,-2 0 0-15,2 2 19 16,2 1-21-16,3 0 2 0,-2 0-99 16,2 4 71-16,0-1-176 0,0 1-502 15,-5-2-92-15,0 1-498 0</inkml:trace>
  <inkml:trace contextRef="#ctx0" brushRef="#br0" timeOffset="203387.72">27528 12076 395 0,'0'0'814'16,"0"0"-163"-16,40-20-326 15,-27 19-34-15,1-2 41 0,2 3-123 16,-3 0-56-16,0 4-12 0,0 7-23 16,1 2-39-16,-1 8-41 0,-3 2 44 15,-4 5-82-15,-4 3 23 16,1 4-4-16,-6 4-7 0,-2 1 13 16,-8 4 1-16,-3 0-26 0,-5 2 22 15,0-4-22-15,-3-1 0 0,3-3-114 16,-1-6 67-16,1-3-45 0,3-7-208 15,4-1 131-15,-2-6-53 0,6-3-392 16,2-5-195-16</inkml:trace>
  <inkml:trace contextRef="#ctx0" brushRef="#br0" timeOffset="213311.29">6020 12873 760 0,'0'0'290'0,"0"0"97"0,0 0 117 16,0 0-312-16,0 0-1 0,0 0 51 16,0 0-116-16,0 0-23 0,-5-19 19 15,5 18-19-15,-3 0-13 0,3 0-11 16,0 0 17-16,0 1-32 0,0-1-32 15,0 0 41-15,0 1-41 0,0-1-23 16,0 0 36-16,0 1-45 0,0 0 19 16,0 0 0-16,0 0-19 15,0 0-13-15,0 0 13 0,0 0 0 16,0 0-1-16,0 0 1 0,0 0 0 16,0 0 16-16,0 0-16 15,0 0 0-15,0-2 16 0,0 2 18 16,0-1-34-16,3 1 29 0,-1 0-10 15,1 0-19-15,2-1-10 0,-2 1 10 16,2 0 0-16,-5 0-26 16,8 0 26-16,-2 0 0 0,1 0-13 15,-1 0 13-15,7 0 0 0,0-1 16 16,3 0-3-16,-5 1-13 0,2-1 13 16,-5 1-4-16,5-1-9 0,0 1-26 15,1 0 26-15,-6 0 0 0,5 0-10 16,0 0 10-16,0 1 0 0,-5-1-22 15,6 0 22-15,-1 1 0 0,-3 0-13 16,1 0 13-16,2 0 0 16,-2 2 13-16,-3-2-13 0,5 0 0 15,0 0 3-15,0-1 13 0,-5 1-16 16,11-1 2-16,-6 0 8 0,3 0 18 16,-3 0-15-16,6-1 56 15,-3 1-69-15,-3-1 16 0,6 1-16 16,-4-1 0-16,1 0 3 0,-5 1-3 15,7 0 0-15,-4 0-19 0,-1 0 19 16,3 0 0-16,-3 2-19 16,0-1 19-16,1 0 0 0,-1 1 0 15,0-1 0-15,-2 0 0 0,2-1 3 16,-3 3-3-16,4-1 0 0,4-2 26 16,-5 1 11-16,1-1-37 0,2 1 26 15,-3 0-23-15,5-1-3 0,-4 1 22 16,7 0-22-16,-8 0 0 0,6-1 16 15,-3 0-13-15,5 0-3 0,-3 0 22 16,3 0-22-16,-2 0 0 16,2 0 3-16,3-1 25 0,-3 1-28 15,0-1 3-15,6 0-3 0,-6 1 0 16,6-1-6-16,-1 0 6 0,-5 1 0 16,0 0 3-16,3-1-3 15,0 1 0-15,0 0-12 0,-3 0 12 16,6 0 0-16,-6 0 0 0,5-2 0 15,1 2 0-15,-6 0 9 0,5 0-9 16,-4-2 0-16,1 2-14 16,1 0 14-16,-5 0 0 0,7 0 7 15,-5 0-7-15,1 0 0 0,-4 0-10 16,9 0 10-16,-6 0 0 0,0 0 3 16,6 0-3-16,-4-1 0 0,1 0 29 15,0 0-14-15,-3 1-15 0,0-2 28 16,1 2-28-16,1 0 0 0,-1 0-25 15,-4 0 25-15,3-1 0 0,1 1 22 16,-1-1-19-16,-3 1-3 16,3-1 4-16,-2 0-4 0,-3 1 0 15,5-2 15-15,-2 2-15 0,2-1 0 16,0 0-4-16,-2 0 4 0,7 0 0 16,-5 0 13-16,3-2-10 15,-3 2-3-15,0-2-11 0,6 0 11 16,-6 2 0-16,3-1 7 0,0 0-7 15,0 1 0-15,-3-3 3 0,0 2-3 16,0 0 0-16,6 0-11 16,-4-2 11-16,-1 3 0 0,2-1 3 15,-1 0-3-15,-1 0 0 0,-1-2-31 16,0 3 31-16,-3-1 0 0,4 1-13 16,-4 0 13-16,1 1 0 0,-3 0-13 15,5 0 13-15,-3-1 0 0,1 1-3 16,-3 0 3-16,-3-1 0 0,8 1 12 15,-8-1-12-15,6-1 0 0,-3 2 7 16,0 0-7-16,-6 0 0 0,9 0-14 16,-6 0 14-16,0 0 0 15,-5 2-3-15,6-1 3 0,-1-1 0 16,0 1 3-16,-5 0-3 0,0-1 0 16,-3 2 3-16,3-2-3 15,-3 2 0-15,1-2-19 0,2 1 19 16,0 3 0-16,-3-3-3 0,6 0 3 15,-3 1 0-15,-1 0-9 0,7-1 9 16,-1 3 0-16,0-2 6 16,3 0-6-16,-3-1 0 0,1 0 6 15,-1 0-6-15,5 0 0 0,1 1-12 16,-3-2 12-16,2 1 0 0,-2-1 0 16,5 1 0-16,-2 2 0 0,2-3-6 15,-2 2 6-15,2-1 0 0,0 1 3 16,3 0-3-16,-8-1 0 0,8 1 0 15,-1-2 0-15,-1 1 0 0,-4-1 12 16,6 1-12-16,-3 1 0 16,0-1 10-16,1 0-10 0,-1 1 0 15,3-1 6-15,-3 0-6 0,0 0 0 16,5 0 3-16,-4-1-3 0,1 1 0 16,-1 0 0-16,-1 0 0 15,0-1 0-15,6 0 16 0,-4 1-16 16,-1-1 0-16,1 0 0 0,1 0 0 15,-3 0 0-15,9 0 6 0,-7 0-6 16,-1 0 0-16,7 0 12 16,-3 0-12-16,1 0 0 0,-1 0 7 15,1-1-7-15,-1 1 0 0,6-1-3 16,-6-1 3-16,4 1 0 0,-1 0-4 16,0-1 4-16,0-1 0 0,0 2 4 15,3-1-4-15,-3 1 0 0,3-1-4 16,0 0 4-16,-3-1 0 0,8 0 19 15,-5 2-16-15,-1-3-3 0,4 3 10 16,-3-3-10-16,2 3 0 0,0-1 6 16,-2 1-6-16,3 0 0 15,-1-1 3-15,0-1 0 0,-2 1-3 16,3 1-9-16,-1-1 9 0,1 0 0 16,-4-2 3-16,4 1-3 15,-3 1 0-15,-3-1 6 0,5-1-6 16,-5 0 0-16,-5 1 7 0,3-1-7 15,-1 1 0-15,-10 2 3 0,2-1-3 16,-7 1 0-16,-8-1-145 16,2 2 50-16,-2 0-50 0,-3 0-264 15,0 0 198-15,-3 3-52 0,-2 0-206 16,-1 0 6-16,-4 4-351 0</inkml:trace>
  <inkml:trace contextRef="#ctx0" brushRef="#br0" timeOffset="-214717.98">28424 12071 202 0,'0'0'900'0,"0"0"-679"0,0 0-35 15,0 0 16-15,0 0-46 16,37-29 32-16,-29 22 22 0,-3 1-67 15,3 0 2-15,-3 2 78 0,-2-3-104 16,2 4-36-16,0-3 13 0,-2 2-19 16,-3 2-35-16,3-1-36 15,-3 2 52-15,0 1-58 0,-3 0-80 16,-2 1 61-16,-3 5-13 0,-5 4-32 16,-3 1 64-16,-3 3 0 0,1 1-10 15,-4 3 10-15,4 0 0 0,-3 3-3 16,0 4 3-16,-1 0 0 0,4 2 1 15,2 3 8-15,0 0-9 0,3 1 1 16,2 1 9-16,6 1-10 16,5-5-10-16,0 1-9 0,11-4 19 15,2-1-19-15,3-1 16 0,2-1 3 16,3-3 0-16,3-2 9 0,3-2-9 16,-1-1 13-16,1-4 13 15,-1-4-26-15,-2 0 6 0,-3-1-6 16,-2-1 0-16,-3-2-115 0,-3-1 6 15,-5-1-43-15,0 0-187 0,-6 0 70 16,4 0-85-16,-4-2-287 16,1 0 260-16,0-6-98 0</inkml:trace>
  <inkml:trace contextRef="#ctx0" brushRef="#br0" timeOffset="-214042.48">28691 12265 1141 0,'0'0'508'0,"0"0"-508"0,0 0 55 16,0 0 0-16,0 0 153 0,0 0-46 15,13 47 49-15,-7-29-140 16,-1 3-39-16,-2-4 25 0,-1-2-53 15,1-1 22-15,0-3-10 0,-1 0-3 16,1-4-13-16,-3-2 0 16,3-3 0-16,-3 0 2 0,2 1 1 15,-2-2 42-15,0-1 78 0,0-6 172 16,0-5-221-16,-2-3-74 0,2-5-4 16,-3 2 4-16,0-4 0 0,1 1-16 15,-1 0 15-15,3-2 1 0,0-1-64 16,0 4 41-16,8-2-22 0,5-1-83 15,0 4 125-15,6 1-13 0,-1 3 16 16,1 0 4-16,0 5 60 0,-4 1 93 16,1 6-57-16,-5-2-46 15,-3 4-54-15,-3 0 13 0,0 0-13 16,1 4 2-16,-4-2 17 0,4 2-19 16,-4 3 3-16,-2 4 4 0,-2 2 2 15,-4 1 1-15,-4 0 25 16,2-1-35-16,0-4 13 0,-3 2-13 15,1-3 0-15,2 1 6 0,0-2-9 16,3-2 3-16,2-1-90 0,-2 2 89 16,-1-2-24-16,1 4-86 15,2-2 110-15,3 0-30 0,0-3-40 16,6 3 70-16,2-1 1 0,2 5 0 16,3-3 19-16,1 0-6 0,-1 1-10 15,-2 1 58-15,-1-1-16 0,1 1-22 16,-1-1 25-16,1 3-48 0,-3-1 3 15,0-3-3-15,0 1 0 0,0-1-29 16,-6-3 29-16,4 2 0 16,-1-2-34-16,0 5 33 0,1-3-72 15,-1 1-203-15,-3-2 76 0,1 1-107 16,0-3-603-16,-1 3 200 0,-2-4 72 16</inkml:trace>
  <inkml:trace contextRef="#ctx0" brushRef="#br0" timeOffset="-213545.6">29179 12483 1493 0,'0'0'175'0,"0"0"-132"0,0 0 18 16,0 0 98-16,0 0 65 16,0 0 68-16,0 0-241 0,0 0-15 15,0 0-17-15,7-38 30 0,-7 23-27 16,0-2 27-16,0 1 9 0,0 1-20 16,0-4-15-16,0 2 9 0,0-1-32 15,0-1-24-15,6 1 23 16,-1-1-12-16,6 4-41 0,-3-3 31 15,5 5-3-15,3 2 26 0,0-3 7 16,2 4 96-16,1 0 115 0,2 2-42 16,-3 4-32-16,-2 4-36 15,3 0-19-15,-6 5-89 0,0 3-48 16,1 3 26-16,-4 1 22 0,1 6-47 16,-1-1 47-16,-2 4 0 0,0 2-7 15,0 0 7-15,-5 0 0 0,2-1 2 16,-2 0 5-16,-1 1-7 0,-2-2-19 15,0 0 16-15,0-2 3 0,0-2-87 16,0-3 85-16,-2-3-43 16,-1-1-83-16,3-6 89 0,-5 0-44 15,5 0-193-15,-8-4 124 0,0 0-74 16,-5 0-446-16,-1-1-31 0,1-7-96 16</inkml:trace>
  <inkml:trace contextRef="#ctx0" brushRef="#br0" timeOffset="-213389.4">29287 12357 1576 0,'0'0'458'16,"0"0"-322"-16,35-13-64 0,-17 11 70 16,-2 1-48-16,-3 0-62 0,3 1-32 15,0 0-19-15,-3 0-62 0,3 1-227 16,-3-1-23-16,-2 0-193 0</inkml:trace>
  <inkml:trace contextRef="#ctx0" brushRef="#br0" timeOffset="-212859.12">29687 12426 1013 0,'0'0'225'16,"0"0"16"-16,13 38 28 16,-10-29-139-16,0-1-19 0,2-2 48 15,-5 0-133-15,3-3 3 0,-1 0-26 16,-2-2 33-16,3 1 28 0,-1 0 37 16,-2-2-33-16,3 0 41 0,-3-5 43 15,0-4-94-15,0-4-13 0,0-2-39 16,0-3 17-16,-3 0-23 0,-2 0 2 15,3-3 1-15,-1-2-3 0,0 0-19 16,1-3 19-16,2 0 0 0,2-2-55 16,4 5 36-16,1 1-84 15,4 3-19-15,0 3 122 0,2-1 13 16,3 4 171-16,2-1-23 0,3 3 2 16,3 2 103-16,3 2-82 0,-1 3-29 15,1 3-26-15,-3 1 7 16,-3 2-93-16,-3 3-11 0,1 5 22 15,-6 0-54-15,-5 1 0 0,3 4 0 16,-9-3 0-16,-2 5-43 16,0-1 43-16,-2-1 0 0,-9 1 13 15,0-4-13-15,-2-1 0 0,-3-2 32 16,0 0-4-16,-2-1-28 0,-1-2-3 16,3 0-16-16,1-2 19 0,-1-1-170 15,2 1 123-15,1-4-60 0,3 0-216 16,4 0 161-16,1 0-78 0,2-2-243 15,1 0 131-15,2-3-132 0,2 2-565 16,1-2 383-16</inkml:trace>
  <inkml:trace contextRef="#ctx0" brushRef="#br0" timeOffset="-212401.13">30026 12327 942 0,'0'0'391'16,"0"0"-65"-16,21 46 89 0,-13-34-292 15,-3 2 39-15,1 1 32 0,2 2-110 16,-3-1-42-16,3 0 16 16,0-3-29-16,-3-4-16 0,0-3-13 15,1-1 38-15,-4-2-15 0,1-2-20 16,2 0 42-16,-2-1-6 0,0 0 60 16,-3-5 13-16,0-6-89 0,0-6-7 15,-6-1-16-15,1-1 0 0,0-4 6 16,-1 1-6-16,1-1 0 0,3 0-33 15,2-5 33-15,0 1-41 0,7 3-162 16,1 1 91-16,3 5 19 0,5 3-4 16,0 2 81-16,2 3 16 15,4 0 0-15,1 2 84 0,4 2 31 16,2 3 104-16,0 0-27 0,-2 3-4 16,-4 1 41-16,-4 5-103 0,-6 3-126 15,-2 1-3-15,-1 1 2 16,-4 1 1-16,-4 2-19 0,-2-2 19 15,-2 1 0-15,-6 1 19 0,-5-2-10 16,-3-1-9-16,-3 0 26 16,-2-3 5-16,-6 2-31 0,4-5-13 15,-1 1-12-15,3-3 6 0,2 0-189 16,0 0 144-16,9-1-50 0,2 0-254 16,3-2 130-16,2 1-126 0,3-1-545 15,0 0 179-15,5 0-21 0</inkml:trace>
  <inkml:trace contextRef="#ctx0" brushRef="#br0" timeOffset="-212027.18">30662 12260 1329 0,'0'0'276'0,"0"0"-110"15,0 0 58-15,0 0-29 16,0 0 51-16,0 0-94 0,0 0-152 15,0 0 0-15,-37 0 80 0,18 9 56 16,3 3 40-16,3 1 119 16,2 4-101-16,-2 2-42 0,5 3-16 15,3 0 12-15,2 1-64 0,3-6-77 16,3 0 63-16,5-1-70 0,2-2 22 16,9-1 28-16,2-4 3 0,6-2-53 15,-4-4 121-15,4-1-99 0,-1-2 15 16,1-5 25-16,-3-1-62 0,-3-2 37 15,-5 0-37-15,-3-4 0 0,-2 1 40 16,-1-3-24-16,-4-1-16 16,-4-2-93-16,-2-2 81 0,0-1-91 15,-8 0-238-15,0-3 178 0,0 3-90 16,0 6-325-16,3 2 221 0,2 4-63 16,1 5-307-16,2 0 447 0,0 0 3 15,0 2-193-15,0 0 85 16</inkml:trace>
  <inkml:trace contextRef="#ctx0" brushRef="#br0" timeOffset="-211512.51">30850 12300 393 0,'0'0'828'15,"0"0"-323"-15,18 37-142 0,-7-22-45 16,-3 1-137-16,0 0 2 0,2-2 49 16,1 1-107-16,0 2-29 0,-4-4-26 15,4-1-3-15,-6 0-67 0,1-3 19 16,-4-5-19-16,1 1 6 0,2-1 7 15,1-2 15-15,-4 2 11 0,3-4-30 16,1 0 96-16,-4-8-17 16,4-3-72-16,-4-4 38 0,1-4-54 15,-3-1-32-15,3 3 20 0,-1-4 12 16,4-1-64-16,2 0 49 0,0-1 15 16,10 0-149-16,1 4 107 0,4 4-15 15,7 1-62-15,-1 2 119 16,2 3 13-16,1 2 140 0,-5 4 31 15,-3 2-14-15,-6 1-12 0,-2 2-39 16,-5 3-119-16,-6 0-57 16,-2 1 42-16,-3 5 15 0,-3 1-69 15,-5 4 69-15,-8-3 0 0,-8 0 0 16,0 0 3-16,-2-2-3 0,-3 0-92 16,0 0 73-16,2 1 9 0,1-3-94 15,4 1 88-15,4-2 16 0,5-3-123 16,2 2 123-16,6-2 0 0,2-1 13 15,3 1-10-15,0-3 9 0,5 6 14 16,6-2 119-16,5 3-41 16,5-1-79-16,0-2 57 0,0 0-82 15,-2 0 0-15,0-2 0 0,2-2 0 16,-3-1-92-16,1-1 41 0,2 0-75 16,-2 0-232-16,4 0 147 15,-1-2-65-15,-4-7-305 0,3 3 107 16,-5-4-37-16,5-3-326 0</inkml:trace>
  <inkml:trace contextRef="#ctx0" brushRef="#br0" timeOffset="-211294.58">31528 12299 942 0,'0'0'1235'16,"0"0"-1028"-16,0 0 58 0,0 0 34 16,0 0-196-16,0 0-84 0,0 0 13 15,0 0 61-15,34 45-42 0,-31-23-3 16,-3-2 47-16,2 2-60 0,1-1-16 15,2-3 58-15,-2 3-77 0,2 0 12 16,1-4-13-16,-1-1 1 16,0-5-146-16,-2-2 67 0,0-5-40 15,-3 2-175-15,2-3 107 0,-2-2-113 16,0-1-645-16,-2 0 167 0,-4-8 95 16</inkml:trace>
  <inkml:trace contextRef="#ctx0" brushRef="#br0" timeOffset="-211060.31">31401 12220 2758 0,'0'0'142'0,"0"0"6"0,0 0 15 16,0 0-67-16,0 0 21 0,31-30-5 15,-12 25-18-15,-1 1-33 0,6 0-23 16,0-1 78-16,0 2-69 0,2 1-31 15,4-2 59-15,-1 1-75 0,0 1 50 16,0 2-48-16,-3 0-2 0,1 0-128 16,-1 0 15-16,-4-1-115 15,-1-3-397-15,-3-1 148 0,-4 3-181 16,-4-4-1101-16</inkml:trace>
  <inkml:trace contextRef="#ctx0" brushRef="#br0" timeOffset="-210781.17">31967 12014 1976 0,'0'0'398'15,"0"0"-275"-15,0 0 81 0,0 0-53 16,0 0-64-16,0 0-33 0,45-15 13 16,-31 21-12-16,2 4-20 0,-1 8-13 15,1 1 55-15,-2 4 19 0,1 3 6 16,-1 5 12-16,-4 0-48 0,-2 4-53 15,-2 4 22-15,-4 0-35 0,-2 2-38 16,-2-4 35-16,-4 3 3 16,-2-3-67-16,-5 4 67 0,-3-3 0 15,-2-1-35-15,-1 2 7 0,-2-5 6 16,-3-4-118-16,0 0 69 0,3-5-50 16,0-3-174-16,2-1 76 15,6-7-140-15,5-5-915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2:21:08.19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2283 12754 88 0,'0'0'1196'15,"0"0"-1049"-15,0 0 55 0,0 0 191 16,0 0-215-16,0 0 26 0,0 0 28 16,0 0-64-16,-13-32-40 0,13 28 42 15,-6 3-71-15,6 0-19 16,-2 0-35-16,2 1 47 0,-5 0-28 16,5 0-32-16,0 2 15 0,-6 6-47 15,6 5-32-15,-8 7 32 16,8 5 19-16,-5 6-12 0,-3 1 78 15,8-4-85-15,0 2 48 0,0-3-42 16,0-5-6-16,0-2-104 0,5-5 102 16,-2-5-17-16,-3-2-41 15,5-5 57-15,-5-1 3 0,8 1-57 16,-2 0 57-16,1-3 19 0,7-9-19 16,-6-3 105-16,5-7-39 0,0 0-37 15,-2-1 50-15,-3-2-64 0,0 0 10 16,2-2 29-16,-7 1-45 0,2 1 26 15,-5 3 0-15,0-1-35 0,-5 5 31 16,2 0 19-16,-2 5-50 0,0 2-28 16,2 3 27-16,-2 2 1 0,-1 2-82 15,-2 1 57-15,-5 4 16 16,5 9-165-16,-5 2 155 0,0 6-25 16,7 2-57-16,4 0 85 0,2 2 16 15,0 2-54-15,2 0 53 16,4-3 1-16,2 0-45 0,-3-6 45 15,8-3 0-15,-5-3-20 0,0-4 20 16,5-3 0-16,1-1-60 0,-1-4 60 16,0-8 9-16,0-2 29 15,1-2 74-15,-1-3-27 0,-5-4-31 16,5-1 54-16,-8-2-36 0,3 1-62 16,-2 0 87-16,-6-2-81 0,0 1 21 15,0 2 4-15,-6 1-10 0,-7 3-11 16,5-1 52-16,0 5-72 0,-5 1-107 15,2 5 105-15,-2 3 2 0,5 3-66 16,-5 2 41-16,5 5 25 0,0 6-138 16,-3 3 137-16,3 5-20 0,3 4-42 15,5 1 63-15,-3 6 0 16,3 1 0-16,0-2 4 0,3-2-4 16,2-6 15-16,1 0-24 0,2-4 9 15,0-7-41-15,-3-4 41 16,0-4 0-16,3-1-21 0,0-1 21 15,0-2 19-15,5-8-19 0,6-4 129 16,-6-8-38-16,-5-2-34 0,3-1 57 16,-9-2-92-16,4 0 9 15,-6-1 31-15,0 1-62 0,0 0 41 16,0 0-13-16,-6 0-28 0,-2 8-19 16,0-3 19-16,3 6 0 0,-3 3 9 15,3 4-10-15,0 4 1 0,2 2-50 16,-2 1 25-16,-1 1 25 0,-2 8-173 15,-5 8 171-15,5 13-32 0,0 6-7 16,3 6 41-16,0 0 0 0,5-6-33 16,0-2 33-16,0-2 0 0,5-5-26 15,3-6 25-15,-3-3 1 16,3-7-100-16,-3-1 81 0,9-5 6 16,-6-5-199-16,5 0 212 0,-5-8 15 15,5-7 29-15,0-3 83 16,-7-5-48-16,7-1-67 0,-5-2 73 15,-3-2-85-15,-2 4 35 0,-3-2-4 16,0 2-28-16,0 0 35 0,0 2 3 16,0 3-41-16,-8 4-132 0,8 6 132 15,-6 2 0-15,6 5-35 16,-2 1 34-16,-3 1 1 0,-3 1-135 16,0 10 84-16,-3 13-12 0,-2 7-7 15,0 4 70-15,5-1 0 0,0-2-12 16,2-2 9-16,6-1 3 0,0-4-76 15,0-2 57-15,8-4 19 0,-2-5-182 16,12-4-147-16,-5-7-116 0,3-3-477 16,-2 0-237-16</inkml:trace>
  <inkml:trace contextRef="#ctx0" brushRef="#br0" timeOffset="500.63">2868 12812 904 0,'0'0'346'16,"0"0"-174"-16,0 0 56 0,0 0-98 15,0 0-7-15,0 0 36 0,0 0-97 16,0 0-4-16,0 0 14 0,3 3-53 16,-3-2-19-16,0 1 2 15,5-1 9-15,-5 3 15 0,0-1 61 16,0 1-12-16,-5 2 15 0,2-2 37 16,-2 4-37-16,0-3-3 0,2 3-16 15,-2-2-20-15,-3 0-9 0,0-1-7 16,3 1 42-16,-3-4-7 0,2 0-48 15,1-2 10-15,-3 0-32 0,3 0-279 16,5 0-33-16,-8-3-179 0,8 2-833 16</inkml:trace>
  <inkml:trace contextRef="#ctx0" brushRef="#br0" timeOffset="1469.17">2426 12797 962 0,'0'0'172'0,"0"0"-15"16,45-12 48-16,-37 12-7 0,5 5 108 16,0 2-164-16,1 3-19 0,-1 2 10 15,-5 5-78-15,5-2 32 16,-5 4 26-16,-3-3-35 0,1 3-17 16,-4-2-13-16,-2 1 26 0,0-3-32 15,0-1-17-15,-2 0 39 16,-9-1-19-16,3-3 10 0,-5 1 41 15,0-5-13-15,-1 0-7 0,1-3 32 16,-3-2-35-16,-2-1-48 0,-1-1 58 16,3-3-55-16,-2-4-15 0,-3-4 50 15,2 0-63-15,3-6-10 16,3 3-6-16,0-7 16 0,5-2-170 16,2 2 119-16,6-2 10 0,6 2-102 15,2 3 127-15,0 3-13 0,5 0-57 16,0 3 86-16,6 1 51 0,-3 0-19 15,7 2 79-15,-1 2-34 0,-1 4-46 16,0 3 17-16,-3 1-48 0,1 5 13 16,-3 2-29-16,-3 4 6 0,-5 3-15 15,5-1 25-15,-7 4 0 16,-1-3 16-16,-2 3 19 0,-3-3 3 16,0 1-35-16,-3 1 76 0,-2-1-10 15,-9-2-41-15,6 4 114 16,-10-6-45-16,2 3-24 0,-3-4 61 15,1-2-69-15,-9 0-49 0,6 0 64 16,-5-4-80-16,-1-1 44 0,3 0-16 16,1-3-28-16,-4-3 34 0,11-2-34 15,-2-6 0-15,2 0-158 0,5-2 158 16,3-5-81-16,8 0-154 16,0-1 223-16,8-2-48 0,5 2-97 15,1 0 138-15,7-1 16 0,-3 4-35 16,4-1 38-16,4 3 25 0,1 2-12 15,-6 4 66-15,5 4-79 0,-5 4 3 16,3 1-3-16,-3 7 0 0,-7 5-50 16,2 0 50-16,2 6 0 15,-10-2 13-15,3 4 15 0,-9 0-28 16,-2-1 22-16,0-1 16 0,0 2 3 16,-8-2-32-16,3-2 77 0,-3-2-42 15,-5 0-26-15,0-4 66 16,-3 0 4-16,-3 0-60 0,1-5 102 15,-3 1-115-15,-1-6 29 0,1 0 11 16,-3-1-55-16,8-2 40 0,-5-6-31 16,3-2-9-16,-1-4-64 0,6-2 33 15,-3-5 6-15,8-4-257 16,3-2 247-16,5 1-24 0,0 3-164 16,13 0 201-16,-5 3-41 0,5 6-71 15,6 2 132-15,-3 2-21 0,2 6-116 16,3 2 101-16,1 2-259 0,-4 5-433 15,3 4 306-15,-7-2-193 0</inkml:trace>
  <inkml:trace contextRef="#ctx0" brushRef="#br0" timeOffset="2107.76">2585 12853 1968 0,'0'0'422'16,"0"0"-222"-16,0 0-55 0,-24-38-3 15,21 28-27-15,-2 3-6 0,5 0 38 16,0 1-26-16,-5 2-44 0,5-2-39 16,0 0 38-16,0-2-19 15,0 1-29-15,0 1 73 0,5-1-72 16,-5 0-4-16,8-2 10 0,3 0-35 16,2-2-26-16,3-2 26 0,2 2 0 15,4-1-9-15,-4 3 9 16,3 3 0-16,0-1-44 0,6 0 44 15,-1 4 0-15,1 1-46 0,-1 1 46 16,4-1 0-16,4-1-15 0,3 1 15 16,0 0 0-16,0 1 1 15,0-2-1-15,3 0 0 0,-3-1 25 16,0-2-9-16,-5 0-16 0,-3 2 19 16,-2-4-19-16,-4 2 0 0,-1-1 28 15,-7-1 10-15,-1 2 3 0,-4-2-35 16,-2 0 79-16,0 4-32 0,-8-3-50 15,6-2 105-15,1-4-36 0,-1-1-63 16,-6-1 78-16,0 3-87 0,0 0 56 16,0 1-34-16,0 3-22 15,-6 0 21-15,6 5-21 0,0-2 0 16,0 0-34-16,0 3 33 0,0-4 1 16,0 3-118-16,0 1 93 0,0 2 25 15,0 0-169-15,0-2 156 0,0 2-59 16,6 0-306-16,-6 2 76 15,0 0-67-15,2 2-172 0,4 1 87 16,-6 2-561-16</inkml:trace>
  <inkml:trace contextRef="#ctx0" brushRef="#br0" timeOffset="2514.75">3213 12449 995 0,'0'0'830'16,"0"0"-810"-16,0 0-4 15,0 0 9-15,-35 25 89 0,30-20 48 16,-3 3 197-16,3 0-240 0,-3-3-45 16,2 2-19-16,6-4 3 0,-2 1-22 15,-4-1 12-15,6 0 22 16,0-1-22-16,0-2 17 0,0 0 62 15,0 0 39-15,0 0 66 0,0 0-21 16,0-5-38-16,6-1-75 0,-4-3-76 16,4-2-22-16,2-1-117 15,-3 3 114-15,3 1 3 0,-3 0-66 16,3 3 65-16,0-3 1 0,5 0-100 16,-2 4 84-16,2-5 16 0,0 7-88 15,-5-2 88-15,8 2 0 0,-3 0-9 16,1 2 9-16,-1 0 0 0,0 0-25 15,0 0 25-15,1 0 0 0,-6 2-38 16,5 0 35-16,-3 2 3 0,4-1-35 16,-6 5 13-16,5-4 22 15,-8 2-898-15,-2-4-211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2:25:51.61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7413 3134 414 0,'0'0'254'16,"0"0"-146"-16,0 0-40 15,0 0-66-15,0 0 27 0,0 0 121 16,0 0-98-16,0 0-39 0,-32 31 29 15,32-30 4-15,0-1 16 0,-2 0 172 16,2 0-126-16,0 0-30 0,0 0 45 16,-6 0-77-16,6-2-7 0,-2 0-39 15,-4 2-5-15,6-1-43 0,-5 1-138 16,3 0-84-16,-4 0-108 16,1 0-476-16</inkml:trace>
  <inkml:trace contextRef="#ctx0" brushRef="#br0" timeOffset="419.71">7360 3158 7 0,'0'0'450'15,"0"0"-147"-15,0 0 179 0,0 0-267 16,0 0-17-16,0 0 69 0,0 0-102 16,0 0-3-16,0 0 61 15,13-24-106-15,-7 22 2 0,-6 2 57 16,0-1-35-16,0 0-13 0,0 1 26 15,-6-2-24-15,4 2-41 0,-4 0-67 16,1 0 41-16,3 2-18 0,-9 0-36 16,3 3 48-16,-5 4-57 0,0 3-16 15,-1 1 16-15,6 2 0 0,-5 1 19 16,0 4 54-16,0 1-73 16,5 4 38-16,-3 3-38 0,0 2 0 15,1 4 22-15,2 2 37 0,3 1-40 16,2 3 6-16,3-3 13 0,3 2-38 15,2-5-34-15,3 0 34 16,5-5 0-16,0-6-37 0,6-1 35 16,-3-5 2-16,2-3-38 0,4-3 38 15,-9-4 0-15,8 0-18 0,-8-3 18 16,6 0 0-16,-6-3-28 16,-5 0 28-16,5-1 0 0,0 0-109 15,-5-3 90-15,3-2-57 0,-3-1-223 16,0-6 70-16,0-1-121 0,-3-4-540 15,0 5 67-15</inkml:trace>
  <inkml:trace contextRef="#ctx0" brushRef="#br0" timeOffset="941.04">7750 3312 1811 0,'0'0'393'0,"0"0"-92"0,0 0 5 16,0 0-161-16,0 0-27 0,0 0 90 15,0 0-61-15,13-45-93 0,-5 26-32 16,5 3-9-16,-5-4-13 0,2 4 15 16,-2 0-8-16,0 3-7 0,-2 0 25 15,-1 3 0-15,-2 2-25 0,2 4 13 16,-5-1-10-16,0 1-3 0,0 2 16 16,5 1-16-16,-5 0 0 15,0 1-95-15,0 0 57 0,0 2-64 16,0 8 23-16,0 3 79 15,0 5 146-15,0 3 73 0,-5 3-81 16,5 3-59-16,0-1-73 0,0 4 82 16,0-1-88-16,0 0 38 0,0-1-13 15,0-2-25-15,0-1 23 0,5-2-11 16,-2-2-12-16,2-4-104 16,-5 1 91-16,5-4-71 0,-2-1-96 15,2-2 158-15,-5-3-38 0,0-4-108 16,0 3 126-16,0-3-63 0,0 3-240 15,0-1 4-15,-5 0-83 0,-8-1-460 16,5 0 145-16</inkml:trace>
  <inkml:trace contextRef="#ctx0" brushRef="#br0" timeOffset="1232.2">7593 3609 1320 0,'0'0'280'15,"0"0"-43"-15,0 0 75 0,0 0-150 16,0 0-4-16,0 0 75 0,0 0-130 16,0 0-103-16,0 0 45 0,0 0-45 15,37-2 54-15,-13 1 7 0,3-3 36 16,2 2 5-16,-3-1 48 16,1 2-23-16,5-3-19 0,-3 2-35 15,2 1 22-15,-1-1-95 0,-4 2 31 16,1 0-31-16,2 0 0 0,-11 3-32 15,3 0 32-15,-2-1 0 0,-6 0-117 16,-5-1 101-16,3-1-63 0,-9 1-163 16,-2-1 175-16,8 1-32 0,-5 0-235 15,0-1-63-15,-3 0-259 0,0 1-761 16</inkml:trace>
  <inkml:trace contextRef="#ctx0" brushRef="#br0" timeOffset="1438.31">8173 3556 1434 0,'0'0'776'0,"0"0"-481"16,0 0-18-16,0 0 67 16,0 0-111-16,0 0-43 0,0 0 22 15,0 0-77-15,0 0-135 0,0 0-15 16,21-7-4-16,-21 7 0 0,0 0-199 15,6 0 92-15,-1 1-72 0,-2 1-550 16,5-1-863-16</inkml:trace>
  <inkml:trace contextRef="#ctx0" brushRef="#br0" timeOffset="2092.39">8719 3200 699 0,'0'0'511'0,"0"0"-335"16,0 0-137-16,0 0 78 15,0 0 325-15,13 51-150 0,-8-30-17 16,-2 3 34-16,2-2-100 0,-5 2-33 16,6-1-39-16,-6 0-48 0,0 0-89 15,2-4-124-15,-2 0 102 0,0-5-20 16,0-2-114-16,0-3 95 0,0-1-19 15,0-4-97-15,0-1 35 16,0 0-26-16,-2 0-77 0,-4-2 144 16,1-1-32-16,2-4-322 0,-7-5 6 15,2-6 32-15,-5 1-190 0</inkml:trace>
  <inkml:trace contextRef="#ctx0" brushRef="#br0" timeOffset="2360.01">8674 3190 52 0,'0'0'1528'0,"0"0"-865"16,50-42-392-16,-34 33-71 0,3 2 51 16,-1 5-132-16,-2-1-61 0,-3 3-52 15,0 1 39-15,1 3-45 16,-1 2 22-16,-5 1-9 0,5 3-13 16,-2 2 29-16,-3-1-13 0,-6 2 15 15,-2-1-8-15,0 2 50 0,0 1-6 16,-2-3-7-16,-4 2 60 0,-7-2-47 15,5 1-38-15,-5 0 50 16,0-3-85-16,-1 1 38 0,-1-2-60 16,1-3 22-16,1 0-275 0,0-2 75 15,2-2-65-15,3-2-356 0,8 0 126 16,-5-1-130-16,5-2-678 16</inkml:trace>
  <inkml:trace contextRef="#ctx0" brushRef="#br0" timeOffset="2654.12">8968 3293 690 0,'0'0'307'15,"0"0"191"-15,5 49-280 0,-5-30 3 0,-5 2 93 16,2 2-194-16,-2 0 6 16,0 1 3-16,-3 0-77 0,2-1-30 15,4-3-6-15,-4-1-9 0,6-7-4 16,-5-3 0-16,5-4-3 0,0-3 4 15,5 2 12-15,1 0 9 16,2-2-22-16,0-1 29 0,5-1-3 16,8-1 6-16,5-3-32 0,-4-2 36 15,-4 2-39-15,-5-2 9 0,6 3-10 16,-3 2 1-16,-6 0 0 16,4 0-3-16,-4 0 3 0,-4 1-257 15,-1 0-11-15,-2 0-108 0,-3 0-538 16,0 0 252-16</inkml:trace>
  <inkml:trace contextRef="#ctx0" brushRef="#br0" timeOffset="2873.08">8947 3414 2726 0,'0'0'16'16,"0"0"10"-16,39-13 93 0,-25 8-29 16,1 2-32-16,-1-3-55 0,-1 2 26 15,0 1-29-15,0-1-32 0,-5-1 19 16,6 3-170-16,-9-1-437 16,-2 1 68-16,-1-1-164 0</inkml:trace>
  <inkml:trace contextRef="#ctx0" brushRef="#br0" timeOffset="3498.36">9042 3178 2185 0,'0'0'161'0,"0"0"1"16,0 0 19-16,42-37-59 0,-31 29 7 15,-3 3-4-15,5 0-48 0,0 3-77 16,1 2-48-16,-1 2 28 0,-5 5-31 15,5 0-61-15,-2 2 96 16,-1 3-10-16,1 1-9 0,-3 3 35 16,5 0 29-16,-5 4-7 0,3 0 13 15,-3 0-12-15,-1 0-20 0,-1 0 52 16,-1 2-27-16,-2-1-21 16,-3-2 35-16,0-1-30 0,0-6-5 15,0-5 22-15,0-3-29 0,0-4 12 16,0 0 39-16,0 0 58 0,0-4 76 15,-3-6-157-15,0-6-28 0,-5-5-73 16,8-2 73-16,0 0 0 0,0 4-101 16,11-3 85-16,0 1-25 0,2 2-75 15,5 2 116-15,-2 2 19 16,3 1 77-16,-1 4 22 0,-2 5-55 16,3 2-56-16,-3 3 30 0,-3 0-37 15,0 0-65-15,-2 3 63 0,-3 2-15 16,-3 0-27-16,-2-1 44 0,2 2 0 15,-2 5 0-15,-3 2 28 16,0 2 10-16,-8 0 29 0,0 2 82 16,-6-2-108-16,1 2-19 0,0-2 13 15,0 4-35-15,-3-4-41 0,3 1 25 16,-1-3 7-16,4 0-71 16,2-4 78-16,3-1 2 0,-3 1-66 15,8 0 53-15,0-3 13 0,0 3 0 16,0 3 16-16,0 1 76 0,5-1-51 15,0-1 69-15,6-1-110 0,-1 2 41 16,-2-4-41-16,6 1 0 0,1-4-103 16,1-1 103-16,0-2-44 15,3-2-133-15,-3 0 97 0,2-7-34 16,1 1-229-16,-3-5-72 0,5-4-74 16,-3-1-476-16,-4 2 368 0</inkml:trace>
  <inkml:trace contextRef="#ctx0" brushRef="#br0" timeOffset="3811.32">9596 3166 1235 0,'0'0'251'15,"0"0"78"-15,0 0 115 0,0 0-305 16,0 0-23-16,0 0 52 0,-35 1-100 16,35 8-68-16,0 5 3 15,5 2 103-15,1 2-38 0,7-1-68 16,-2-1 51-16,4-3-44 0,1 1 5 15,0 0 20-15,0 0 7 0,0-1-36 16,-3 0 20-16,0 1-1 0,1-1-6 16,-6 0 41-16,2 1-57 0,-7-1 26 15,2-1-10-15,-5 0 3 16,0 2-9-16,-5-1 47 0,-8-1 10 16,5 1-13-16,-8-5 54 0,0 1-45 15,-5-1-53-15,7-4-10 0,-7 2-54 16,8-4-219-16,-3-2 103 0,3-2-147 15,2-2-758-15,3 0-191 16</inkml:trace>
  <inkml:trace contextRef="#ctx0" brushRef="#br0" timeOffset="4168.3">9903 3331 1698 0,'0'0'409'0,"0"0"-105"0,-14 45 28 16,9-30-81-16,5 0 8 15,0-3 28-15,0 1-116 0,5 0-99 0,3-2-40 16,0-2 59-16,3 2-28 16,2-2-32-16,3-4 86 0,3 0-83 15,2-5-15-15,3 0 74 0,0-7-80 16,-3-2 24-16,-3-1 28 15,6-4-65-15,-8 1 44 0,0-1-1 16,-11-2-21-16,6-1 15 0,-9 0 52 16,-2-2-89-16,0-3-46 0,-8-1 44 15,-5-1-103-15,-8-1-357 16,2 5 223-16,-2 4-122 0,8 4-589 16,0 6 496-16,8 2 181 0,2 0-211 15,-2 2 115-15,5 0 60 0,0-1-145 16</inkml:trace>
  <inkml:trace contextRef="#ctx0" brushRef="#br0" timeOffset="4592.46">10247 3233 762 0,'0'0'489'0,"0"0"-83"16,13 40 143-16,-13-23-264 0,0-2-50 15,-5 3 164-15,-3-2-157 0,0 3-77 16,0-1-54-16,-2-1 0 0,4 1-111 15,-4-1 34-15,4-4-24 16,1-5-10-16,2-4 16 0,-2-1-16 16,5 0 0-16,0-3-85 0,0 0 66 15,0 0-19-15,0-6-79 0,0-5 31 16,0-6-76-16,0-4-117 16,0-1 145-16,0 0-18 0,5 4-271 15,-2 1 151-15,8 4 81 0,-1 1 38 16,-4 3 153-16,7 3 32 0,-8 4 196 15,3 2-59-15,3 0-20 0,2 7 74 16,-3 1-30-16,9 6-54 0,-6-1 8 16,3 1-15-16,0 2-55 0,0-1 2 15,0-2 23-15,2 0-41 16,-4-3-45-16,4-3 51 0,-2-3-23 16,-3-3-6-16,1-1 101 0,-1-1-4 15,0-3-19-15,0-3 14 0,0-4-68 16,-5 0-49-16,0-3 108 0,-2 1-34 15,-1-6-87-15,-2 1 105 16,-3-4-105-16,-3-1-201 0,-2-1 104 16,-1 0-129-16,-2 0-508 0,0 3 108 15,8 7-456-15</inkml:trace>
  <inkml:trace contextRef="#ctx0" brushRef="#br0" timeOffset="4872.68">10777 3048 2318 0,'0'0'75'0,"0"0"9"16,0 0 100-16,39 28-4 0,-28-11-16 15,0 6 85-15,-1 3-83 0,1 4-20 16,-6 4 50-16,-2 4 15 0,2 3-76 15,-5 0-75-15,0 3 58 16,-5-3-118-16,2-1 34 0,-7-2-34 16,-1 1 0-16,-2-4 3 0,-3-3-31 15,0-2 28-15,-3-1-256 0,6-5 80 16,-3 0-184-16,-2-5-899 16,10-8-431-16</inkml:trace>
  <inkml:trace contextRef="#ctx0" brushRef="#br0" timeOffset="9670.08">5885 9179 293 0,'0'0'219'0,"0"0"-14"0,0 0 7 15,0 0-39-15,0 0-4 0,0 0 127 16,0 0-146-16,0 0 0 0,0 0 51 16,13-26-123-16,-13 24 6 0,0-2 32 15,0 2-38-15,0 2-4 16,0-2 65-16,0 1-42 0,0 0-33 15,0 0-28-15,0 1-7 0,-5 0 0 16,5 0 25-16,-8 0-54 0,8 0-32 16,-5 1-65-16,-3 3 72 0,5 1-17 15,-8 2-22-15,4 5 51 16,-7 5 11-16,1 1-44 0,0 3 45 16,0-3 0-16,5 1-31 0,-6 3 9 15,1 4 22-15,0 2-47 0,0 2 48 16,5 3 80-16,-3-1 23 15,3-1-71-15,8 0-32 0,-5-2 3 16,5-1 45-16,0-2-9 0,5 3-13 16,0-2-4-16,3-4 4 0,6-1-13 15,-1-1 38-15,5-3-51 0,-2-2 3 16,-2-2-3-16,7-2 0 0,-3-2-2 16,1 0 2-16,-3-2 0 0,10-2-83 15,-7 0-17-15,2-2-103 0,-5-4-523 16,-3 0 40-16,0 0-459 0</inkml:trace>
  <inkml:trace contextRef="#ctx0" brushRef="#br0" timeOffset="10439.04">6282 9475 358 0,'0'0'730'0,"0"0"-623"0,0 0-32 15,0 0-3-15,0 0-23 0,0 0 3 16,0 0 104-16,0 0-75 0,0 0-29 16,27-39 26-16,-14 23-58 0,3 0-1 15,-3 2 7-15,-2-2 3 16,2 4 14-16,-5 0 44 0,0 0-67 16,2 2 12-16,-7 4 4 0,2-1-35 15,-5 2 2-15,6 1 0 0,-4 2-2 16,-2-1-2-16,6 1-1 15,-6 1 0-15,0 1-14 0,0 0-65 16,0 1 16-16,0 4 65 0,0 4 126 16,0 5 14-16,-6 2-53 0,6 2-6 15,0 0-65-15,0-2-13 0,6 3 27 16,-4-2 5-16,1 4-16 0,0-1 1 16,2-2-7-16,0-1 0 15,-2-3-4-15,5 1 11 0,-3-2-20 16,-5-4-78-16,5-1-19 0,-2-1-10 15,-3-4-80-15,0 2 73 0,0 0-71 16,0 3-371-16,0-4 106 0,0 3-124 16</inkml:trace>
  <inkml:trace contextRef="#ctx0" brushRef="#br0" timeOffset="10701.34">6269 9632 661 0,'0'0'544'0,"0"0"-49"16,0 0-404-16,0 0-65 0,0 0 61 15,0 0 8-15,0 0 25 0,0 0 32 16,0 0-52-16,21 6 20 0,-8-5 93 16,1 0-91-16,4-1-32 0,-2 0-48 15,3 0 3-15,2 0-45 16,-3-1 19-16,4 0-19 0,-1-1 0 15,5 1-47-15,-5 0-24 0,3-1-135 16,-3 1-408-16,1 0 84 0,-9-2-49 16</inkml:trace>
  <inkml:trace contextRef="#ctx0" brushRef="#br0" timeOffset="10873.41">6701 9604 962 0,'0'0'1353'16,"0"0"-1072"-16,0 0-97 0,0 0 34 16,0 0-80-16,0 0-99 0,0 0-39 15,0 0-26-15,0 0-60 0,0 0-155 16,10 6-33-16,-7-5-124 0,2 1-760 16</inkml:trace>
  <inkml:trace contextRef="#ctx0" brushRef="#br0" timeOffset="11418.56">7278 9390 352 0,'0'0'561'16,"0"0"-379"-16,8 41 14 0,-3-22 35 15,-5-5-166-15,6 4 10 0,-4-3 84 16,4 1-133-16,-1-1-13 16,-2 0 1-16,2-2-14 0,-5-1 0 0,2-2-117 15,1-3-58-15,-3-3-11 16,0 2-146-16,0-2 107 0,0-2-29 15,0 1-297-15</inkml:trace>
  <inkml:trace contextRef="#ctx0" brushRef="#br0" timeOffset="11778.18">7270 9323 954 0,'0'0'355'0,"37"-27"-42"0,-18 18 115 16,-1 0-304-16,-2 6-37 0,3-1 7 15,-3 4-52-15,-3 0-6 0,0 6 9 16,0-2-16-16,-2 4-28 0,-8-3-1 16,7 3 1-16,-7-3 0 15,2 3 8-15,-2 2 23 0,-3-1 42 16,0 0 87-16,-3 0-26 0,-2 0-6 15,-3 0-49-15,-11 2 9 0,6 1-50 16,-3-3-33-16,-2 0 39 0,4-3-45 16,1-1 32-16,0 0-17 0,2-3-15 15,6 0-144-15,0-2 80 16,2 0-19-16,3 0-103 0,-3 0 67 16,3 0-49-16,3 0-308 0,5-4 54 15,8-4-11-15,2 0-316 0,-2 1 237 16</inkml:trace>
  <inkml:trace contextRef="#ctx0" brushRef="#br0" timeOffset="12047.47">7554 9361 179 0,'0'0'767'16,"0"0"-494"-16,0 0-55 0,0 0 124 16,0 0-125-16,0 0 4 0,0 0 118 15,-6 34-200-15,4-23-55 16,-1 1-23-16,0 0-26 0,3 3 4 15,0-3-10-15,0-1 6 0,3 1-6 16,0 0-26-16,5-1 52 0,-3-3-33 16,3 2-19-16,0 0 55 0,5-1-13 15,0 0-23-15,0-4 20 16,1 1-42-16,-1-2 12 0,3-1 1 16,-3 1-13-16,0-2-137 0,-2 0 50 15,-3-1-51-15,0-1-187 16,-3 1 109-16,-2-1-60 0,2 0-406 15,-5 0 213-15,5 0-53 0</inkml:trace>
  <inkml:trace contextRef="#ctx0" brushRef="#br0" timeOffset="12235.79">7561 9475 821 0,'0'0'1258'0,"0"0"-1239"0,0 0-19 15,0 0 0-15,0 0 55 0,0 0 33 16,0 0 22-16,0 0-81 0,45-4-10 16,-31 0-6-16,-4 0-13 15,-4 2-17-15,2 1-307 0,-6-2-43 16,1-1-176-16</inkml:trace>
  <inkml:trace contextRef="#ctx0" brushRef="#br0" timeOffset="12778.48">7670 9307 414 0,'0'0'447'0,"0"0"-297"0,40-8 6 16,-32 8-136-16,-3 2 15 15,0 2 99-15,1 5 9 0,2 5 7 16,0 4 155-16,-8 0-156 0,5 2-16 15,-3-1 26-15,-2 2-82 0,0-3-38 16,0 3 25-16,-2-2-38 0,-3-2-1 16,5-3 15-16,-3-6-40 15,0-1-51-15,1-4 18 0,2 0 33 16,-6 1 20-16,6-3 35 0,0-1 15 16,0-1-50-16,-2-6 2 0,2-4-35 15,0-3 13-15,2-6-61 0,6-2 39 16,-2 3-20-16,7 0-55 15,8 0 45-15,-3 3 1 0,1-2 20 16,-3 6 31-16,2 1 51 0,-2 0 143 16,-2 6-85-16,-1 1-38 0,-5 3-7 15,-3 1-9-15,0 0-4 0,-2 3-15 16,2 0 2-16,-5 1-38 0,0 5 0 16,0 2 0-16,0 2 13 0,-5 0 38 15,-3 2 90-15,-5-1-49 16,5-1-67-16,-3 1 14 0,1-3-39 15,-1 4-29-15,3-1 29 0,3-2 0 16,2-1-51-16,-2-1 50 0,5-2 1 16,0 3-41-16,0-3 41 15,5-2 0-15,-5-3-13 0,3 1 10 16,2-2 3-16,3 3-64 0,0 0 48 16,3-4-7-16,7 0-220 0,-2-1-46 15,5-1-67-15,0-4-452 16,-7-1 251-16,-4 2-92 0</inkml:trace>
  <inkml:trace contextRef="#ctx0" brushRef="#br0" timeOffset="13095.61">8104 9360 274 0,'0'0'1079'0,"0"0"-907"0,0 0-58 0,0 0 10 16,0 0-24-16,-37 24 17 15,35-13 39-15,2 5-88 0,0-2 26 16,8-1 119-16,0 0-113 0,5-1-35 16,-3 1 6-16,1-1 3 0,2 3-23 15,-7-3-9-15,7 1 12 16,-5 1-31-16,2-2 9 0,-2 1 16 16,-2-3-48-16,-4 1 13 0,-2 1 0 15,0-4 6-15,0-1-19 16,0-2 70-16,-2-2-3 0,-4 6 16 15,-7-1 22-15,0-2-51 0,-8 1-50 16,2-3 2-16,3-2-6 0,-2-2-185 16,4 0 90-16,1-3-94 0,0-4-371 15,0 2 6-15,10 0-188 0</inkml:trace>
  <inkml:trace contextRef="#ctx0" brushRef="#br0" timeOffset="13423.31">8292 9477 844 0,'0'0'385'0,"0"0"-121"15,0 0 184-15,0 0-217 16,-2 38 31-16,-6-23 131 0,8 0-213 16,0 0-26-16,0-3 15 0,0-1-55 15,5 1-59-15,3-3-55 16,0 0 69-16,5-1-18 0,1 0-48 15,-1-5 51-15,8-1-54 0,-3-2 25 16,4-3 4-16,-4-5-26 0,3 2 25 16,-2-3 0-16,-3-1-28 0,-3-2 29 15,-8 1-10-15,3-2-19 0,-2 1 15 16,-6-1-15-16,0-3 0 16,-8 3-141-16,-3-3 14 0,-2 0-67 0,-3 2-266 15,-3 2 83-15,6 0-124 16,-3 4-485-16,6 4 588 0,2 2 125 15,5 0 155-15,0 0 116 0,1 2-115 16</inkml:trace>
  <inkml:trace contextRef="#ctx0" brushRef="#br0" timeOffset="13670.93">8618 9452 690 0,'0'0'544'15,"0"0"-283"-15,0 0 2 0,0 0 130 16,13 34-163-16,-13-22-27 0,-2 5 29 16,-9-1-93-16,6 2-62 0,-3-5-77 15,0-1 35-15,3-5-35 0,-3 0 16 16,8-3 3-16,-6 1-19 0,6-2-86 16,-2-1 12-16,-3 0-23 15,5-2-87-15,0-2 126 0,0-4-78 16,-6-7-334-16,6-2 175 0,0-1-144 15,0 0-256-15,0 2 161 0</inkml:trace>
  <inkml:trace contextRef="#ctx0" brushRef="#br0" timeOffset="13891.51">8631 9465 1074 0,'0'0'592'0,"0"0"-218"16,43 30-76-16,-27-16-40 0,-3-3-116 15,3 2-36-15,-3-1-16 16,6-1-16-16,-3-1-32 0,7-3-1 15,-7-3 33-15,5-3-36 0,-2-1-12 16,-3 0 38-16,0-3-13 0,0-2-13 16,-3 0 38-16,-5-2-28 0,0 1-23 15,-3-3 70-15,-5-1-22 0,0-4-41 16,0-2 68-16,0-1-100 0,-8 0-63 16,-5 0-95-16,5-1-102 0,-3 1-423 15,3 1 23-15,0 4-399 16</inkml:trace>
  <inkml:trace contextRef="#ctx0" brushRef="#br0" timeOffset="14298.07">9068 9228 1296 0,'0'0'774'0,"0"0"-683"0,0 0-56 16,0 0 79-16,0 0 41 0,43 9 29 15,-30 2 77-15,0 7-117 0,1-2-73 16,-1 8 8-16,0 5 24 0,0 5-21 16,1 4-44-16,-1 7 13 0,-5 2-51 15,-3 3 7-15,3 1-7 16,-8-2 0-16,-3 0-19 0,-2-4 3 16,-3-1 16-16,-5-6-134 0,0-2 105 15,-6-5-28-15,1-2-113 16,2-3 87-16,-6-4-29 0,4-5-207 15,-3 1 37-15,2-7-195 0,3-6-1005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2:26:42.42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9619 3200 683 0,'0'0'505'15,"0"0"-124"-15,0 0-144 0,0 0-185 16,0 0-7-16,0 0 79 0,0 0-34 15,0 0-25-15,-5 0-29 16,5 0-36-16,0 0 0 0,0 0 1 16,0 0 18-16,0 0 14 0,5 0 74 15,-2 0-46-15,-3 0 0 0,5 0-22 16,3 0 0-16,3-1 3 0,5 0 16 16,-3-1 0-16,8 0-19 0,-2 0-20 15,2 0 3-15,3-1-22 0,0 2 4 16,2-3 28-16,8 0 6 0,4-1 20 15,4 1 42-15,3 0-23 0,3-1-30 16,2-1 21-16,0 1-49 16,3 0-10-16,-2 2 33 0,-4 0-33 15,-2 0 4-15,0 2 28 0,-8 1-41 16,3-1-15-16,0 0 15 0,-6 1 0 16,1 0-4-16,-4 2 4 15,-1-1 0-15,-4 1-63 0,-2 0 18 16,-8 1-70-16,-3-1-167 0,0 0 111 15,-5 1-29-15,-8-2-364 0,6 1 28 16,-6-1-191-16</inkml:trace>
  <inkml:trace contextRef="#ctx0" brushRef="#br0" timeOffset="43499.28">14501 7164 1 0,'0'0'551'0,"0"0"-332"16,0 0 80-16,0 0-256 0,0 0-43 15,0 0 0-15,0 0 247 0,0 0 95 16,10-29-17-16,-7 25-205 15,-1 0-13-15,1 0 41 0,-3 2-86 16,3-1-27-16,-3 2-2 0,0 1 2 16,0 0-28-16,0 0-7 0,5 0 0 15,-5 0 3-15,3 4 55 0,-1-1 29 16,1 4-26-16,-3 3-35 16,5 4 19-16,-2 2-22 0,0 2 25 15,-1-2 16-15,-2 3 0 0,0-2-13 16,5 4 16-16,-2-1-28 0,2 3-36 15,1 0 67-15,-4 1-70 0,4-2 23 16,-1-1-14-16,0-2-9 0,3-2-14 16,-2-1 13-16,-1-4 1 0,0 2-19 15,6-5 19-15,-9 0 0 16,6-3-4-16,-2 0 4 0,-1-1 0 16,0-2 16-16,-2 2-13 0,5 0-3 15,-6-1 0-15,4 0 6 0,-4-1-6 16,4 0 4-16,-6 0 15 15,5 0-19-15,-5-2 22 0,3-1 3 16,-3 1 4-16,2-1-29 0,-2 0 70 16,0 0-26-16,0 0 1 0,0-1 113 15,6-4-32-15,-4-3-101 16,1-3 47-16,0-4-72 0,4-3 35 16,-1-2-16-16,-1 1-19 0,0-2 31 15,1 1-31-15,-1-2 0 0,0-4-9 16,1 2 9-16,-1-1 0 0,-3 2-29 15,4 0 29-15,-1 2 0 0,0 0-25 16,-2 3 22-16,0 0 3 0,5 2-41 16,-3 2 41-16,-5 0 0 0,5 2 13 15,-2 3-13-15,-3 2 0 0,3 2 19 16,-3 2-19-16,0 0 0 16,0 0 25-16,0 0-25 0,0 0 0 15,0 2-42-15,0 1 41 0,0 0 1 16,0 0-91-16,0 0 75 15,0 0-6-15,0 0-150 0,0 0 170 16,0 2-12-16,-3 1-43 0,3 2 57 16,0 0 0-16,-3 0-3 0,3 1-29 15,0-1 29-15,0 0-191 0,0 1 120 16,0-2-41-16,0-1-134 16,0-1 156-16,0 0 0 0,0-2-58 15,0 1 74-15,0-1 2 0,0 1-38 16,0-1 0-16,0 0-20 0,0 1-7 15,-5-1 111-15,5 1 13 0,0 1-30 16,0 2-25-16,-5-2 9 0,2 1 26 16,-2 2 35-16,2 0-12 0,0 0 9 15,-2 4 1-15,-3 4 0 16,3-1 1-16,0 4 2 0,-1-3 13 16,-2 2 81-16,3 3-35 0,-3-1 84 15,3 2 100-15,-8 2-149 16,7 1-19-16,-4 0 28 0,2 0-87 15,-3-1 4-15,3 0-7 0,0-2 6 16,-2 1-17-16,4-6 14 0,-2 1-3 16,6-3-12-16,-4-5 22 0,1 2 6 15,5-4-13-15,0 0-6 16,0-2-7-16,-3 4-3 0,3-4-23 16,0 0 23-16,0 3 0 0,0-5 0 15,-2 0-2-15,2 0-27 0,0-1-35 16,0 0 15-16,2 0-35 0,1-1-169 15,-3-4-35-15,5 2-165 0,-2-2-922 0</inkml:trace>
  <inkml:trace contextRef="#ctx0" brushRef="#br0" timeOffset="44453.47">14426 7146 238 0,'0'0'1065'0,"0"0"-636"16,0 0-257-16,0 0 20 0,0 0 106 15,0 0-127-15,0 0-35 16,0 0 2-16,0 0-67 0,0 0-68 16,-2-21-3-16,2 21 0 0,2 1 11 15,1 1 50-15,0 4 25 0,5 1-25 16,0 4-20-16,0 5 46 15,2 1-20-15,-2 2-13 0,0 2 35 16,0-4-48-16,0 5-41 0,-3-1 92 16,0 0-92-16,3 0 25 0,-2 0-15 15,-1-3-10-15,0-1 25 16,-2-2-22-16,8 0-3 0,-9 0-6 16,6-3 6-16,-3 1 0 0,1-4 6 15,-1-1-6-15,-5-3 0 0,5-1 10 16,-2 1-10-16,0-2 0 0,-1 2 19 15,-2-1-10-15,3-3-9 0,-3 2 22 16,3-2-9-16,-3-1-13 0,0 0 28 16,0 0 10-16,0 0 3 0,0 0-28 15,0 0 97-15,2-4-45 16,-2 2-61-16,3-3 72 0,-3 0-76 16,0-1 37-16,0-3-9 0,0-3-28 15,0-1-78-15,-3-3 63 16,-2 1 8-16,-3-1-154 0,3 1 160 15,-1-2-43-15,-2 0-99 0,0-1 142 16,1-2-33-16,-4 2-100 0,3-1 132 16,0 2-28-16,0-2-81 0,3 1 109 15,0 2 2-15,-1 1-16 0,1 0 16 16,0 3 0-16,2-1 1 16,-5 4 9-16,8 2-10 0,-3 1 3 15,1 1 25-15,2 0-2 0,-8 0-26 16,8-1 85-16,0 1-66 0,-3 2 4 15,1 1 27-15,2 1-50 0,-3 1 7 16,-2 0-36-16,5 0 26 0,0 3-178 16,0 2 179-16,0 3-14 0,0 2-41 15,-3 4 56-15,3 2 1 16,3 0 0-16,-3 1 0 0,0 0 0 16,8 1 16-16,-3 2 6 0,0 3 13 15,0 0-29-15,3-1 55 16,0 1-61-16,-2-1 22 0,2-2 6 15,-1-1-28-15,-1-1 19 0,-1-2-15 16,-2-1-4-16,5-3 19 0,-6-1-10 16,1 0-9-16,-3-4-28 15,5-2 28-15,-5-1 0 0,0-1-57 16,3 1 38-16,-3 0 12 0,0 0-203 16,0-1 73-16,0-1-165 0,0-1-499 15,0 0 95-15,-3-1-267 0</inkml:trace>
  <inkml:trace contextRef="#ctx0" brushRef="#br0" timeOffset="45032.42">14755 7118 3 0,'0'0'1156'0,"0"0"-823"16,0 0-233-16,0 0 21 0,0 0 57 16,0 0-93-16,0 0-4 0,0 0 81 15,0 0-139-15,0 0-22 0,16-20 144 16,-19 29-6-16,0 6 3 0,-2 2 29 15,-3 3-65-15,3 3-7 0,-6 3 55 16,-2 1-26-16,0 4-42 0,0 5-55 16,-1 1 49-16,1 3-55 0,0-1-12 15,0-2 25-15,-1-2-38 16,4-4 3-16,-1-4-3 0,3-7 0 16,3-5-19-16,0-3 19 0,-1-4 0 15,6-2 19-15,-2-4-3 16,2-1-16-16,0-1-63 0,0 0 63 15,0-2 0-15,5-9-6 0,3-10 4 16,2-4-12-16,1-3-11 0,0-1 25 16,-3 3 0-16,7-3-43 15,-4-2 24-15,5-1 19 0,-3 2-61 16,0-1 58-16,1 5 3 0,-4 0-10 16,-2 4 10-16,0 4 0 0,-3 1 3 15,3 3 22-15,-5 2-25 0,2 3-17 16,-2 3 17-16,0 1 0 0,-3 0 25 15,0 3-28-15,5-2 3 0,-2 0-107 16,-3 3 106-16,2 1-36 0,1 0-107 16,-3 0 109-16,0 2-209 0,5 4-567 15,-2-3 37-15,0 4-479 0</inkml:trace>
  <inkml:trace contextRef="#ctx0" brushRef="#br0" timeOffset="109423.32">8920 8232 938 0,'0'0'326'0,"0"0"486"0,0 0-659 15,0 0-14-15,0 0 55 0,0 0-94 16,0 0 29-16,0 0 21 15,21-14-44-15,-10 10-39 0,5 2-32 16,2 0 26-16,-2-2-36 0,5 3-9 16,-2 0 3-16,2 1-19 0,6 0-48 15,-6 0 32-15,5 0-89 0,-4 2-358 16,-4-2-6-16,-5 0-359 0</inkml:trace>
  <inkml:trace contextRef="#ctx0" brushRef="#br0" timeOffset="110392.05">9863 8087 733 0,'0'0'459'0,"0"0"-241"0,0 0-62 16,0 0-16-16,0 0-49 0,0 0 13 16,0 0 52-16,0 0-56 0,0 0-2 15,0 0 63-15,19 23-99 16,-17-6-14-16,3 1-38 0,-2 3 16 16,-3-2 9-16,0-2-22 0,3 0 7 15,-3-1-20-15,2-2-13 0,-2 0 13 16,0-2-20-16,6-3-4 15,-6-1 23-15,2-5-18 0,-2 4-181 16,3-5 44-16,0 1-84 0,-3 1-384 16,0-4 145-16,0 0-147 0</inkml:trace>
  <inkml:trace contextRef="#ctx0" brushRef="#br0" timeOffset="110656">9810 8002 1146 0,'0'0'544'0,"0"0"-258"0,0 0 19 15,0 0-18-15,0 0-177 16,0 0-46-16,0 0 7 0,0 0 0 16,0 0 6-16,53-15-19 0,-24 15 12 15,-2 3-25-15,2-2-10 0,-5-1 32 16,2 0-35-16,6 0-13 15,-8 3 4-15,-6-2-23 0,3 1-55 16,-2-1-24-16,-6 0-85 0,-5 2-173 16,5 0 108-16,-13 0-53 0,6-1-586 15,-6-1 129-15</inkml:trace>
  <inkml:trace contextRef="#ctx0" brushRef="#br0" timeOffset="110859.51">9789 8198 377 0,'0'0'616'16,"0"0"-332"-16,0 0 152 0,48 3-323 16,-27-3-35-16,-3 0-26 0,3 0-51 15,6-1-1-15,-6-1-30 0,3 0-145 16,0 0-112-16,-6 0-198 15,4 1 218-15,-9-1-209 0</inkml:trace>
  <inkml:trace contextRef="#ctx0" brushRef="#br0" timeOffset="111143.01">10085 8179 445 0,'0'0'430'0,"0"0"-117"0,0 0 204 15,-34 26-315-15,26-15-50 0,3 2 49 16,0 5-130-16,5-6-6 15,0 1 87-15,5-3-91 0,3-2-19 16,5-3 6-16,0 1 30 0,6-6 12 16,-1 0 35-16,1-2-29 0,-1-5-22 15,1-1-30-15,-3-1 33 16,-3-3-35-16,0-1-33 0,-5 0 68 16,-2 0-33-16,-1 2-34 0,-5-2 59 15,0 1-69-15,-5 0-41 0,-1 1 9 16,-2 0-57-16,-5 0-176 15,2 2 105-15,1 2-75 0,5 3-233 16,-3 3 166-16,5 0-10 0,0 0-270 16,1 1 308-16,2-1-33 0</inkml:trace>
  <inkml:trace contextRef="#ctx0" brushRef="#br0" timeOffset="111628.34">10260 8185 102 0,'0'0'509'15,"0"0"84"-15,14 37-290 0,-14-30-118 16,0 1-9-16,0-1-124 0,0-3-10 16,5 0-22-16,-5 1-7 0,0-3-9 15,2 1 17-15,-2-2-1 16,0-1 19-16,0 0 207 0,0-2 3 16,0-3-143-16,6-4-105 0,-1-8-2 15,-2 0-14-15,10-3-3 0,-2 2 17 16,2-1-18-16,3-1-32 15,5 3 35-15,0-2-4 0,-2 5 17 16,4-1 3-16,-7 4 100 0,3 5 71 16,-6-1-71-16,-5 3-49 0,0 3-48 15,-3 1-3-15,-2 0 0 0,0 0-70 16,-1 1 53-16,-2 3 5 0,0 3-79 16,-13 4-47-16,-3 2 44 0,-8 2-135 15,3 1 64-15,3-3 15 0,-4 0-135 16,4 0 89-16,2-1 24 15,0 0-199-15,3 1 146 0,2-5 55 16,6-1-55-16,2-4 225 0,-2 2 46 16,5-1 221-16,5 0-65 0,3 3 75 15,5-2 303-15,1 1-265 16,-1-3-27-16,8-1 109 0,-8 1-229 16,6-3-47-16,-3 2-5 0,2 0-17 15,1-1-90-15,-3 1 20 0,2 2-31 16,1 0 2-16,-3-3-182 15,5 2 44-15,-8 0-71 0,6-1-428 16,-11 0-3-16,5-2-417 0</inkml:trace>
  <inkml:trace contextRef="#ctx0" brushRef="#br0" timeOffset="112268.87">11081 8067 1527 0,'0'0'267'0,"0"0"-105"16,0 0-84-16,0 0 20 0,0 0-64 16,0 0 8-16,0 0 49 0,14 53 45 15,-12-32-62-15,-2 0-13 0,0 0 1 16,-2-3-27-16,2 0-35 15,0-3-13-15,0-1 11 0,0-1-53 16,0-4-284-16,0-1 92 0,0-4-12 16,-6-2-418-16,4-1 106 0</inkml:trace>
  <inkml:trace contextRef="#ctx0" brushRef="#br0" timeOffset="112471.48">11073 8154 734 0,'0'0'1249'0,"0"0"-882"16,37-12-125-16,-21 8-74 0,0 2 53 15,-5 2-134-15,2-1-42 0,-2 1-39 16,2 0 48-16,0 1-54 0,0 1-12 16,1 1-1-16,-4-2-32 0,-7 0-150 15,5 0-44-15,-3-1-126 0,0 0-437 16,-2 0 154-16,2 0-144 0</inkml:trace>
  <inkml:trace contextRef="#ctx0" brushRef="#br0" timeOffset="112689.21">11285 8066 450 0,'0'0'1561'0,"0"0"-1376"0,0 0-155 16,0 0 50-16,-2 41 166 15,2-24-62-15,-6-2-42 0,6 2 60 16,0-4-119-16,0 2-70 0,6-1-12 16,-4-2-2-16,4-1 1 0,-6-3-125 15,5-2 16-15,-3-2-52 0,1-1-191 16,0-1 42-16,2-2-129 0,3 0-499 16,-8 0 355-16</inkml:trace>
  <inkml:trace contextRef="#ctx0" brushRef="#br0" timeOffset="113113.78">11404 8137 1542 0,'0'0'257'16,"0"0"-33"-16,19 33 13 0,-16-20-124 16,5-3 23-16,-3 0-36 0,0-1 0 15,0-3-10-15,3 0 20 0,0-1-49 16,6 0-39-16,1-2 4 15,-1-3 57-15,-1 0-19 0,0-3-45 16,0-4 26-16,1-2-45 0,-1-3-45 16,0 1 4-16,-2 0-55 0,-3-3-120 15,0 3 68-15,0 0-71 0,-3 2-280 16,-5 2 60-16,5 2 6 0,-2 2 39 16,-3 1 309-16,0 1 78 0,0 0 7 15,0 1 143-15,0 0 59 0,0 2 234 16,-8 6-178-16,8 1-80 15,-8 7 33-15,0-3-120 0,-3 3 3 16,9-4 97-16,-1 0-107 0,0-2-10 16,3-2-16-16,0-1 17 0,0-3-75 15,6 4-7-15,2 0 7 16,8 1 29-16,2-1 84 0,3-3 12 16,3-1-80-16,0-4-29 0,-5 0 6 15,2 0-22-15,-3 0-89 0,-2 0-46 16,-3-1-75-16,1-2-288 15,-6 1 122-15,0 1-178 0,-6-1-629 16</inkml:trace>
  <inkml:trace contextRef="#ctx0" brushRef="#br0" timeOffset="113296.1">11701 8201 1934 0,'0'0'214'0,"0"0"3"15,0 0-56-15,0 0-61 0,0 0 0 16,37-5-55-16,-26 2-38 0,2 1-7 16,-8 0-103-16,1 1-36 0,-4 0-100 15,-2-3-371-15,6 2 63 16,-6 0-63-16</inkml:trace>
  <inkml:trace contextRef="#ctx0" brushRef="#br0" timeOffset="113800.03">11709 8122 1087 0,'0'0'218'0,"0"0"-81"0,40-15 19 15,-19 10-68-15,-5 3 6 0,0 1 104 16,5 0-16-16,-3 1 60 0,1 1-54 16,-3 1-133-16,-3 4-29 0,0-1 2 15,1 4 43-15,-6 0-35 0,2-1-30 16,-2 2 17-16,0 1-7 15,-8-3-13-15,8 3 16 0,-8-4-19 16,3-1 16-16,-3-1-17 0,0 0 1 16,0-2-48-16,0 3 35 0,-3-2-25 15,0 0-40-15,-2-3 43 16,2 1-7-16,1-1 35 0,-1-7 7 16,-2-2 0-16,5-5-68 0,0-2 16 15,0-1-22-15,10-1-78 0,1 3 25 16,0 2 10-16,4-1 23 15,-1 3 72-15,4 1 19 0,1 0 3 16,-3 5 117-16,0 2 65 0,-3 1 138 16,-3 1-139-16,-2 1-149 0,-2 1-32 15,-1 0-1-15,-2 1 0 0,-3 4-15 16,0 1 16-16,-3 3 0 0,-8 4-23 16,-2-1 23-16,0 3-1 0,5-3-15 15,-5-3 16-15,10 0 0 0,-8-1-35 16,11-1 31-16,0-3-18 15,0-1-30-15,0 0 50 0,0-2-37 16,6 3 29-16,2-2 10 0,10 1 17 16,-2-5-8-16,5 0-9 0,-2-3-106 15,-3-2-400-15,0-2 15 16,-6 3-163-16</inkml:trace>
  <inkml:trace contextRef="#ctx0" brushRef="#br0" timeOffset="114000.02">12284 8107 1759 0,'0'0'348'0,"0"0"-118"15,0 0 2-15,0 38 42 0,0-23 130 16,0-4-197-16,2 1-90 0,4 0-63 16,2-1 16-16,-3-1-70 0,3 0 22 15,0-1-22-15,-3-2 0 0,3-2-123 16,-8-2 8-16,5 2-69 15,1-2-236-15,-4 1 127 0,-2-3-143 16,0-1-768-16,0 0 383 0</inkml:trace>
  <inkml:trace contextRef="#ctx0" brushRef="#br0" timeOffset="114189.13">12117 8085 2124 0,'0'0'388'0,"0"0"111"16,0 0-358-16,0 0-61 0,0 0 51 16,42-12-42-16,-18 12-89 0,0 0 22 15,2 0-22-15,6 0 0 0,3 0-75 16,-1 0-72-16,0 0-115 0,1 0-447 16,-11 0-410-16</inkml:trace>
  <inkml:trace contextRef="#ctx0" brushRef="#br0" timeOffset="114894.39">13065 8250 698 0,'0'0'521'0,"0"0"42"16,0 0-358-16,0 0-85 0,0 0 200 15,0 0-113-15,0 0 2 0,0 0 137 16,0 0-119-16,0 0-37 0,27 22 25 16,-25-24-20-16,-2-2-54 0,0-3-85 15,5-3 66-15,-2-3-101 0,-3-1 20 16,0-2 2-16,0 2-43 15,0 1-49-15,0-2 48 0,0 1 1 16,0-2-106-16,3 2 90 0,-1-2 16 16,1 2-187-16,2 1 162 0,6 1-29 15,0 1-106-15,7 0 144 16,1 1 13-16,2 2-22 0,0 2 25 16,0 4 0-16,-2 2-38 0,-1 0 25 15,-4 1 13-15,-1 2-72 16,-5 1 46-16,-3 1 14 0,-2 1-271 15,2 3 73-15,-2 3-50 0,-3 4-492 16,-8-3 407-16,-6-3-68 0,6-2-708 16</inkml:trace>
  <inkml:trace contextRef="#ctx0" brushRef="#br0" timeOffset="115049.97">13078 8178 1201 0,'0'0'715'16,"0"0"-533"-16,0 0-182 15,0 0 39-15,0 0 103 0,35 0 133 16,-14 0 89-16,0-2-258 0,6 1-106 16,-4-1-4-16,-1 1 2 0,-1 1-86 15,-3 0-331-15,1 0 86 16,-1 0-102-16,1 4-617 0,-6-2 416 16</inkml:trace>
  <inkml:trace contextRef="#ctx0" brushRef="#br0" timeOffset="115347.27">13449 8264 813 0,'0'0'368'0,"0"0"94"16,0 0-224-16,0 0 89 0,0 0 210 15,0 0-383-15,0 0-55 0,16-45 14 16,-16 28 2-16,8 0-32 0,-3-1-23 16,1 2 10-16,1-1-70 0,7 0-91 15,-4 0 89-15,4 3-9 0,4-1-92 16,-2 3 103-16,0 3 19 15,5 2-12-15,-5 4 50 0,-5 3-57 16,2 0-13-16,0 4 11 0,0 4 2 16,0 3-57-16,-2 1 57 0,0 2 0 15,-1 1-9-15,-7 3 9 16,8-1 0-16,-9 1-34 0,6 1 33 16,-5-3-84-16,-1 2-214 0,-2-4 129 15,-2-1-79-15,-4-1-179 16,1-3 224-16,-8-3-239 0,5-2-623 15</inkml:trace>
  <inkml:trace contextRef="#ctx0" brushRef="#br0" timeOffset="115534.55">13484 8150 2132 0,'0'0'381'0,"0"0"-39"16,0 0-291-16,0 0 7 15,37-8 80-15,-22 8-84 0,7 0-54 16,-1 2-6-16,0 1 5 0,0 0 1 16,-2 2-263-16,2-3-69 0,-3 1-137 15,-4-2-1012-15</inkml:trace>
  <inkml:trace contextRef="#ctx0" brushRef="#br0" timeOffset="116455.49">14011 8013 1061 0,'0'0'120'15,"0"0"-35"-15,0 0-85 0,0 0 111 16,0 0 61-16,0 0 199 15,0 0-157-15,-35 39-4 0,30-23 84 16,-3 2-197-16,8-3-23 0,0 4 26 16,0-4-27-16,0 1-18 0,8-2-42 15,-3 0 6-15,6-4-3 0,2 0-13 16,0-4 42-16,3 1-13 0,3-5-13 16,-3-2 55-16,5 0-36 0,-5-3-35 15,2-3 32-15,-5 2-35 0,-7-1 0 16,2 2-16-16,-3 0 4 15,-5-3-139-15,5 0 107 0,-5-3-30 16,0 2-86-16,-5 0 73 0,2-3-65 16,-10 2-109-16,0 2 209 0,-3 0 52 15,0 3 113-15,3 1-58 16,0 2-7-16,10 0 63 0,-2 0-40 16,-1 0-19-16,6 0 9 0,0 0 9 15,0 0-5-15,0 0-65 16,6 0-148-16,2-1 71 0,13-2 77 15,3 0 38-15,-1 1 4 0,-4 2-39 16,-1 0 14-16,-2 2-17 0,-2 2-16 16,-4 1 16-16,-7-2-1 0,5 2-22 15,-6-2 23-15,1 1 0 0,5 3-39 16,-5 2 38-16,2-3-30 0,-2 2-188 16,-1-2 25-16,1 2-69 0,0-2-485 15,-1-3-359-15</inkml:trace>
  <inkml:trace contextRef="#ctx0" brushRef="#br0" timeOffset="116674.01">14344 8042 1831 0,'0'0'412'15,"0"0"-412"-15,0 0 19 0,0 0-19 16,0 0 233-16,6 34 144 15,-1-19-210-15,-2 2-77 0,-1-2-87 16,3-3 19-16,1 1-22 0,-4-1-35 16,4-3 32-16,-4 0-61 0,1-2-248 15,0-3 96-15,-3-2-56 0,0 0-188 16,0 1 30-16,5-1-136 0</inkml:trace>
  <inkml:trace contextRef="#ctx0" brushRef="#br0" timeOffset="121064.1">14334 8019 1049 0,'0'0'140'0,"0"0"-95"16,0 0 450-16,0 0-281 0,0 0 23 16,0 0-133-16,0 0-23 0,0 0 51 15,0 0-48-15,18-31-16 16,-12 29-42-16,1 0 0 0,1 0-1 15,6-3-2-15,4 3 19 0,1-1-10 16,-3 0-3-16,2 1 25 0,-2 0-44 16,3 0 6-16,-1 1-6 15,-2 1-10-15,3 0-31 0,-4 0 18 16,1 1 0-16,-2 2-248 0,-4-1 0 16,-2 1-138-16,-8-2-659 0</inkml:trace>
  <inkml:trace contextRef="#ctx0" brushRef="#br0" timeOffset="121299.73">14342 8063 2195 0,'0'0'256'0,"0"0"-256"15,0 0 31-15,0 0-31 0,0 0 71 16,0 0-21-16,31 3-5 0,-17-1-45 16,2 3-23-16,-1-3 23 15,-1-1 0-15,-1 2-29 0,3 0-110 16,-3 0-126-16,6-2-378 0,-9-1-38 16</inkml:trace>
  <inkml:trace contextRef="#ctx0" brushRef="#br0" timeOffset="121578.64">14673 8044 1408 0,'0'0'332'0,"0"0"-291"0,0 0-14 15,0 0 63-15,0 0 69 16,0 0 45-16,-11 45-149 0,8-33-6 15,3 0-7-15,0 0-42 0,6-3 0 16,-4-1 15-16,4-2-2 0,2 2-13 16,0-2 24-16,5 2-2 15,3 0 4-15,0-4 16 0,-3 1-13 16,3-3-29-16,-3-1-13 0,0 0-29 16,-5-1-126-16,5 0-328 0,-5 0 70 15,-5 0-167-15</inkml:trace>
  <inkml:trace contextRef="#ctx0" brushRef="#br0" timeOffset="121795.73">14704 8094 1770 0,'0'0'425'15,"0"0"-300"-15,0 0-105 0,0 0 35 16,32 0 52-16,-19 2-88 0,1-1-19 16,-6 0-7-16,5 0 7 15,-5 0-67-15,-3-1-387 0,-5 0-24 16,5 0-232-16</inkml:trace>
  <inkml:trace contextRef="#ctx0" brushRef="#br0" timeOffset="121956.66">14784 8028 816 0,'0'0'336'0,"0"0"-173"0,40-10-4 16,-27 9-146-16,0 1-13 0,-5 0-195 15,5 0-190-15,-5 0-139 0</inkml:trace>
  <inkml:trace contextRef="#ctx0" brushRef="#br0" timeOffset="122217.95">14959 8029 923 0,'0'0'368'16,"0"0"-176"-16,0 0 29 0,0 0-65 16,0 0-36-16,8 36 16 0,-11-23-84 15,-2-1-10-15,5-3 3 0,0 1-13 16,-3-3-17-16,0 1-12 15,3 1-3-15,-2-3 17 0,2 0-17 16,0 2-14-16,0-2 14 0,0 0-5 16,0-2 5-16,2 2 16 0,4-2 46 15,-1-1-10-15,6 0 3 0,4-1 45 16,1-2-42-16,-2 0-23 0,-1 0-22 16,3 0-11-16,-3 0-2 0,0-2-146 15,0 0-116-15,3 0-108 16,-2-1-433-16,-6 0 197 0</inkml:trace>
  <inkml:trace contextRef="#ctx0" brushRef="#br0" timeOffset="122440.3">15194 8050 1926 0,'0'0'331'0,"0"0"-331"0,0 0 48 15,0 0-12-15,0 0 42 0,0 0-7 16,8 43-33-16,-5-29-18 0,2 1-14 16,3-2 10-16,-2-3-13 0,-4-1-3 15,4-5-13-15,-6 2-104 0,2-3-236 16,1 2-20-16,-1 1-73 0,-2-5-597 16</inkml:trace>
  <inkml:trace contextRef="#ctx0" brushRef="#br0" timeOffset="122660.92">15059 7997 2324 0,'0'0'307'15,"0"0"-195"-15,0 0-60 0,0 0-39 16,0 0 106-16,53-3 16 15,-24-1-20-15,3 1-39 0,5 0-37 16,-2 1 34-16,2-3-73 0,5 4-19 16,-2 0-10-16,-3 1 13 0,-8 0-871 15,-10 0-1181-15</inkml:trace>
  <inkml:trace contextRef="#ctx0" brushRef="#br0" timeOffset="212333.34">17183 12832 450 0,'0'0'183'0,"0"0"-79"0,0 0 0 15,0 0-65-15,0 0-6 0,0 0 143 16,0 0 94-16,0 0-107 0,0 0 9 16,14-8-77-16,-12 7-14 0,-2-1 52 15,0 1-42-15,3 0-17 16,-3 1 17-16,0 0-62 0,3-1 7 15,-3 1 58-15,0 0-4 0,0-1 4 16,0 1-9-16,0 0-85 0,0 0 0 16,0 0-42-16,0-1 41 0,0 1-3 15,0 0-2-15,0 0 6 16,0 0 0-16,0 0-16 0,0 0 16 16,0 0 1-16,2 0-1 0,-2 0 22 15,0 0-18-15,0 0 38 0,6 1-10 16,-4 0-19-16,1-1-4 15,2 0 7-15,-2 1 1 0,2-1 2 16,3 0 3-16,-3 0-22 0,1 0 13 16,-1 0-3-16,3 0-10 0,0 0-8 15,-3 0 8-15,3 0 0 0,0 0 1 16,-5 0 12-16,7 0-13 0,-2 0 4 16,-2 0 8-16,1 0-12 0,1 0 10 15,0 0-10-15,3 0 0 16,-6 0 0-16,6 0 16 0,-1 0-16 15,1 0 0-15,2 1 0 0,1 0 0 16,-1 1-6-16,0-1 6 0,-2-1 0 16,2 1 3-16,0 0 16 0,0 1-19 15,1-2 3-15,-1 0 10 16,0 0-3-16,0 0-1 0,-2 0 20 16,2-2-6-16,-2 1-23 0,-1 0 42 15,1 0-33-15,-3 1-2 16,0-2 18-16,5 0-25 0,-2 1 16 15,-1 0-9-15,-2 0-7 0,-3 0 3 16,3 1-3-16,0-1 0 0,3 1-10 16,0-1 8-16,-3 1 2 0,-1 0-32 15,4 0 32-15,-3 0 0 0,0 0-6 16,0 0 6-16,5 0 0 0,-2 0 2 16,5 0-2-16,-6 0 0 15,3 0 1-15,-2 0 8 0,0 0-9 16,-1 0-2-16,1 0 2 0,-3 1 0 15,2-1-3-15,-2 0 2 0,3 0 1 16,2 0 0-16,0 0 3 0,-2 0-3 16,2 1 2-16,0-1-2 15,-2 0 0-15,2 0 13 0,-2 0-13 16,2 0 0-16,0 0-1 0,1 0 1 16,-1 0 0-16,0 0 2 0,0 0 1 15,1 0-3-15,-1 0 3 16,0 0 0-16,0-1-3 0,1 1 16 15,1-1-13-15,-1 1-3 0,-1-1 6 16,0-2-6-16,-2 2 0 0,2 1 3 16,0 0-3-16,-2-1 0 0,2 1 2 15,-2-1 7-15,2 1-9 0,-2-1 4 16,2 1 2-16,0-1-6 0,3 0 3 16,-3 1-3-16,3-1 0 15,-3 0 10-15,3-2-10 0,-3 3 0 16,3-1 2-16,0-1 11 0,-3 2-13 15,1 0 9-15,-1 0-9 0,0 0 0 16,3 0-6-16,-3 0 6 0,1 0 0 16,1-1 3-16,-1 1-3 15,2 0 0-15,-3 0 3 0,0 0 10 16,3-1-13-16,-3 1 3 0,3 0 7 16,-3 0-7-16,3 0 13 0,0 0 16 15,-3 0-26-15,3 0 17 16,-3 0-4-16,3 0-19 0,-2 0 3 15,-1 0-3-15,0 0 0 0,0 0-18 16,1 1 18-16,1 0 0 0,-1 1 0 16,-1-1 0-16,-2 0 0 0,4 3 3 15,-1-3-3-15,2-1 0 0,-1 1 19 16,1 0-19-16,0-1 0 0,0 0 19 16,0 0-19-16,-3 0 0 15,6 0 13-15,-6 0-7 0,3 0-6 16,-3 0-3-16,3-1 3 0,0 1 0 15,-3-1 13-15,3 1-10 0,-5 0-3 16,5 0-10-16,-6 0 10 0,3 0 0 16,1 0-8-16,2 0 8 0,-1 0 0 15,-1 1-4-15,2-1 4 16,-1 1 0-16,1 0-17 0,0-1 17 16,0 1 0-16,0 0 3 0,0-1-3 15,2 3 0-15,-2-3 2 16,0 0-2-16,0 0 0 0,0 0 10 15,0 0-10-15,0 0 0 0,-3 0 3 16,3 0 3-16,0 0-6 0,0-3-3 16,0 2 3-16,-3 0 0 0,3 0-6 15,-3 1 6-15,3-1 0 0,-3 0 3 16,3 1 3-16,-3 0-6 0,-2 0-6 16,2 0 6-16,-2 0 0 0,-1 0-14 15,1 0 14-15,2 0 0 16,-5 0-6-16,3 0 6 0,-1 0 0 15,-2 0-15-15,-3 0 15 0,6 0 0 16,-3 0 3-16,3 1-3 0,2-1 0 16,0 0 13-16,-2 0-13 0,-1 0 0 15,4 0 13-15,-4 0-7 16,3 0-6-16,1 0 0 0,-1 0 0 16,3 0 0-16,-6 0-19 0,6 0 19 15,-3 0 0-15,3 1-4 16,-2-1 4-16,-1 1 0 0,0 0-22 15,0-1 22-15,1 1 0 0,-1-1-9 16,0 3 9-16,0-3 0 0,1 0 0 16,-1 0 0-16,-3 0 0 0,4 0 12 15,-1 0-12-15,0 1 0 0,-2-1 2 16,-1 0-2-16,4 0 0 0,-6 0 9 16,2 0-9-16,-2 0 0 0,0 0-9 15,3 0 9-15,2 0 0 0,0 0 12 16,0 0-12-16,-2 0 0 15,2 0-1-15,0 0 1 0,3 0 0 16,-2 0 3-16,1 0-3 0,4 0 0 16,-3 1-13-16,0-1 13 15,2 0 0-15,-2 1 3 0,3-1-3 16,-3 0 0-16,-1 0-4 0,1 0 4 16,3 0 0-16,-3 0 1 0,0 0-1 15,0 0 0-15,2 0 6 16,-2 0-6-16,0 0 0 0,0 0 3 15,0-1-3-15,-3 0 0 0,3 0 13 16,-3-2-7-16,0 1-6 0,3 1 4 16,-3 0 2-16,-2 0-6 0,5 0-3 15,-3 0 3-15,0-2 0 0,-2 2-3 16,2 0 3-16,3-1 0 16,-3 0 12-16,-2 2-12 0,2-1 0 0,-2 0 2 15,2-2 2-15,0 2-4 0,-2 0 3 16,2-1 0-16,0 0-3 15,-2 1 1-15,0-1-1 0,-1-1 0 16,-2 2-7-16,0-1 7 0,0 1 0 16,0 0-35-16,3 1 33 0,2 0 2 15,0-1-67-15,-2 1 64 16,2 0-16-16,0 0-70 0,0 0 89 16,1 1-16-16,-1 0-60 0,0 0 75 15,0 0 1-15,-2 0-26 16,5 1 25-16,-3 0 1 0,0-1-10 15,1 0 10-15,-1 0 0 0,0 0 3 16,-2 0-3-16,2 0 0 0,0 1 3 16,0-1 3-16,1 3-6 0,-1-3 3 15,0 0-3-15,0 2 0 0,-2-2-9 16,2 2 9-16,0-1 0 0,-2 0 0 16,2-1 0-16,-2-1 0 15,2 1 3-15,-5-1 10 0,0 0-13 16,0 1 3-16,2-1 7 0,1 0-10 15,0 0 3-15,-1-1 3 0,1 0-6 16,2 1-22-16,-2-1 9 0,2 1 3 16,3-1-51-16,0 1 60 0,0-1-1 15,0 1-27-15,-1 0 29 16,1 0 0-16,-2-1-6 0,1 1 6 16,1 0 0-16,0 0 3 0,-3 0-3 15,3 0 0-15,-2 0 2 16,-1 0 1-16,0 0-3 0,3 0 1 15,-3 0-1-15,0 0 0 0,1 0 13 16,-1 0-10-16,-2 0 4 0,2-1-1 16,0-2 14-16,-2 3-20 0,2 0 3 15,0-1 16-15,-2 1-19 0,2 0 13 16,-2 0 3-16,2 0-16 0,0-2 3 16,0 2 7-16,0 0-10 15,1 0 2-15,2 0 4 0,-3 0-6 16,5 0 3-16,-4 0 20 0,4 0-23 15,-2 0 3-15,0 2 10 0,0-2-10 16,0 1 4-16,2 2 60 0,3-1-67 16,-2 0-7-16,0 0 7 0,-1 0 0 15,3 3-15-15,-2-3 15 16,-1 0 0-16,1 0 2 0,-3 2-2 16,2-3 0-16,-2 0 2 0,0 1-2 15,-3-2 0-15,3 0 3 16,-3 0 0-16,-2 1-3 0,2-1-2 15,-2 0 2-15,0 0 0 0,-1 0 3 16,1 0 3-16,-3-1-6 0,5-2 20 16,-5 1-14-16,2 0-6 0,1 0-4 15,-6 2 4-15,3-1 0 0,0 0 0 16,3 0 0-16,2-1 0 0,-2 2 0 16,-1-1 0-16,1 0 0 0,-1 1-8 15,-2-3 8-15,6 3 0 0,-6-1 4 16,2 0 2-16,1 0-6 15,-3 1 9-15,0-1-9 0,0 1 0 16,-3-1 3-16,3 1 3 0,0-1-6 16,-3 0 3-16,3 0 10 15,0-2-13-15,0 2 26 0,-3-3-10 16,3 3 3-16,0-1-16 0,0-1 51 16,0 2-54-16,-3 0-6 0,3 0 6 15,0 0 0-15,0 0 2 16,-3 1-2-16,3 0 0 0,0-1-1 15,-2 1 1-15,-1 0 0 0,0 0 13 16,-2-1-13-16,2 1 0 0,-2-1 12 16,-1 1 7-16,1 0-19 0,-3 0-3 15,0 0-16-15,3 0 19 0,-3 0-124 16,0 0 82-16,0 0-12 0,0 1-52 16,-3 1-16-16,0 1-119 0,1-1-832 15,-6-1-471-15</inkml:trace>
  <inkml:trace contextRef="#ctx0" brushRef="#br0" timeOffset="40646.63">20550 15700 714 0,'0'0'101'0,"0"0"111"16,0 0 348-16,0 0-456 15,0 0-84-15,0 0 15 0,0 0-5 16,0 0 5-16,5-24 21 0,0 21-54 16,1 0-2-16,2-2-1 0,-3 1 1 15,5-1 0-15,4 0 0 16,-1-1 2-16,-2 3 11 0,2-1-9 15,-3 0-4-15,1 2 1 0,0-2-1 16,-1 1 0-16,-2 2-3 0,0 1 0 16,-3 0-1-16,1 0-28 0,-4 0 17 15,4 2 2-15,-1 3 13 0,0 1 18 16,0 4 18-16,-2 2-4 0,2 5 37 16,-2 0-8-16,-3 1 7 0,0 1 33 15,0 2-43-15,-3 3 0 0,1 2 49 16,-4 2-55-16,1 2 6 15,0 3 74-15,2 0-74 0,1 4-19 16,-1 3 25-16,0 3-19 16,1 1-6-16,2 3-17 0,0 3 23 15,0 0-29-15,0 1 4 0,0 1 8 16,5-3-28-16,3 0 20 0,2 0-4 16,1 0-16-16,5-1 3 15,-3 0 3-15,8-3-6 0,1-3 1 16,-1-4 9-16,5-6-10 0,3-4 3 15,0-4-3-15,1-7 0 0,-4-1 3 16,3-5 36-16,-5-2-39 0,-3-1 16 16,-2-2 3-16,-3-2-19 0,-6-2-10 15,-4 0 10-15,-4-2 0 0,-2 0 3 16,0 0 29-16,0 0 48 0,0 0 38 16,-2-3-83-16,-1 1-35 15,-2 0-73-15,-3 1 71 0,-6 0 2 16,4 1-54-16,-3 2 41 0,2 3 13 15,0 4-70-15,1 3 66 0,2 2 4 16,-3 5-64-16,6 2 64 16,-3 0 0-16,3 4-29 0,2 3 16 15,0 4 13-15,3 2-67 0,0 4 67 16,3 1 0-16,5 0-8 0,-5 1 5 16,2 3 3-16,0 1 0 15,3 0 0-15,0 3 0 0,0 1-10 16,3-1-2-16,-3 0 12 0,2-2 0 15,4 2 19-15,-4-1-19 0,1 0 3 16,-1-6 3-16,-2-3-6 0,3-1 3 16,-3-2-5-16,0 5 2 0,0-4 0 15,-3-3 10-15,-2-4-10 0,-3-3 0 16,0-3 7-16,-3-2 2 0,-5-6-6 16,-3 0 42-16,-2-5-6 15,-3 0-1-15,-5-1 35 0,-3-4-34 16,-2-3-36-16,-1-1 57 0,-2 0-60 15,-5-1-74-15,-1-2-19 0,1-1-95 16,-1-1-328-16,6 1 99 16,0-3-122-16,13 2-804 0</inkml:trace>
  <inkml:trace contextRef="#ctx0" brushRef="#br0" timeOffset="41551.09">21818 16690 450 0,'0'0'551'0,"0"0"-66"15,0 0-173-15,0 0-58 0,0 0-105 16,0 0-110-16,-34-22-27 0,23 22-8 16,-2 0-4-16,0 4 0 0,0 3 9 15,2-1 27-15,-2 2 16 0,2 1-31 16,3 3-21-16,-2 0-19 0,2 1-23 16,2 3 39-16,4 0-23 15,-1-2 0-15,3 2-13 0,0-4 3 16,5-1-64-16,1 1 48 0,2-2-3 15,2 0 55-15,-2 1 19 0,3-1 23 16,2-1 62-16,-2 3 3 16,2-2-13-16,-3 0-16 0,1 1-27 15,-3 0-12-15,-3-3 13 0,1 0-7 16,-4-1-19-16,1-4 22 0,-3 4-12 16,2-3 2-16,-2 3 23 15,0-2-25-15,0 0 18 0,0 0 23 16,-5-2 29-16,0 0-26 0,-3 1-38 15,-5-1 18-15,-6 1-60 0,1 1-6 16,-1-3-19-16,3-2 21 0,0 1-88 16,3-1 73-16,2 0-58 0,4 0-258 15,1-1 77-15,4-1-143 0,2 0-259 16,5-5 207-16,0 4-6 0</inkml:trace>
  <inkml:trace contextRef="#ctx0" brushRef="#br0" timeOffset="42362.91">21988 16795 1507 0,'0'0'322'0,"0"0"83"15,0 0-292-15,0 0-54 0,-37 33 33 16,31-17-11-16,1 0-7 0,5-1 13 15,0-2-13-15,0 0-25 0,5 0-11 16,3 0 17-16,0-1-55 0,3-4 25 16,5 0-18-16,0-5 6 0,2-1 6 15,-2-2 13-15,3-1-19 0,-3-3 0 16,-3-5 6-16,0 2-3 0,-2-2-10 16,-3-2 36-16,-3 1-30 15,-2-1 1-15,-3-1 61 0,0-1-33 16,-6 0-38-16,1-1 42 0,0 3-45 15,-1-1 19-15,4 5-13 0,-1-1-6 16,0 2-22-16,1 1 22 16,2 1 0-16,0-2-73 0,0 2 70 15,2 0-13-15,4 0-109 0,-4 3 106 16,6 0-16-16,-2 1-42 0,2 2 77 16,-3 4 0-16,3 2 3 15,0 2 26-15,0 6-23 0,0-4 17 16,0 2-1-16,-3-4-22 0,3-4 13 15,-6 0 6-15,4-3-19 0,-1 3 19 16,0-3-3-16,3 2 10 0,-2-2-20 16,-1-3 55-16,0 0-29 0,0 0-19 15,1-3 57-15,-1-2-23 0,0-5-43 16,3-2 43-16,0-2-47 0,0-2 7 16,-2 3-10-16,-1 2 3 15,0 6-45-15,-2 0 45 0,-1 1 0 16,4 2-54-16,-1 0 38 0,0 0 6 15,1 2-124-15,-1 4 134 0,3 3 0 16,0 7 36-16,2-1 50 16,1 0-64-16,-3 1 3 0,0-2-21 15,0-2-4-15,-3-1 16 0,3-3-16 16,0 0 0-16,3 0 15 0,2-1-15 16,0-4 16-16,-2-1-9 15,2-2 44-15,0-6-51 0,3 0 25 16,-3 0-31-16,1-3 6 0,-1 0-77 15,0 1 75-15,-2 1 2 0,-1 1-44 16,-2 3 44-16,-3 3 0 0,1 0 2 16,-4 0-2-16,4 2 0 0,-4 0 0 15,4 4 0-15,-1 3 35 0,-2 8 38 16,-1 0 38-16,1 3-98 0,0-3 18 16,2 1-27-16,-3-1-4 15,4 0-114-15,-1 0 0 0,-2 1-125 16,-1-4-452-16,1-4-336 0,-3-1-436 0</inkml:trace>
  <inkml:trace contextRef="#ctx0" brushRef="#br0" timeOffset="43913.53">23344 16779 843 0,'0'0'356'0,"0"0"70"15,0 0-195-15,0 0-30 0,0 0 13 16,0 0-104-16,0 0 19 0,0 0 68 16,-5-35-71-16,5 31-14 0,0 1 16 15,0 1-3-15,0 0-13 0,0 1-10 16,0 1-4-16,0 0-98 0,0 0-41 16,-3 5 41-16,-2 7-13 15,5 3 13-15,-6 6 38 0,4 2-38 16,2-2-38-16,-3 1 36 0,3 0 2 15,-3 1-25-15,3-2 25 0,-2-1 0 16,2-2-116-16,0-3 90 16,0-1-108-16,0-5-328 0,2-2 132 15,1-4-114-15,-3-1-489 0,0 1 206 16</inkml:trace>
  <inkml:trace contextRef="#ctx0" brushRef="#br0" timeOffset="44475.32">23275 16612 827 0,'0'0'443'0,"0"0"-244"0,0 0-46 16,0 0-56-16,0 0-97 0,0 0-42 15,0 0-10-15,0 0 29 0,0 0 20 16,0 0-23-16,29-7-23 16,-21 13-23-16,0 2-103 0,3 2 84 15,2 3-43-15,-3 5-81 0,4 1 169 16,-6-1 33-16,0 3 13 0,0 1 13 16,-1 0 33-16,1 2 120 15,0 0-29-15,0-1-52 0,0 1 3 16,-2-1-87-16,2-2 0 0,-3-2-1 15,-3-3 2-15,4-6-2 0,-4-1 1 16,-2-4-1-16,3 0 0 0,-3-2-1 16,3 2 1-16,-1-3 2 0,1-2 83 15,0 0 16-15,-1 0-17 0,4-5 40 16,-1-1-76-16,0-6-18 0,6-1-12 16,-1-4-18-16,-2 3-1 15,0 2-23-15,0 2 8 0,-3 4 3 16,-2 1-81-16,2 0 71 0,1 0 22 15,-1 0 1-15,0 0 58 0,1 4 82 16,-4 1 104-16,1 0-86 16,0 6-2-16,-1 1 57 0,4 5-110 15,-4 5-19-15,3-1-36 0,-2 2-3 16,2-4-45-16,1 1-29 0,-1-3 26 16,0 1 3-16,1-3-77 15,-1-1-71-15,0-1-72 0,0-3-419 16,-2 0 119-16,-3-5-129 0</inkml:trace>
  <inkml:trace contextRef="#ctx0" brushRef="#br0" timeOffset="44832.03">23733 16863 1829 0,'0'0'716'0,"0"0"-516"0,0 0-120 15,0 0-25-15,0 0 12 0,0 0-64 16,0 0 13-16,8 36-16 16,-3-28 0-16,1-3-21 0,-1 1 21 15,0 0 0-15,1-1-26 0,-1-4 24 16,0 0-25-16,1-1-85 0,1-1 86 16,-1-7-6-16,4 0-97 15,-2-3 87-15,3-3-36 0,-6 2-96 16,3 1 57-16,-3 1-42 0,-2 4-198 15,0 0 178-15,-1 2 88 0,-2 2 91 16,3-1 22-16,-3 1 85 0,0 1 218 16,3 1-159-16,-3 2-40 0,0 5 175 15,0 3-155-15,0 5-56 0,2 3-45 16,-2-1-44-16,3-1-1 0,2-2-75 16,1-2-138-16,-1 0-176 15,-2-7-831-15</inkml:trace>
  <inkml:trace contextRef="#ctx0" brushRef="#br0" timeOffset="45320.13">24107 16833 1546 0,'0'0'455'0,"0"0"-79"0,0 0 40 16,-30 40-288-16,25-30-79 0,5-2-46 16,0-1-3-16,0-4 0 0,0 0-58 15,0 0 58-15,5-1-71 0,-2 0-93 16,2-2 116-16,3 0-14 0,3-3-128 16,0-4 73-16,-3 4 10 15,-1-2-42-15,-1 1 84 0,-1 1 65 16,0 1 0-16,1 2 52 0,-4 0 75 15,1 2 96-15,0 8-61 0,-1 3-17 16,4 7 29-16,-4-1-62 16,1 6-6-16,-1-4 70 0,1 4-51 15,2 0-39-15,1 1 3 0,-4 5-1 16,4 0-31-16,-1 1-22 16,0 2 66-16,1 1-70 0,-4-1 1 15,4-4 3-15,-4 0-35 0,-2-5 31 16,0-2-22-16,0-3-9 0,0-6 25 15,-2-2 4-15,-1-5-29 0,-2-4 37 16,5-2 17-16,-3-1-25 0,0 0-8 16,-2 0 47-16,0-3-68 0,-3-5-279 15,-3-7 247-15,1-7-110 0,-4-5-311 16,6-2 136-16,3-3-153 0,0 1-796 16,2 10 151-16</inkml:trace>
  <inkml:trace contextRef="#ctx0" brushRef="#br0" timeOffset="45723.49">24496 16774 1246 0,'0'0'488'0,"0"0"-95"0,0 0-24 15,0 0-253-15,0 0-3 0,-40 21 67 16,27-9-48-16,0 1-23 0,0 2 44 16,2 1-6-16,3-1-17 0,3-1 9 15,-1 1-4-15,6-6-135 0,0-2 35 16,0-1-38-16,0-3 3 0,0 1-114 16,6-1 99-16,-1 1-11 15,3-3-100-15,-3-1 126 0,3-2 0 16,0-2-42-16,0-3 26 0,0-1 13 15,-3 3-96-15,1-3 99 0,-1 1 0 16,-2 2 16-16,-1 2 19 16,1 1 32-16,-3 2-20 0,2 0 23 15,-2 2-45-15,0 2-12 0,3 7 84 16,0 1-97-16,2 0 32 16,0-2-45-16,1-3 13 0,2-2-230 15,0 3 33-15,7-3-64 0,-1 1-483 16,-1-3-393-16,-5-3-124 0</inkml:trace>
  <inkml:trace contextRef="#ctx0" brushRef="#br0" timeOffset="45990.42">24665 16946 1603 0,'0'0'969'0,"0"0"-651"0,0 0-55 16,0 0-122-16,0 0-23 15,0 0-58-15,0 0 16 0,0 0-25 16,0 0 6-16,-2 9 82 0,2-17-130 15,0 0 29-15,2-5-19 0,1-2-19 16,0 2-16-16,-1-2 16 16,-2 2 0-16,3-1-52 0,0 1 20 15,-1-1 13-15,4 2-202 0,-4 1 179 16,4 0-21-16,-1 5-20 0,-2 1 80 16,2 2 3-16,0-1-137 15,3 1 89-15,-3 0-64 0,3 2-261 16,-2-2-2-16,-1 3-206 0,-2 0-993 15</inkml:trace>
  <inkml:trace contextRef="#ctx0" brushRef="#br0" timeOffset="46194.28">24546 16595 2745 0,'0'0'231'15,"0"0"-135"-15,0 0-96 0,0 0-3 16,0 0-42-16,0 0-257 16,0 0-89-16,0 0-170 0,0 0-716 15</inkml:trace>
  <inkml:trace contextRef="#ctx0" brushRef="#br0" timeOffset="46707.2">25651 16870 245 0,'0'0'1057'0,"0"0"-742"0,0 0 143 15,0 0-244-15,0 0-20 0,0 0 119 16,5-37-127-16,-2 33-38 0,-3-1 24 16,0 2-60-16,0 2-7 15,0 0 43-15,0 1-6 0,0 0-79 16,0 2-56-16,-3 6 102 0,0 5-20 15,-2 5-48-15,2 0 68 0,1 2-109 16,2-3-9-16,2 1 8 16,-2 1 1-16,3-4-141 0,0-1 87 15,-1-2-59-15,-2-4-278 0,3-1 212 16,-3-4-44-16,3-3-278 16,-3 0 87-16,2 0-80 0,-2-3-369 15,3-3 371-15</inkml:trace>
  <inkml:trace contextRef="#ctx0" brushRef="#br0" timeOffset="46850.79">25651 16685 975 0,'0'0'482'0,"0"0"151"16,0 0-380-16,0 0-91 0,0 0-117 16,0 0-45-16,0 0-55 15,0 0-28-15,0 0-7 0,37-23-76 16,-21 32-467-16,-6 1-93 0,1-4-71 0</inkml:trace>
  <inkml:trace contextRef="#ctx0" brushRef="#br0" timeOffset="47347.63">26321 16917 453 0,'0'0'1183'0,"0"0"-836"15,0 0 139-15,0 0-302 0,0 0-65 16,0 0-112-16,0 0 6 0,0 0-10 15,0 0 36-15,0 0 47 0,18 2-25 16,-2-11-51-16,-3-1 28 16,-2-1-38-16,-3 2 16 0,0-1-9 15,-3 2-7-15,-2 0 3 0,-3 4 13 16,0-2 29-16,0 2-7 16,-3-3 29-16,-2 1-67 0,-3 0 23 15,0 3-20-15,-5 2-3 0,0 1-16 16,-1 3 16-16,1 4 0 0,2 2 0 15,1 1 22-15,5 1 33 0,2 2 2 16,0 1 45-16,3 0-42 0,0 0-38 16,3 3 45-16,2-3-67 0,6-2-19 15,-3-1 18-15,5-2 1 0,0-2-89 16,-2 0 73-16,5-3-83 0,-3 1-98 16,3-3 149-16,-3-1 6 15,0-1-269-15,1 0-21 0,-1-1-213 16,-5-2-617-16,0 0 407 0</inkml:trace>
  <inkml:trace contextRef="#ctx0" brushRef="#br0" timeOffset="47599.18">26527 16955 1139 0,'0'0'582'0,"0"0"158"0,0 0-473 16,0 0-90-16,0 0-23 16,0 0-80-16,0 0-58 0,0 0 13 15,0 0-32-15,45-28 3 0,-26 19-77 16,-1-1 58-16,1 0 15 0,0 2-85 15,-4 1 86-15,1 0-19 0,0 4-4 16,-3 0 26-16,3 0 36 0,-2 3 143 16,-4 0-3-16,3 3 34 0,1 2 14 15,-6 1-32-15,0 3-56 0,0 2-80 16,-1-1 40-16,4 3-96 0,-3-3-28 16,3 0-12-16,-1 1-32 15,3-1-420-15,1-2 162 0,-1-3-138 16,-3 1-1127-16</inkml:trace>
  <inkml:trace contextRef="#ctx0" brushRef="#br0" timeOffset="48051.5">27748 16918 741 0,'0'0'1140'0,"0"0"-638"16,0 0-260-16,0 0-74 0,0 0 51 15,0 0-33-15,-13 37-49 0,10-22-89 16,1 2-18-16,2-2-30 0,0-3-102 16,2 0 9-16,4-3-67 0,-4-2-238 15,1-4 29-15,0 1-143 0,-1-3-983 16</inkml:trace>
  <inkml:trace contextRef="#ctx0" brushRef="#br0" timeOffset="48300.51">27751 16706 1435 0,'0'0'283'0,"0"0"-88"16,0 0-195-16,0 0-23 0,0 0-25 15,0 0 28-15,0 0-22 0,0 0-261 16,0 0-185-16,34-10-138 0</inkml:trace>
  <inkml:trace contextRef="#ctx0" brushRef="#br0" timeOffset="48629.01">27934 16934 1390 0,'0'0'240'0,"0"0"-38"0,0 0 109 15,0 0-252-15,0 0 2 0,16 34-6 16,-11-33-29-16,0-1-3 0,0 0 18 15,1-3-25-15,-1-1-16 0,3-5-33 16,3-1-9-16,-1-3-14 0,1 1-21 16,-3 3 57-16,-3 3 1 0,0 2 19 15,1 2 32-15,2 0 69 0,-3-2 112 16,3 4-71-16,-3 0-42 0,0 6 22 16,1 5-16-16,-1 5-23 15,3 3-25-15,-5 3 16 0,2-1-74 16,0-6 19-16,1 4-42 0,-1-5 23 15,5 0-259-15,-4-1 63 16,2-4-137-16,-6-1-855 0</inkml:trace>
  <inkml:trace contextRef="#ctx0" brushRef="#br0" timeOffset="48925.94">28350 16647 2077 0,'0'0'328'15,"0"0"4"-15,-11 44-184 0,8-21 19 16,3 2 73-16,0-1-75 0,0 3-44 15,3 0-90-15,5-2 30 16,0 1-61-16,0-1-38 0,2 0 19 16,1-1-89-16,-3-2-263 0,2-4 201 15,1 0-55-15,0-4-522 0,-9-3 28 16,4-4-307-16</inkml:trace>
  <inkml:trace contextRef="#ctx0" brushRef="#br0" timeOffset="49223.93">28437 16948 1093 0,'0'0'469'0,"0"0"67"15,42-16-367-15,-26 10-37 0,0 0-22 16,3 0-87-16,-3 1-23 0,-1-1-16 16,-1 1-1-16,-6 0-21 15,0 0-69-15,-3 2 81 0,-3-1 26 16,1-1 16-16,0-1 17 0,-3 0-4 15,0-1 30-15,-6 3-7 16,-4 2 6-16,-1 2 58 0,-5 0 9 16,3 3-6-16,0 6 16 0,2 0-17 15,3-1-35-15,0 3-47 0,3 2 8 16,8 2-44-16,-3 0-96 0,5 1 94 16,6-2-26-16,2-3-222 15,0 0 83-15,0-3-136 0,1-2-866 16,-4-1-146-16</inkml:trace>
  <inkml:trace contextRef="#ctx0" brushRef="#br0" timeOffset="49914.45">28720 17014 1347 0,'0'0'277'0,"0"0"-82"16,0 0 74-16,0 0-207 0,0-37-39 15,3 24 19-15,5-5-3 16,-3 4-23-16,1 2-14 0,1 2-2 16,4 1-29-16,0 3 29 0,-1-2 67 15,6 2 104-15,0 1 42 0,3 3-136 16,-4 0-70-16,4 2-7 16,0 0 0-16,-1 0-2 0,1 0-172 15,-1 1 41-15,1 0 1 0,-1 0-147 16,1-1 45-16,-3 1-10 0,0-1-13 15,-3-2 225-15,-5 0 32 0,0-1 39 16,-3 1 16-16,-2 1 17 0,-3 0 100 16,2-1-25-16,-2-3 67 0,-5 2 55 15,-6 0-195-15,-2 3-15 0,-3-1 86 16,0 1-67-16,0 1-11 0,6 4 59 16,-3 2-23-16,2 1 15 15,0 1 20-15,3 1 15 0,3 5 0 16,3-2 21-16,-1 2-85 0,3 1-89 15,3-1-70-15,2-2 48 16,3-1 22-16,0-2-282 0,5-1 193 16,0-4-1-16,3 2-86 0,3-5 176 15,-1-2-1-15,1 0-80 0,-1-3 4 16,1-5-75-16,-1 1-197 16,-2 0 181-16,0-2 35 0,0-2-62 15,-3 1 82-15,1-1 44 0,-4-2-12 16,3 1-4-16,-2-1-51 0,2 2-193 15,-2 1 172-15,2 0 56 0,-2 3 72 16,2 1 29-16,-5 3 183 0,0 0 383 16,-3 2-198-16,-2 1 1 0,5 0 87 15,-6 2-289-15,6 3-45 0,-2 3 19 16,-1 2-22-16,0 0-30 0,-2-1-48 16,2 1 13-16,-5 0-54 15,0 1 4-15,3-2-5 0,-3-1 1 16,-3-2-105-16,-2 1 102 0,2-2-41 15,-5 3-132-15,3-4 67 16,0-1-58-16,2 0-291 0,-2-3 92 16,2 0 5-16,3-3-398 0,0 0 296 15,0-5 45-15</inkml:trace>
  <inkml:trace contextRef="#ctx0" brushRef="#br0" timeOffset="50476.75">29496 16816 224 0,'0'0'642'0,"0"0"-270"15,35-22-265-15,-30 18 75 0,0 3 309 16,-2 1-225-16,2 0-95 0,-2 1-64 16,-3 4-56-16,0 6 11 0,0 4 12 15,-3 4-29-15,1-2-23 0,2 1-18 16,0-4 47-16,0 3-6 0,2-4 16 16,4 1 19-16,-1 0 16 15,-2 2-6-15,2-5 9 0,0 3-58 16,-2-6-35-16,-3-1 36 0,2-1-42 15,-2-2 12-15,-2 4 4 16,-1-2-16-16,-2 2-12 0,-6 2-1 16,-2-2-79-16,0-4-135 0,0-1 156 15,5-2-18-15,5-1-117 0,-2 0 83 16,2-2-77-16,0-1-312 16,1-3 343-16,2-1 104 0,8-2 65 15,2-2 1-15,9-3 74 0,2-1 110 16,3 0-107-16,-3 2-29 0,3 2-35 15,-3-1 196-15,3 1-67 0,-3-1-84 16,0 4-4-16,-2 2-29 0,-3-1-23 16,0 1-1-16,-6 0-2 0,-2 4 1 15,-3 0 15-15,-2-1 4 0,2 0 54 16,-5 1 22-16,0 1 11 0,0 0 53 16,-8 1-102-16,-5 0-14 15,0 3-8-15,0 1 59 0,-1 2-18 16,4-1-17-16,-1 4 36 0,3 1-20 15,3 1-45-15,2 1 39 16,1-1-70-16,2 0-89 0,0-1 88 16,2-4-20-16,6 0-185 0,3-1 101 15,-1 2-1-15,6-5-144 0,-2-1 157 16,-1-1-58-16,0 0-169 16,0-3 87-16,-5 0-79 0,0-1-238 15,-3 2 208-15,-2 0 13 0,2 0-186 16</inkml:trace>
  <inkml:trace contextRef="#ctx0" brushRef="#br0" timeOffset="50722.86">29830 16960 129 0,'0'0'225'0,"0"0"-39"0,0 0 254 16,0 0-29-16,0 0 60 0,0 0 248 16,0 0-384-16,0 0-114 0,0 0-13 15,-3-20-81-15,1 23-60 0,2-1-61 16,0 1 38-16,2 0-44 0,4-1 19 16,4 0-6-16,9-2-13 15,-1 0 19-15,4-3-25 0,-1 1 6 16,-3-1-117-16,3 2 114 0,1 0-60 15,-4 1-7-15,1 0 70 16,-1 0 0-16,-2 2 2 0,0 1 81 16,3-1-20-16,-6 1-53 0,3-3 47 15,2 0-57-15,-2 0-52 0,3-4 51 16,-1-3-94-16,-2 0-208 16,0-3 178-16,0-2-90 0,0-2-318 15,-3 0 144-15,-2-1 67 0,-1-5-395 16,-2 8 378-16,-3-5-68 0</inkml:trace>
  <inkml:trace contextRef="#ctx0" brushRef="#br0" timeOffset="50927.49">30317 16579 2168 0,'0'0'417'0,"0"0"-66"0,0 0-123 16,0 0-49-16,-21 54 24 15,16-25 47-15,2 5-55 0,1-2-116 16,2 2-60-16,0-1 27 0,2 0-46 15,4-3-81-15,1-1 55 16,-1-3-30-16,2-2-262 0,2-3 197 16,-2-3-22-16,0-5-134 0,0-2 158 15,-3-6-74-15,1-1-236 0,-4-2 14 16,1-2-85-16,0 0-690 16</inkml:trace>
  <inkml:trace contextRef="#ctx0" brushRef="#br0" timeOffset="51099.09">30270 16798 1538 0,'0'0'520'0,"42"-12"-115"0,-18 10-89 16,2 0-207-16,1 1-86 0,-1 1-20 16,1 0-6-16,-1 3-65 15,1-1-425-15,-3 1-49 0,-6 0-461 16</inkml:trace>
  <inkml:trace contextRef="#ctx0" brushRef="#br0" timeOffset="51550">30638 16846 232 0,'0'0'1717'0,"0"0"-1186"16,0 0-321-16,0 0-11 0,0 0 90 15,0 0-98-15,0 0-89 0,0 0-96 16,0 0 96-16,0 0 2 0,-35 19 48 16,22-4 42-16,3 1-71 15,2-4-110-15,5-1 65 0,3 0-78 16,3-2-88-16,2-4 70 0,3 1 18 15,2-4-133-15,4 1 133 16,2-3 0-16,-3-3-88 0,0-2 76 16,0-1-32-16,-5-2-206 0,0 4 168 15,-3-5 3-15,1 0-39 0,-1-1 118 16,0 2 22-16,-2 0-15 16,-3 4 85-16,3 1-10 0,-3 1-9 15,2 0 76-15,-2 0-23 0,0 2 5 16,0 0 27-16,0 0-68 0,0 4-84 15,-2 4 125-15,-1 4-128 0,3 1 53 16,3 2-47-16,2 0-9 0,6-6-177 16,-3-1 99-16,7 1-107 0,-1-5-221 15,-1 1 101-15,3-4-146 0,0-1-766 16,-6 0 8-16</inkml:trace>
  <inkml:trace contextRef="#ctx0" brushRef="#br0" timeOffset="51896.65">30895 16909 1205 0,'0'0'1307'0,"0"0"-779"0,0 0-419 15,0 0-96-15,0 0-4 0,0 0 55 16,0 0-29-16,0 0-22 16,0 0 13-16,37-10-26 0,-24 7 16 15,3-4-16-15,-3 3 0 0,0 0-19 16,-2 0 19-16,0 2 0 0,-1 2 19 15,-2 0 32-15,0 0 53 0,0 1 90 16,-5 2 33-16,2 2-60 0,0 4-14 16,-2 5 36-16,2-1-43 0,1 0-91 15,-4-3 50-15,-2-5-105 0,5 2-49 16,1-4 21-16,-1 3 28 16,6-1-188-16,5 1 169 0,-1-4 3 15,1-2-170-15,0-1 164 0,-3-4-68 16,1 0-181-16,-4-3 211 0,4 0-66 15,-4-1-239-15,-2-2 176 16,0-1-29-16,-3-3-379 0,1 2-13 16,-4 0-438-16</inkml:trace>
  <inkml:trace contextRef="#ctx0" brushRef="#br0" timeOffset="52443.09">31382 16816 1534 0,'0'0'429'0,"0"0"-115"0,0 0 71 15,0 0-166-15,0 0-56 0,0 0 33 16,-37 19-24-16,32-7-39 0,2-2-86 15,0 0-5-15,3-3-42 0,3-4-87 16,2 3 85-16,1-2-15 0,7 0-148 16,0-2 139-16,3-2-50 0,0-3-196 15,-3-1 111-15,0-2-80 0,-2 2 1 16,0 1 98-16,-6 0-20 16,-2 1 162-16,2 1 110 0,0 0 136 15,0 1 196-15,-2 0-198 0,0 1-49 16,-3 7 69-16,0 1-18 0,0 4-44 15,0 0-33-15,0 1 0 16,-3-2-169-16,6-4 46 0,-3 0-58 16,0-3 12-16,2 0-243 0,4-1 142 15,2 3-62-15,5-4-242 0,0-1 172 16,-2-2-109-16,-3-1-716 16,-3-2-112-16,0-4 521 0</inkml:trace>
  <inkml:trace contextRef="#ctx0" brushRef="#br0" timeOffset="52705.97">31718 16570 2613 0,'0'0'399'16,"0"0"-130"-16,-8 53 65 0,3-32-13 15,0 5-66-15,-3 0-84 16,5 5-134-16,-2-3 19 0,2 1-35 16,3-4-21-16,0-2-121 0,6-4 119 15,-1-2-97-15,3-1-196 0,2-3 198 16,4-4-42-16,-1-4-334 0,3-1 156 16,-3-2-105-16,0-2-756 15,1-2-16-15</inkml:trace>
  <inkml:trace contextRef="#ctx0" brushRef="#br0" timeOffset="53537.71">31891 16826 979 0,'0'0'1926'0,"0"0"-1538"0,0 0-1 16,0 0-63-16,0 0-33 16,0 0-104-16,5 39-46 0,8-35-141 15,3 0 62-15,3-4-31 0,-1 0-31 16,-2 0 3-16,0-3-6 0,0 1 3 15,-3 1-225-15,0 0 200 16,-2 1-59-16,-3 0-27 0,-3 1 111 16,0 2 0-16,-2 2 2 0,2 6 26 15,-5 4 46-15,0 4-65 0,0 4 112 16,-5 0-93-16,2 0-3 16,-2 0 89-16,0 1-87 0,2 2 23 15,3 1 5-15,0 0-55 0,-3-1-15 16,3 3 15-16,0-4 0 0,0 2-40 15,-2-3 27-15,2-1 13 0,-5-4-83 16,2-1 82-16,-2-5 1 0,-1-3-77 16,4-3 77-16,-1-4 0 0,0-2-118 15,1-1 99-15,-1 0 19 0,-2-2-139 16,-1-4 120-16,-1-7-28 16,1-7-232-16,4-9 175 0,4-6-113 15,6 0-337-15,8 1 329 0,3 4 132 16,-1 7 93-16,3 0 38 0,3-2 20 15,0 2-29-15,0 1 3 16,-3 3-32-16,3-1 0 0,-3 4 0 16,-2 2 0-16,2 1-19 0,-5 1 19 15,2 2 0-15,-5 3-3 0,1 1 3 16,-4 1 58-16,1 4 38 16,-6 1 25-16,0 0-34 0,-2 0 34 15,0 1-7-15,-1 7-35 0,1-1-60 16,0 8 64-16,-3-3-77 0,-3 2 26 15,0-3-1-15,3-2-31 0,-2-3 22 16,2 2-15-16,0-5-7 0,0 5 0 16,5-1 0-16,3-1 0 0,5 3 18 15,6-6 42-15,2-2-60 0,3-1 35 16,-3-1-29-16,0-2-6 16,3-3 0-16,-3 1 0 0,3-3 0 15,-3 3-13-15,-2-4 13 0,-3-2 0 16,0 2 15-16,-3-1-15 0,-3-1 0 15,-4 3-15-15,-1-1 15 16,-2 0 0-16,-3 5 2 0,0-1 4 16,0 0-6-16,-3 0 31 0,0 1 1 15,-2 2-32-15,2 2 19 0,-2 0-19 16,2 1 0-16,-5 4 21 16,3 6 62-16,3 7-8 0,-1 1-56 15,3 1 105-15,0-1-28 0,0-4-92 16,5 2 95-16,3-4-99 0,3 1-22 15,2-2 20-15,0-2 2 0,3 1-124 16,0-2 99-16,0-1 25 0,0-4-307 16,0 0 131-16,-3-1-190 0,-2-3-981 15,-1 0-461-15</inkml:trace>
  <inkml:trace contextRef="#ctx0" brushRef="#br0" timeOffset="53711.24">33003 17137 2552 0,'0'0'1223'15,"0"0"-1041"-15,0 0-163 0,0 0 73 16,0 0-92-16,0 0-20 16,0 0 7-16,0 0-140 0,0 0-484 15,0 0 85-15,24 7-521 0</inkml:trace>
  <inkml:trace contextRef="#ctx0" brushRef="#br0" timeOffset="55882.69">21853 17301 1445 0,'0'0'289'0,"0"0"150"0,0 0-235 16,0 0-27-16,0 0-6 16,0 0-94-16,0 0 4 0,-37-6-39 15,29 7 25-15,-3 1-45 0,1 5-22 16,-6 3 39-16,0 2-10 0,0 2-26 15,3 1 51-15,-3 1-2 0,2 1-52 16,1 3 79-16,-3 3 7 0,6 3-12 16,-3 5 46-16,2 2-50 0,3 2-57 15,3-1 53-15,5-1-66 0,0-2 22 16,8-1-24-16,2 0 2 16,3-4-76-16,3 0 54 0,3-5-13 15,-1-1-108-15,4-2 131 0,-4-6-81 16,3 0-159-16,-2-3 121 0,-1-4-24 15,1 2-251-15,0-5-145 16,-6-2-185-16</inkml:trace>
  <inkml:trace contextRef="#ctx0" brushRef="#br0" timeOffset="56221.4">21911 17554 297 0,'0'0'1577'0,"0"0"-1146"16,0 0-366-16,0 0 68 16,0 0 2-16,24 55-57 0,-11-31-37 15,0-2-41-15,1 2 39 0,-1-3-36 16,-3-3 10-16,1 2 10 0,2-6-20 15,-2 1 10-15,-1-7-7 16,-2-2-6-16,-2-4-7 0,-1-2 7 16,-2 0 35-16,-1-3 164 0,6-4 47 15,0-7-46-15,5-6-57 0,-2-3-33 16,-3 1-97-16,3-1 18 16,-6 2-12-16,0 4-19 0,-2-2-85 15,2-1-54-15,-2 4-191 0,-1-1-645 16,1 8-128-16,0 0-8 0</inkml:trace>
  <inkml:trace contextRef="#ctx0" brushRef="#br0" timeOffset="56460.02">22189 17543 300 0,'0'0'447'0,"0"0"110"15,0 0-336-15,0 0-26 0,0 0 104 16,5 43-111-16,-7-32-32 16,-1 6 57-16,0 2-113 0,-2 2-45 15,3-1-23-15,-1 1 10 0,0-2 6 16,3 0-13-16,0-2 17 0,3 1-20 15,2 0 13-15,0-5 6 16,1-2-6-16,2 1-32 0,5-2 19 16,-5-3-32-16,8-2-20 0,-6 0 20 15,1-5 0-15,2 1-56 0,-2-2 53 16,-3-4-62-16,0 3-256 0,-3-1-34 16,-2 1-232-16,-1-2-869 15</inkml:trace>
  <inkml:trace contextRef="#ctx0" brushRef="#br0" timeOffset="56662.57">22192 17638 2488 0,'0'0'232'0,"0"0"-161"16,0 0 70-16,39-1 16 0,-25 1-45 15,-4 0-96-15,1-1 22 16,0 0-38-16,-6 0-73 0,0 0-77 16,0-4-98-16,1 4-414 0,-4-1 32 15,1 1-61-15</inkml:trace>
  <inkml:trace contextRef="#ctx0" brushRef="#br0" timeOffset="57130.08">22308 17526 235 0,'0'0'860'16,"0"0"-514"-16,0 0-15 0,37-8 182 15,-23 10-293-15,-4 3-20 0,3 4 92 16,-5 3-93-16,0 0-36 16,3 5 18-16,-6-1-20 0,1 2-54 15,-1-2-82-15,-3 2 48 0,1-3-73 16,0-1 19-16,-3 1-19 0,0-1 0 15,-3-4-106-15,3-4 106 16,-3-1-44-16,3-2-124 0,-2-2 168 16,2 0 0-16,0-1 16 0,0 0-19 15,-3-4 3-15,3-3-136 0,0-5 132 16,0-5-56-16,3 0-112 16,5-2 99-16,0 5-1 0,2 0-19 15,4 4 93-15,-4 0 0 0,3 4 2 16,1 0 33-16,-4 3 71 0,1 3 41 15,-3 0-26-15,0 1-45 0,0 7-3 16,2 1 79-16,1 1-54 0,-6 7-38 16,0-4 84-16,-2 0-34 0,-3 2-7 15,0 1 65-15,0-1-66 0,-5-1-89 16,-1 1 116-16,-1-3-129 16,-1 1 56-16,-3-2-20 0,0-2-36 15,1 0-3-15,-3-1 3 0,-1-1 0 16,4-2-259-16,-1-1 191 0,6-3-109 15,0 0-354-15,2-1 96 16,0-4-220-16,1 1-1406 0</inkml:trace>
  <inkml:trace contextRef="#ctx0" brushRef="#br0" timeOffset="57821.13">22819 17543 947 0,'0'0'332'0,"0"0"182"15,0 0-228-15,0 0-47 0,0 0 81 16,0 0-168-16,0 0-33 16,0 0 47-16,0 0 7 0,0 0-14 15,-5-20-19-15,5 20-20 0,0 0-120 16,0 1 42-16,0 6 8 0,0 5 13 15,-2 5-6-15,-1 6 62 16,0 8-116-16,1-5 51 0,-4 1-44 16,4-5-10-16,-1-5-14 0,0 0 14 15,-2-1 0-15,5-3-62 16,0-1 44-16,0-4 18 0,0-4-173 16,0-1 148-16,0 1-4 0,3-3-101 15,2 2 129-15,0 1 1 0,9-3-4 16,-1-1 4-16,5-1 0 0,1-6 19 15,-1 3-19-15,-2-3 0 0,-2 5-22 16,-4-1 22-16,3 0 0 0,-5 1-25 16,-2 1 9-16,-1 1-57 0,-2 0-182 15,-1 0 147-15,1-1-56 0,2 0-183 16,-2 0 147-16,-1 1-179 16,1-1-874-16,2-5 467 0</inkml:trace>
  <inkml:trace contextRef="#ctx0" brushRef="#br0" timeOffset="58116.11">23055 17554 1795 0,'0'0'490'0,"0"0"-12"16,-16 44-321-16,11-25-25 0,-3 3 18 15,3-1-9-15,2 2-27 0,-2 0-19 16,2 0 4-16,3-2-65 0,0 2-5 16,0-2 9-16,5-3-38 0,3 0 25 15,3-6 44-15,-3-1-3 0,5-2-63 16,0-4 82-16,1 0-85 16,-1-3-47-16,0-2 47 0,0 0 0 15,1-1-113-15,-1-3 84 0,-3-1-34 16,1 0-190-16,0-1 75 0,-6 1-126 15,0-3-638-15,1 1-72 16</inkml:trace>
  <inkml:trace contextRef="#ctx0" brushRef="#br0" timeOffset="58332.96">23113 17650 1535 0,'0'0'1267'16,"0"0"-1205"-16,0 0 88 0,0 0 218 16,0 0-171-16,0 0-77 0,40 9-73 15,-32-9 26-15,3 0-73 0,-3 0-194 16,-6 0 10-16,4-2-55 16,-1 0-265-16,0-1 65 0,0 0-145 15,-2 2-713-15</inkml:trace>
  <inkml:trace contextRef="#ctx0" brushRef="#br0" timeOffset="58847.08">23172 17531 492 0,'0'0'636'0,"0"0"-424"16,0 0 15-16,50-42 329 0,-31 34-316 16,-4 3-1-16,4 1 47 15,0 1-125-15,-6 3-49 0,3 3 41 16,-6 1-89-16,-4 1-55 0,2 4 17 15,-6 3 18-15,3 6 4 0,-5 3-45 16,0 1 79-16,-2-2-9 0,-3 6-13 16,-1-2 79-16,-2-1-61 0,6 3-65 15,-4 0 84-15,1-1-55 0,5-1-27 16,0-6 57-16,0 0-72 16,0-4 31-16,8-2-18 0,0-3-13 15,3-5-47-15,2 0 35 0,5-4 12 16,1-4-35-16,2-2 35 0,-2-5 0 15,2 3 16-15,-3-4-16 16,-2 1 0-16,0 0-98 0,-5 1 79 16,-1 0-34-16,-7 3-38 0,-3 0 91 15,0 2 0-15,0 0 25 16,-5-1-3-16,-3 0-22 0,-6 2 3 16,-1 2 19-16,-1 2-9 0,0 1 12 15,3 3 70-15,5-1-33 0,2 1-53 16,1-1 85-16,5-2-94 0,-3 0 34 15,3-1-18-15,0 1-16 0,0-1 2 16,6 2 4-16,2-2-6 0,5 0 56 16,5 0-53-16,4-4-3 0,-1-1-28 15,0-1 28-15,-3 3 0 0,1-2-28 16,-3 2-9-16,0-2 37 16,0-1-304-16,0 2 172 0,-1-2-105 15,-1 2-433-15,-4-2 35 0,-2 2-446 16</inkml:trace>
  <inkml:trace contextRef="#ctx0" brushRef="#br0" timeOffset="59366.28">23728 17529 764 0,'0'0'1484'0,"-19"31"-961"15,11-9-323-15,0 2 11 0,1 3 162 16,1-1-96-16,1 4-66 0,2-3 5 16,3 2-33-16,0-4-149 0,6-3 28 15,2-6-54-15,2 1-8 0,6-7-92 16,-3-3 90-16,6 0 2 16,-1-6-69-16,-2-1 69 0,3-6 0 15,-1 1 0-15,-2-2 0 0,0 1 0 16,-5-1-24-16,-3 2 24 0,-3 0 0 15,-5 0-59-15,0-3 59 16,0-1 0-16,-5-3-91 0,-6 2 79 16,-2 3-16-16,-3-1-19 0,5 4 47 15,1 3 9-15,4 1 19 0,1 0 78 16,2 0-50-16,3 0-37 16,-2 0 71-16,2 0-90 0,0 1-81 15,0 1 81-15,5 0 0 0,6-2 10 16,2 0-10-16,8 0 0 0,3-4-44 15,0-2 44-15,-3 1 0 0,0-1 0 16,-5 5 0-16,0 0 0 0,-5 1 9 16,-1 2-9-16,-2 3 0 0,-3 1 31 15,-2 4 75-15,0 4 14 0,-3 3-39 16,0-1 146-16,-6 0-126 16,1 0-64-16,0-6 33 0,2-1-70 15,3-3-147-15,-2-1 132 0,2-2-163 16,0-1-426-16,0 1 138 0,0 2-273 15,0-2-1738-15</inkml:trace>
  <inkml:trace contextRef="#ctx0" brushRef="#br0" timeOffset="60753.66">25002 17626 1304 0,'0'0'407'16,"0"0"8"-16,0 0 96 0,0 0-285 16,0 0-69-16,0 0-64 0,0 0-10 15,0 0 13-15,0 0 66 16,0 0 12-16,-3 37-66 0,1-18-74 16,2 3 55-16,2-3-89 0,1-2-13 15,2-1-15-15,-2-8 18 0,-1 0-246 16,1-5 171-16,0 0-113 0,-3 0-257 15,2-2 123-15,-2 0-361 0,0 0-1096 16</inkml:trace>
  <inkml:trace contextRef="#ctx0" brushRef="#br0" timeOffset="60956.82">24997 17498 52 0,'0'0'2148'0,"0"0"-1915"15,0 0-124-15,0 0 14 16,0 0-123-16,0 0-45 0,0 0-201 16,0 0 42-16,0 0-153 0,0 0-635 15,18 2 171-15</inkml:trace>
  <inkml:trace contextRef="#ctx0" brushRef="#br0" timeOffset="67055.34">25698 17695 1235 0,'0'0'121'0,"0"0"678"16,0 0-423-16,0 0-99 0,0 0-190 15,0 0-68-15,0 0-6 16,0 0 67-16,0 0-22 0,11 10 12 16,-8-1 26-16,2 4 9 0,0 5 45 15,3 7-8-15,-3 4-50 0,1 3-67 16,-4-4 51-16,1-3-76 0,0-3 35 15,-1 1-32-15,-2 0-3 0,3 0-63 16,0-6 25-16,2 1-82 0,-2-4-239 16,-1-2 199-16,-2-4-48 0,3-4-247 15,-3 0 154-15,0-3-91 16,0 0-448-16,0-1 295 0</inkml:trace>
  <inkml:trace contextRef="#ctx0" brushRef="#br0" timeOffset="67411.04">25675 17685 1640 0,'0'0'374'16,"0"0"-57"-16,23-40 13 16,-9 29-172-16,-1 1-33 0,3 0 26 15,-3 3-33-15,6 2-35 0,-4 0-45 16,1 1 23-16,0 4-36 0,-3 1-25 15,1 4 76-15,-4 2-6 0,4 2-32 16,-7 3 51-16,7 5-36 0,-9-2-46 16,3 1 84-16,-3 3-44 0,1-3-37 15,-6 0 68-15,0-2-78 16,0-1 41-16,-3 1-16 0,-5-3-25 16,0-1 26-16,-5-1-7 0,2 0-19 15,-5-3 37-15,3 0-21 0,-3-4-16 16,0 0-117-16,0 1 117 15,0-3-69-15,6 0-202 0,2-3 164 16,3 2-65-16,2-1-285 0,0-4 178 16,1-2-64-16,-1-4-403 0,6-7 260 15,2 7 11-15</inkml:trace>
  <inkml:trace contextRef="#ctx0" brushRef="#br0" timeOffset="67929.11">25918 17684 430 0,'0'0'561'0,"0"0"103"15,37 16-371-15,-29-5-24 0,0 1 67 16,0 4-171-16,-3-4-20 0,1 1 15 16,-1-3-29-16,-2-2-32 0,-3-2 10 15,2-1 8-15,-2-2-31 16,0-1-26-16,0 2 35 0,0-2-48 16,0 1-34-16,0-2 53 0,0 0 6 15,0-1-59-15,-2 0 56 0,-1-3-69 16,0-5-35-16,1-2 34 15,-1-4 1-15,0-2-100 0,3-5 97 16,0 0-85-16,3 4-229 0,5 1 174 16,3 4-30-16,-1 1-108 0,3 5 201 15,1-2 28-15,-1 6-6 16,3 1 55-16,-6 1 3 0,4 2-26 16,-4 5 13-16,-2 0 10 0,0 1-11 15,-3 0 14-15,-2 1 20 0,0 6-1 16,-1-2 42-16,-2 1 29 0,0-2 23 15,-2 0 6-15,-1-3-23 0,3 0 19 16,-3-4 28-16,3-3-12 0,0 2 5 16,0-1-13-16,0-1-57 0,0 1-50 15,3 2 94-15,0-4-22 16,2-1-22-16,3-1 74 0,3-8-106 16,-1-1 4-16,1-5 5 0,-1-2-43 15,1 3 9-15,-8-1-9 0,-1 4 0 16,-2-1-108-16,0 2 89 15,0-2-49-15,-5 3-190 0,0 1 202 16,2 3-89-16,0 0-182 0,3 3 241 16,0 1-29-16,0-1-234 0,0 0 69 15,0-3-180-15,0 3-522 16,0 1 295-16</inkml:trace>
  <inkml:trace contextRef="#ctx0" brushRef="#br0" timeOffset="68736.97">26281 17626 768 0,'0'0'876'15,"0"0"-629"-15,0 0-45 0,0 0 151 16,0 0-195-16,0 0-78 0,0 0-41 16,0 0 3-16,0 0-36 0,0 0 1 15,24-4 6-15,-27 7 0 16,1 0 28-16,-1 4 59 0,3 2-13 16,0 1-23-16,0 3 12 0,5-1-69 15,3 1 28-15,3 0-35 0,2 0 22 16,0 0 7-16,1-2 48 15,-4-3-4-15,-5 1-26 0,1-6-2 16,-4 0-45-16,-2 1 2 0,0-2 33 16,0 0 0-16,0 1-10 0,0 2 73 15,0-2-73-15,-5 0 1 16,0-2 8-16,-1 2-34 0,1-3 10 16,-5 0-11-16,4-1 1 0,1-3-190 15,0-3 111-15,5-2-54 0,0-3-183 16,10-5 174-16,6 3-31 0,3-1-198 15,-1 4 66-15,-2 1-55 0,-3 3-239 16,-2 3 410-16,2 1 189 0,-5 1 3 16,0 2 157-16,-5 0 16 0,-1 2 65 15,4 3-49-15,-4 3 61 16,4 5 239-16,-4 3-246 0,4 5-40 16,-4 1 72-16,1 0-74 0,2 1-10 15,-2 0 68-15,-1 1-114 0,1-3-60 16,0 2-47-16,-1 0 65 15,1 0-106-15,-3 0 37 0,0 1-33 16,0-1-4-16,0-2-7 0,-5-7 7 16,2-3 0-16,-2-2 16 0,-6-2-7 15,1-1-9-15,-4-2-90 0,1-3 77 16,3-2 7-16,2-5-139 16,0-3 133-16,0-2-19 0,5-2-174 15,-2-3 174-15,2-2-77 0,3-1-126 16,3 0 202-16,2-1 13 0,8 0-32 15,1 1 51-15,4-1 0 0,1-1-8 16,4 2 8-16,-1 3 0 0,-4 2 0 16,1-2 0-16,-3 3 0 0,0 0-6 15,-1 2 6-15,-4 0 0 16,2-1 2-16,-5 2 14 0,-3 3-16 16,-2 2 19-16,0 0-6 0,-3 0 16 15,0 3-23-15,0-3 64 0,0-1-26 16,0 2-25-16,0-3 64 15,-3 2-64-15,-2 0 0 0,0 3 35 16,-1-1-54-16,1 2 41 0,-3 1-22 16,3 0-19-16,-1 1 18 0,1 3 30 15,0 5 8-15,2 4-49 16,1 4 124-16,2 1-102 0,7 3 12 16,4-6-13-16,2 0-28 0,3-4-61 0,-5-4 36 15,5 1-66-15,-6-4-394 16,4 0 121-16,-4-4-264 0,1-1-1254 15</inkml:trace>
  <inkml:trace contextRef="#ctx0" brushRef="#br0" timeOffset="69319.49">26798 17660 2304 0,'0'0'648'0,"-6"42"-356"16,6-25 16-16,0 0-67 0,0-5-138 15,6 1-103-15,1-3-37 16,1-3 18-16,3-3 19 0,0 0-193 16,-1-3 165-16,3-1-51 0,-2-3-4 15,0 0 48-15,-3-2-73 0,-3 3-254 16,-3 1 285-16,1-1 39 0,0 1 28 15,-1-1 10-15,1 2 71 0,0-1 159 16,-1 1-23-16,-2 0-19 0,0 1 55 16,3 2-63-16,-3-1-115 0,3 1-36 15,2 1 25-15,8-3-54 16,3-3 28-16,8-6-31 0,5-5 3 16,3-4-312-16,-3 1 139 0,-5-1-84 15,-6 3-233-15,-4 1 387 0,-1-2 94 16,-5-2 9-16,-3 2 51 15,-2-5-22-15,-3-2-29 0,0 2-77 16,0 1-188-16,0 2-441 0,0 6 378 16,-3 5 328-16,0 1 146 0,1 3 364 15,2 2 17-15,-3 0 114 16,1 0-282-16,-1 3-94 0,0 8 27 16,3 9-16-16,0 7-57 0,3 9-29 15,2-1 12-15,0-2-202 0,3-5 73 16,3-4-73-16,0-3 0 0,-1 1-208 15,1-4 184-15,-3-4-74 0,0-5-309 16,-3-3 342-16,-2-3-59 0,-1 0-130 16,-2-1 179-16,0-1-111 0,0-1-396 15,0 0 233-15,0-1-268 16,-10-7-417-16,-1-7 669 0,-5-7 65 16</inkml:trace>
  <inkml:trace contextRef="#ctx0" brushRef="#br0" timeOffset="69457.66">27137 17599 203 0,'0'0'1612'0,"0"0"-996"0,34-21-320 16,-16 18 32-16,-2 1 58 0,3 2-173 16,-1 0-100-16,1 3-110 0,2-1 51 15,0 1-54-15,-5 2-25 16,3-2-4-16,-6 1-37 0,-2 0-302 16,-3-1 110-16,-6 0-170 0,1-3-869 15,-3 0-56-15</inkml:trace>
  <inkml:trace contextRef="#ctx0" brushRef="#br0" timeOffset="69675.64">26546 17503 2531 0,'0'0'361'0,"0"0"-361"0,0 0-55 15,0 0 32-15,0 0-438 16,0 0-354-16,0 0-520 0</inkml:trace>
  <inkml:trace contextRef="#ctx0" brushRef="#br0" timeOffset="70925.29">27446 17512 1444 0,'0'0'549'16,"0"0"95"-16,0 0-367 0,0 0-59 15,0 0-74-15,0 0-42 0,0 0 31 16,0 0 133-16,0 0-68 15,-13 48-47-15,13-20-26 0,5-2 46 16,1-1-171-16,2-4 65 0,0-2-65 16,0-4 0-16,-3-4-62 0,3-1 43 15,-6-6 19-15,1 0-112 0,2-1 112 16,-5-3 0-16,3 0-84 16,0 0 72-16,-1-1 12 0,4-5-138 15,2-1 135-15,-3-3-20 0,3-4-67 16,0-2 64-16,0 3 26 0,0 0-201 15,2 2 135-15,-2 1-29 0,3 2-99 16,-1 4 194-16,-2 1 0 0,0 2 2 16,0 1 68-16,-5 0 35 0,2 1 34 15,0 3 28-15,3 7-60 16,0 4-29-16,-2 8 51 0,-4-1-51 16,-2 4-75-16,0-4 100 0,-5-5-103 15,0 1 34-15,-3-2-25 0,0-3-9 16,-3 0 31-16,3-1-31 15,-5-2 0-15,5-2-37 0,0-4 3 16,0 1 34-16,6-3-174 0,-4-2 171 16,4 0-32-16,-1-1-163 0,3 1 170 15,-3-4-54-15,3 0-148 0,0 0 226 16,0-4-24-16,8-1-4 16,6 1 32-16,4-1 76 0,6 0-35 15,0 0 26-15,0 1-67 0,-1-1 31 16,1 0 7-16,-5-1 9 0,5-1-37 15,-6 1 50-15,1-3-60 0,-6 2 19 16,0 1-10-16,-2-1-9 0,-3 4 25 16,-6-1-22-16,1-2-3 0,-3 5 31 15,0-1-5-15,0 1-26 16,0 1 25-16,0 3 1 0,-3 0-26 16,-5 1-13-16,3 0 13 0,-5 2 3 15,-4 7 13-15,4 7 106 0,-1 4-35 16,8 2-87-16,3 0 127 15,0-4-99-15,8-3 19 0,0-3-26 16,3-3-21-16,2-3-46 0,0 0 46 16,1-4 0-16,-1-2-107 0,0-2 105 15,-2-4 2-15,-1 1-56 16,1 0 10-16,-6 0 24 0,-2 1-115 16,0-2 137-16,-1 3 0 0,-2-5-56 15,3 1 37-15,-1-4-21 0,1-7-187 16,2 4 129-16,-5-3-76 0,6 6-314 15,-1 4 214-15,0 0 26 0,3 4 15 16,-2 1 204-16,-1-2 29 0,0 4 57 16,-2 0 140-16,2 0 36 0,3 4 30 15,0 0-54-15,3 7-18 16,2 1 82-16,-3 5-115 0,-2 0-45 16,0 2-28-16,-2-4 45 0,-6-1-127 15,0-3 50-15,0 1-25 0,-3-3-28 16,-2-2 28-16,-3-2-25 15,0 1-3-15,-3-1-56 0,1-2 28 16,-1-1 28-16,6-2-172 0,-1 0 171 16,4-3-61-16,-4-1-231 0,1-6 137 15,0-3-105-15,0-8-424 0,2-2 47 16,3 3-384-16</inkml:trace>
  <inkml:trace contextRef="#ctx0" brushRef="#br0" timeOffset="71303.85">28101 17514 2428 0,'0'0'294'0,"0"39"-34"16,-3-17 267-16,3 0-224 0,0 1-114 16,0-3-78-16,0 0 32 0,5-1-134 15,1-3 53-15,-1-3-58 0,0-3-4 16,3-1-4-16,3-6 4 15,-3 0 0-15,5-1-18 0,0-2 18 16,0-4 0-16,-2 1-103 0,2-6 88 16,0 2-88-16,-2-2-172 0,0 0 231 15,-3-1-38-15,-3 5-139 0,0-1 186 16,-2 4-4-16,-3 1 11 16,0 0 28-16,0-1 35 0,0 1-29 15,0 1 55-15,0 0 21 0,-3 2 124 16,0 3 20-16,-2 5-62 0,0 4-61 15,2 5 61-15,-2 4-77 0,5 0-65 16,0-4 42-16,3-3-64 0,5-4-155 16,-1-2 102-16,1-2-112 0,3-3-240 15,0-1 270-15,-1-3-224 16,1-1-599-16,-3 0 241 0,-3-4-367 0</inkml:trace>
  <inkml:trace contextRef="#ctx0" brushRef="#br0" timeOffset="71706.12">28373 17742 229 0,'0'0'2347'15,"0"0"-1987"-15,0 0-30 0,0 0 174 0,0 0-207 16,0 0-110-16,0 0-94 0,0 0 34 16,0 0-127-16,0 0 53 15,8 10-47-15,-8-10-6 0,0 0 25 16,3 0-13-16,-3 0-12 0,3-2-15 15,-1-1 15-15,-2-2 0 0,3 1-174 16,2-3 171-16,-2 2-65 0,2-5-135 16,3 2 202-16,0 0-46 0,0-3-51 15,5 4 98-15,-5 0 0 16,3 4 3-16,-6 3 63 0,-2 0 26 16,2 2-55-16,3 3 116 0,0 3-51 15,2 6-71-15,1 1 105 0,-3 2-114 16,0 0 24-16,0-5 3 15,-3-1-49-15,-2-5-9 0,0-2 9 16,-3-1 0-16,2-1-34 0,-2 2 34 16,0-3 0-16,0 2-151 15,0-2 114-15,0 1-93 0,-2 1-255 16,-1-3 215-16,-2 0-73 0,-3 0-402 16,2-3 210-16,-2-1-90 0,-2-7-500 15,2 3 239-15</inkml:trace>
  <inkml:trace contextRef="#ctx0" brushRef="#br0" timeOffset="73210.09">28490 17526 2193 0,'0'0'540'15,"0"0"-33"-15,0 0-272 0,0 0-64 16,0 0-142-16,0 0 28 15,0 0-57-15,0 0 12 0,0 0-12 16,0 0 0-16,32-2-15 0,-24 3 15 16,0 3 0-16,-3-1-146 0,3 0 51 15,-3-1-48-15,0 4-260 0,1-3 129 16,-1 1-185-16,-2 2-519 16,5-2 437-16,-3 4 111 0,0 5 170 15,0 3 260-15,3 2 22 0,-2 5 359 16,4 0-16-16,-2 0 98 0,3-1 266 15,-3-2-425-15,2-4-80 0,4 0 85 16,-1-3-116-16,0-3-46 0,0-1 0 16,-2-3-26-16,2-4-60 0,-2 2-52 15,-3-4 83-15,0 0-54 16,-3 0-9-16,-2 0-14 0,2-4-15 16,-2 2-132-16,-1 0 97 0,4-5-51 15,-4 0-147-15,1-5 102 0,-1-5-107 16,-2 1-499-16,0-3 116 15,0 6 71-15,-2 4 354 0,2 4 196 16,0 4 352-16,2 0 276 0,-2 1-303 16,3 0-27-16,2 0 151 0,3 2-195 15,0 0-7-15,8 3 7 16,3 1-111-16,5-2-45 0,-3 1-41 16,3-4 12-16,-9-1-69 0,1 0 9 15,0 0-9-15,-5-1 0 0,-3 0-3 16,-3-2 3-16,-2 2 0 0,-3 0 3 15,2 1 29-15,-2-3-32 0,0 1-107 16,-2-2 94-16,-1 2-3 0,-7 0-34 16,-4 2 50-16,4 0 0 0,-1 2 2 15,3 4 17-15,3 0 66 16,0 4-25-16,-1 5 78 0,6 0-3 16,0 0 24-16,3-5 9 0,2 0-168 15,6-3 43-15,-1 1-44 0,6-2 1 16,0-5-84-16,0-1 82 15,3-1 2-15,-1-5-56 0,1-2 54 16,-1 1 2-16,1-1-139 0,-3-3 120 16,0-1 19-16,-3 1-31 0,-3-2 31 15,-2-2 0-15,0-2-72 0,-2-3 44 16,-6-2-92-16,0-3-277 16,0 1 104-16,0-1-136 0,0 2-350 15,0 3 516-15,0 6 203 0,0 5 60 16,0 3 149-16,0 3 244 0,0 1 300 15,-3 2-275-15,3 0-104 0,-3 0-43 16,1 9-42-16,2 1-74 0,0 6-56 16,0 8 56-16,8 4-81 0,-3-2-59 15,5-3 62-15,-2-6-77 16,3-3-25-16,2-3 25 0,0-2 0 16,1-1-6-16,-1 1 6 0,3-3 0 15,0 2 0-15,-3 2 0 16,0 0 0-16,-5-2-12 0,3 4 12 15,-3-1 0-15,-3 2 15 0,0 0-15 16,-2-2 0-16,-3-4 12 0,0-2-12 16,0-2 0-16,0 1-52 15,-3 0 18-15,-2-3-15 0,0 4-273 0,-1-2 260 16,-2-1-50-16,1-1-177 16,1-1 226-16,-4 0-41 0,-1-4-274 15,3-4 190-15,3-5 14 0,5-2 30 16,0-3 144-16,8 3 19 0,5 3 129 15,-2 2 22-15,2 2-33 0,5 0 86 16,-2 2-93-16,0-3-1 0,3 4-25 16,-1-1-10-16,1-2-94 0,-3 2 10 15,0 0-10-15,-3 0 0 16,-3 0 12-16,1 3-12 0,-3-1 0 16,-5-1 19-16,-1 3-3 0,-2 2 9 15,3-3-15-15,-3 2 112 0,0 0-69 16,-3-2-22-16,-2 2 44 15,0 1 5-15,-3 0-8 0,0 5 107 16,0 3-99-16,0 3-59 0,0 6 111 16,5 3-43-16,3 0-80 0,3-1 107 15,5-4-116-15,2-4-18 16,4-3 18-16,-1 0 0 0,3-5-34 16,0-2 34-16,0-1 0 0,-3 0-30 15,3-2 30-15,-3-2 0 0,0-2-113 16,-5 3 113-16,-3-2 0 0,1 2-31 15,-4 1 31-15,1-4 0 0,0 3-9 16,-1-1 9-16,1-3 0 0,-3 1 21 16,3 0-18-16,-3-2-3 0,2 3 25 15,-2-2-25-15,3 3 0 16,-3 0-43-16,3-1 43 0,-1 1 0 16,4-1-25-16,-1 2 25 0,3-2 0 15,0-1 9-15,2 2-9 16,-4-2 0-16,2 4 52 0,-3-1-24 15,0 1-28-15,0-1-28 0,-2 0 28 16,0 3 0-16,-3 0-25 0,2 4 25 16,-2 3 0-16,3 4 46 0,0 3-3 15,-1 0-43-15,4-3-37 0,-4-2-24 16,6-2 45-16,3-3-471 16,2 1 207-16,0-5-227 0,-2 0-796 15,-6-4-211-15,3-1 735 0</inkml:trace>
  <inkml:trace contextRef="#ctx0" brushRef="#br0" timeOffset="73801.35">30113 17906 3768 0,'0'0'608'0,"0"0"-373"16,0 0-205-16,0 0-30 0,0 0-130 15,0 0 106-15,35 9-246 16,-25-9-847-16,4-5-969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2:36:39.94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24202 8393 842 0,'0'0'228'0,"0"0"92"0,0 0-83 16,0 0-182-16,0 0 1 0,-48 11 5 16,35-2-25-16,-3 5-10 15,0-2 72-15,3 1-60 0,0 3 11 16,-3 2 13-16,3 1-59 0,-3 4 23 15,0 2 52-15,3 2 6 0,-3 4 16 16,0 1 10-16,5 3-65 16,-2 0 10-16,5 1-19 0,3 0-1 15,-1 1 23-15,4-2-10 0,2-5-41 16,8 0-7-16,0-4 0 16,5 2 9-16,0-4 4 0,3-2 0 15,5-7 13-15,-2 2-26 0,2-5 13 16,3-1-7-16,0-4 4 0,-3 1-4 15,0-4-12-15,0 2-46 0,-8-3-263 16,1 0-67-16,-4 0-66 0,-7-2-930 16</inkml:trace>
  <inkml:trace contextRef="#ctx0" brushRef="#br0" timeOffset="607.85">24369 8656 463 0,'0'0'372'0,"0"0"-121"0,0 0-82 16,0 0 30-16,0 0-92 0,0 0-6 15,0 0 71-15,0 0-81 0,0 0 0 16,0 0 84-16,-24 26-68 16,21-7 6-16,1 1 42 0,-1 1-103 15,3-5-13-15,0 3-10 0,5-2 19 16,1 0 0-16,-1-2-29 16,3-2-3-16,2-1 33 0,1 0-4 15,2-4-7-15,3-3-2 0,0-2-14 16,0-3 36-16,0 0 3 0,2-6 12 15,-2 0 45-15,3-8-32 0,-3 2-41 16,0-1 47-16,-3-2-29 0,-3-1-60 16,1 0 61-16,-3 0-64 0,0-2 9 15,-3-1-9-15,-2 3 0 0,0-2-66 16,-3 3 53-16,0 3-22 0,0 2-197 16,-3 5 146-16,0-1-32 15,1-2-155-15,-1 3 119 0,0-1-30 16,3 2-237-16,0 3 210 0,0 0-46 15,0 0-270-15,3 1 234 0,0 0 32 16,-1 0-287-16</inkml:trace>
  <inkml:trace contextRef="#ctx0" brushRef="#br0" timeOffset="2154.64">24700 8653 411 0,'0'0'779'16,"0"0"-441"-16,0 0-126 0,0 0 70 15,0 0-145-15,0 0 2 0,34 24 94 16,-31-16-114-16,0 3-3 0,-1 4 64 16,-2-1-52-16,0 4-44 0,0-4-30 15,-2 0 3-15,-1 0-57 0,-2 2 23 16,2-5-4-16,0-1-19 0,1-2-38 16,-1-1 12-16,3-4-83 15,-3 3-221-15,1-2 143 0,-4-2-20 16,4-1-149-16,-3-1 213 0,-1-5 39 15,1-6-84-15,0-2 77 16,-1-4 10-16,1 1-29 0,2 1 42 16,1-3-71-16,-1 3-109 0,3-3 144 15,0 3 53-15,0-2 47 0,5 4 24 16,1 0 13-16,-1 3 98 0,0 5 78 16,-2-1 55-16,2 3 147 15,-2-2-193-15,2 3-6 0,3 1 126 16,-3 1-147-16,3 1-19 0,0 6 71 15,0 3-66-15,0 4 10 0,0 2 15 16,0 2-41-16,0-3-40 0,3 1-50 16,-3-1 16-16,2-1-61 0,1 2 13 15,2-2 25-15,0-2-44 0,-2-2 29 16,-1-4-23-16,4 1-6 0,-4-6 28 16,-2-1 23-16,0 0-4 15,3-5-47-15,-3-2 101 0,0-4-51 16,0-2-38-16,0-1 65 0,-3-3-77 15,0 1 28-15,0-3-7 16,-2-1-21-16,2 1-24 0,-2-3 11 16,0 2 13-16,2-1-189 0,0 4 132 15,1 1-62-15,2 2-163 0,-1 4 193 16,1 5-36-16,0-1-148 16,0 2 129-16,3 1-11 0,-1 0-113 15,-4 2 148-15,-1 1 4 0,0 0-73 16,1 3 47-16,-1 1 12 0,3-1-20 15,-3 2 140-15,1 0 10 0,-1-2 14 16,-3 3 3-16,4 0 61 0,-4 1 191 16,1 2-93-16,0 0-5 0,-3 5 56 15,0-2-108-15,0 0-12 0,0 0 68 16,-3 0-47-16,0 1-22 0,1-1 2 16,-4 1-31-16,4 2-36 15,-3-2-28-15,2-1 35 0,0-1-48 16,1-1-4-16,-1-5 4 0,3 2 0 15,0-4-53-15,-3 0 38 16,3-1-46-16,-2 1-102 0,2-3 139 16,-3-3 22-16,3-3-115 0,-3-5 94 15,1-7-9-15,2 2-41 0,0-4 72 16,0 2-14-16,0 1-52 16,2 1 31-16,4 0-15 0,-1 1-52 15,3 2 67-15,0 1-6 0,-3 4 29 16,0 4 13-16,1 0 13 0,-1 2 55 15,0 1 42-15,1 0-7 0,2 1 38 16,-3 4-19-16,3 5-7 0,0 7 42 16,0 1-24-16,0 3-37 0,0-2-46 15,0-1 67-15,2-1-38 0,1 3-57 16,2-4 51-16,-2 1-73 0,2-3 28 16,0-3-19-16,-5-4-9 15,3 0 16-15,-6-4-16 0,0-1 0 16,0-1 31-16,1 0 20 0,-1-2-51 15,0-1 38-15,3-5 6 16,-2-3-44-16,-4-6 13 0,1 1-16 16,0-4 3-16,-3 3-167 0,0 0 142 15,-3-1-56-15,3 0-182 0,0 2 178 16,0-2-55-16,8 4-241 0,0 1 185 16,5 1-46-16,0 4-256 15,3 0 225-15,0 3 88 0,0-1 61 16,-3 3 121-16,3 1 3 0,-3 2 30 15,-5 0 35-15,-2 0 10 0,-4 1 71 16,3 1-42-16,-2 5 23 0,0-1 123 16,-3 7-92-16,-6 4-9 0,-1 3 96 15,-7 0-97-15,4 0-26 0,-1 0 22 16,1 1-4-16,-4 0-19 0,6-2-20 16,0 3 10-16,3-1-54 15,5-3-51-15,0-1 57 0,3-1-63 16,5-3 16-16,2-1-16 0,1-1 0 15,5-6 3-15,0 2-3 16,0-5 0-16,-1-2-9 0,4 0 6 16,-3-1 3-16,-6-2-147 0,1-3 145 15,-6 3-34-15,1-6-116 0,-1-2 140 16,-2-2-36-16,-1-5-105 16,-2 5 150-16,-2-1-29 0,-1 3-10 15,-2-1 42-15,2 2 0 0,0 1 2 16,1 4 8-16,-1-1 22 0,0 3-29 15,3-1 67-15,-2-1-12 0,2 1-30 16,0 2 52-16,0-3-80 0,2 3 13 16,4 1-14-16,-1-1 1 0,6 1-29 15,-3 1 29-15,5 0 0 0,0 0 2 16,-2 0-2-16,-3 3 22 0,-3-2-19 16,0 1 67-16,-2 3-44 15,-1-2-14-15,4 4 58 0,-4 1-13 16,1 5-19-16,0 2 40 0,-3 0-78 15,2-2 29-15,-2 0-10 16,0 2-19-16,3-2-92 0,-3-1 7 16,3 0-89-16,-3-2-301 0,0-4 102 15,2 0-248-15,-2-4-798 0,0 0 779 0</inkml:trace>
  <inkml:trace contextRef="#ctx0" brushRef="#br0" timeOffset="2574.05">25714 8847 443 0,'0'0'1314'16,"0"0"-1061"-16,0 0-39 0,0 0 97 15,0 0-121-15,0 0-10 0,0 0 59 16,0 0-96-16,0 0-12 0,0 0-87 16,27-11 1-16,-25 9-45 15,1-2 29-15,0 1-14 0,2-3-15 16,-2-3-3-16,2-2 3 0,-2-3 0 15,-3-4-61-15,2-1 59 16,-2 1-22-16,0-1-135 0,3 2 99 16,2 0-23-16,0 2-90 0,3 1 147 15,-2 5 3-15,-1 1 11 0,3 0 12 16,3 3 12-16,-1-2 5 16,6 4 63-16,-5 0-3 0,-1 3-7 15,1 0 39-15,-1 2-23 0,-2 2-42 16,3 4 51-16,-3 1-25 0,2 3-26 15,-2 0 61-15,0 1-67 0,0 3-13 16,-2 2 0-16,-4-2-25 0,4 2-6 16,-6-3 6-16,2 2 0 0,-2-3-26 15,0-1 23-15,0-1 3 16,-2-1-132-16,-4 0 106 0,4-2-65 0,-4-4-202 16,1 0 139-16,0-2-83 15,-1-1-373-15,-2 4 149 0,-5-5-121 16,3 0-618-16</inkml:trace>
  <inkml:trace contextRef="#ctx0" brushRef="#br0" timeOffset="2780.89">25757 8744 1551 0,'0'0'656'15,"0"0"-374"-15,0 0-98 0,0 0-7 16,0 0-17-16,0 0-35 0,0 0-35 15,45-5-27-15,-32 8-63 0,-2-1 7 16,-6-2-8-16,3 1 1 0,-3-1-102 16,0 0 3-16,1 0-84 0,2 0-317 15,0-3 46-15,-3-3-85 0,-3 2-752 16</inkml:trace>
  <inkml:trace contextRef="#ctx0" brushRef="#br0" timeOffset="3121.14">25892 8450 1876 0,'0'0'312'0,"0"0"76"15,0 0-230-15,0 0-49 0,0 0 58 16,42-30-13-16,-26 23-33 0,-3 0-9 15,0-2 2-15,-2 3-38 0,0-1-66 16,-6 3 44-16,0-2-54 0,1 0 6 16,-4 0-6-16,3-4 0 0,-5 0-22 15,0 0 0-15,0-6 22 0,-7 3-113 16,-1 0 112-16,0 3-21 0,-3 2-51 16,0 2 57-16,-2 1 16 15,0 2-41-15,0 3 41 0,-3 0 0 16,0 0 0-16,3 5 25 0,-1 2-25 15,4 2-25-15,2 2 24 0,3 1 1 16,-1 2-217-16,6-1-85 16,0 4-188-16,0-7-941 0</inkml:trace>
  <inkml:trace contextRef="#ctx0" brushRef="#br0" timeOffset="4218.8">26694 8544 1487 0,'0'0'413'0,"0"0"115"16,0 0-411-16,0 0-30 16,0 0-16-16,24-36-7 0,-19 32-6 15,-2 0 74-15,0 2-30 0,-3 2-73 16,0 0-3-16,2 7 15 0,-2 6 20 15,0 4 32-15,0 7 47 16,-2 2-29-16,-1 0-38 0,3 0 15 16,-3 3-50-16,3 2 41 0,0-1 6 15,0 0-85-15,6 0-38 0,-4-3 3 16,4-3 35-16,-1-3-236 16,0-5 166-16,0-1-22 0,1-7-157 15,-4 0 112-15,-2-5-56 0,3 0-310 16,-3-3 49-16,0 0-82 0,-3-3-230 15,-2 0 231-15</inkml:trace>
  <inkml:trace contextRef="#ctx0" brushRef="#br0" timeOffset="4387.93">26673 8758 954 0,'0'0'290'0,"0"0"75"16,0 0 190-16,0 0-325 0,48-38-4 15,-24 32 64-15,-3 3-130 0,5-3-22 16,1 4-8-16,-1 0-28 0,1 0-102 15,-4 2 19-15,1 0-22 16,-5 0 3-16,-1 0-143 0,-4 0-20 16,-1 0-90-16,-5 0-354 0,0-1 140 15,-3 0-109-15,-5-3-636 0</inkml:trace>
  <inkml:trace contextRef="#ctx0" brushRef="#br0" timeOffset="4590.95">27017 8590 1936 0,'0'0'360'0,"0"0"-24"15,0 0-114-15,0 48 15 0,3-30 0 16,-3 1-113-16,3-3-89 16,-1 3-7-16,4-1-15 0,-1 0-13 15,3 2-58-15,0-5 7 0,0 0-124 16,-3-1-319-16,0-8 149 0,1 0-174 15,-4-3-832-15</inkml:trace>
  <inkml:trace contextRef="#ctx0" brushRef="#br0" timeOffset="4909.26">27192 8616 2575 0,'0'0'380'16,"0"0"-249"-16,13 34 67 0,-2-17 12 15,0-2-58-15,2 1-54 0,3-1-16 16,-3-4 34-16,3 3-87 16,2-4-1-16,-2-1 39 0,0-1-45 15,0-6-10-15,0-2 85 0,0 0-97 16,0-1 53-16,0-6-25 0,-3 1-28 15,0-2 18-15,-2-2-18 16,-1-1 0-16,1 0-171 0,-3-3 143 16,2 0-80-16,-2-4-219 0,-2 1 150 15,4-2-100-15,-2 0-389 0,0 3 230 16,-3 0-29-16,6 3-619 16,-3 7 620-16</inkml:trace>
  <inkml:trace contextRef="#ctx0" brushRef="#br0" timeOffset="5621.95">27605 8557 261 0,'0'0'463'15,"0"0"-147"-15,-2 34-10 0,-4-18 156 16,-2-1-206-16,3-1-6 0,-3 3 63 16,0-2-123-16,0 2-48 0,3-1 69 15,2-3-99-15,1 0-39 0,2-2-57 16,0-3 67-16,2-4-48 16,1 0-29-16,5-1 74 0,5-3 21 15,8 0 50-15,3-3-28 0,0-4-120 16,-3-3 44-16,0-2-22 0,-2 1-25 15,-3-2 25-15,0-1-25 16,-6-2 0-16,-2-1-97 0,-2-2 81 16,-4 2-56-16,1-2-152 0,-3 2 161 15,-3 1-29-15,-2 4-134 0,0 2 165 16,-1 5 0-16,1 0-73 16,2 3 98-16,1 1 1 0,-4 1-52 15,4 0 46-15,-4 2-21 0,4 4-87 16,-1-2 75-16,1 5-30 0,2 0-151 15,0 0 67-15,5 5 19 0,0 0-95 16,0 3 180-16,1-1 64 0,-1 0 20 16,-2-1 56-16,2 0 70 0,-2-1 157 15,-1 3-169-15,4-4-7 0,-1 2 103 16,0-4-71-16,-2 0-51 16,2-1-14-16,-2-5-13 0,-1 1-25 15,1-5 9-15,0 1 6 0,-1-1-25 16,4 0-10-16,-1-1 32 0,-2-1 3 15,2-6-22-15,0-6 16 16,-2-3-45-16,-1-4 19 0,-2 3-3 16,3-4-16-16,0-1 17 0,-1 1-30 15,4-1 13-15,2 2-106 0,5 4 16 16,3-2 22-16,5 5 1 16,0 0 67-16,6 3 3 0,-4 5 116 15,1-1 80-15,-5 4-7 0,-3 2 40 16,-6 2-137-16,-2 3-95 0,0-1-16 15,-5 0 16-15,0 3 0 0,-3 3-34 16,-3 3 34-16,-8 3 0 0,-2-1 2 16,-3 0 4-16,-2-3-6 0,-1 0 16 15,3 4-13-15,0-3-3 0,3 1-46 16,0-1 46-16,5 3 0 16,3-4-7-16,-1 2 7 0,4-3 0 15,2-1-37-15,0 1 37 0,5-6 0 16,-2 1-6-16,2-2-20 0,5 2 14 15,4-2-154-15,2 0 121 16,-1-3-111-16,1-1-356 0,-2-5 85 16,-4-4-73-16,-2 3-937 0</inkml:trace>
  <inkml:trace contextRef="#ctx0" brushRef="#br0" timeOffset="6079.9">28143 8629 2347 0,'0'0'156'0,"0"35"-5"0,0-16 113 15,0 0-135-15,0-1-59 0,0 1-9 16,3-1 9-16,2-1-54 16,-5-2-13-16,5-2 20 0,-2-5-23 15,-3-3-26-15,2-3 24 0,-2 3 2 16,3-1-67-16,-3-3 67 0,3-1 3 15,-1-5 13-15,1-5-16 16,-3-5 0-16,3-3-74 0,-1-4 62 16,-2 1 9-16,3 0-81 0,0-2 42 15,2-1-47-15,0 3-230 0,3 1 122 16,5 3 22-16,-2 2-49 16,2 2 182-16,3 4 23 0,3 2 19 15,-3 5 16-15,2 1 26 0,1 1 266 16,-6 3-72-16,0 3-10 0,-2 6 8 15,-3 0-160-15,-3 1-10 0,0 3 83 16,-2 1 34-16,-3-2-41 0,0 3-89 16,-5-4 15-16,-1 1-66 0,-4 0 19 15,-1-4 47-15,-2 1-56 0,0-4 21 16,-3 0 7-16,0 0-38 16,0-4 19-16,3 2-11 0,0-4-8 15,5 0-224-15,2-2 88 0,4 1-105 16,-1-1-504-16,0 0 19 0,3 0-494 0</inkml:trace>
  <inkml:trace contextRef="#ctx0" brushRef="#br0" timeOffset="6435.95">28376 8827 665 0,'0'0'1367'0,"0"0"-943"16,0 0-288-16,0 0 3 0,0 0 44 15,34-24-52-15,-23 9-34 0,0 0-27 16,-1-1 0-16,1 3-32 0,-1-4-25 16,1 3 12-16,2-1-25 0,-2-2-83 15,2 1 60-15,-2-1 4 0,2 2-277 16,0 1 113-16,0 1-55 16,-2 4-167-16,0 1 285 0,-1 3 71 15,-5 1 43-15,1 3 4 0,-1 1 2 16,0 0 149-16,1 0 10 0,-1 3-10 15,0 5 9-15,1 3-90 16,-1 7-13-16,0 0 15 0,3 3-5 16,-3 0-27-16,1-2 7 0,2 2 4 15,0-1-21-15,-3 1-8 0,5 0 9 16,-4 0-29-16,-1-6-90 16,0 4-39-16,-2-8-80 0,0-1-374 15,-1-5 89-15,-2-3-206 0</inkml:trace>
  <inkml:trace contextRef="#ctx0" brushRef="#br0" timeOffset="6640.02">28508 8713 1763 0,'0'0'314'15,"0"0"56"-15,0 0-315 0,0 0-39 16,48-10 49-16,-32 9-29 0,3 0-36 15,-4-1-3-15,4 1 0 16,0-3-35-16,-1 2-188 0,3-1-34 16,0-1-38-16,-2-2-395 0,0 1 308 15,-4-2 23-15</inkml:trace>
  <inkml:trace contextRef="#ctx0" brushRef="#br0" timeOffset="7074.02">28853 8633 703 0,'0'0'411'0,"0"0"-99"0,0 0 209 15,0 0-194-15,2 49-23 0,-4-32 66 16,-4-1-174-16,6 1-59 0,-2-1-3 16,-1 1-45-16,3-2-89 0,0-1 9 15,0-2-9-15,0-3 0 0,0-2-63 16,0-2 31-16,0-3-60 16,0 0-193-16,3 0 125 0,-3-2-24 15,2-5-45-15,1-6 32 0,0-2-30 16,-3-4-43-16,2 0 215 0,1-2 10 15,0 3-6-15,-3-4 38 16,2 2 9-16,1 0-14 0,2 2-76 16,1 5-30-16,2 2 98 0,-6 2 26 15,3 4 208-15,1 2 228 0,-1 0-174 16,0 1-42-16,3 1 90 0,3 8-117 16,-1 4-39-16,4 3 37 15,-4 2-41-15,6-2-58 0,0-1-45 16,0-2 64-16,3 0-35 0,-1-3-61 15,1 0 64-15,-1-4-69 0,-5-1 21 16,1-3 19-16,2-2-41 0,-6 0 26 16,1-4 0-16,-3 0-35 0,-3-1 25 15,0-5 7-15,-2-1-32 0,0-5-10 16,-1 1-18-16,-2-1 28 16,0 1-211-16,-2-1 129 0,-4 0-73 15,1-1-325-15,2 2 117 0,3-3-160 16,-2 5-741-16</inkml:trace>
  <inkml:trace contextRef="#ctx0" brushRef="#br0" timeOffset="7355.6">29390 8339 1129 0,'0'0'339'0,"0"0"-209"0,0 0 273 16,0 0-186-16,0 0-39 0,43 26 35 15,-30-6-94-15,3 6-16 0,0 5 29 16,-6 2-32-16,4 4-49 16,-4 5-32-16,-2 2 26 0,-3 2-45 15,1 1 13-15,-6-1 2 0,0-2-15 16,0-1-233-16,-3-6 117 0,-5-1-9 15,0-4-234-15,-2-2 45 16,-6-4-111-16,5-11-849 0</inkml:trace>
  <inkml:trace contextRef="#ctx0" brushRef="#br0" timeOffset="125186.62">8033 13456 307 0,'0'0'326'15,"0"0"-85"-15,0 0-39 16,0 0-49-16,0 0 114 0,0 0-124 15,0 0-29-15,0 0 25 0,-8-8-38 16,3 5 13-16,5 0 67 0,0 2-81 16,0 0-3-16,0 0 16 15,0 0-42-15,0-1-3 0,0-1 9 16,0 2-16-16,0 0-9 0,0-1-14 16,0 1 23-16,0 0-45 0,0 0-3 15,0-3 10-15,5 4-23 0,-5-1 16 16,3 1-13-16,-3-1-3 0,2 1 1 15,1 0 24-15,-3 0-25 0,0 0 23 16,5 0-17-16,-2 0-6 0,2 0 3 16,-5 0 23-16,5 0-1 15,-2 0-21-15,0 0 63 0,-1 0-32 16,-2 0-32-16,8 0 45 0,-5 0-48 16,0 0 19-16,2 0-16 0,-2 0-3 15,2 0-20-15,-5 0 20 16,8 0 0-16,-3 0-12 0,0 1 12 15,-2-1 0-15,5 1 16 0,-3 0 3 16,3 1-19-16,-2-2 2 0,1 0 17 16,-1 0-6-16,-1 0 0 15,3 0 31-15,-3 0-40 0,3 0 21 16,-2 0 4-16,2 0-29 0,-3 0 19 16,3-2 12-16,-3 1-18 0,-2 1 9 15,7-1 32-15,-2 0-45 0,0 1 20 16,-3-1-1-16,3 1-28 0,0-1 0 15,-2 1 0-15,7-1 0 0,0 0 13 16,0 1-13-16,1-1 0 0,-1 0-20 16,-5 1 20-16,8 0 0 15,-6 0-3-15,-2 0 3 0,5 0 0 16,-2 0-11-16,0 0 11 0,-6 0 0 16,8 1-18-16,-5 0 18 0,0-1 0 15,3 1-9-15,2 0 9 16,0 0 0-16,0 0 22 0,-5 0-19 15,8-1-3-15,-5 1-16 0,-3-1 16 16,5 0 0-16,0 0 19 0,1 1-12 16,-1-1-7-16,0 0 3 15,-5 0 0-15,5 2-3 0,0-2 9 16,1-3-9-16,-1 3 0 0,0-1 3 16,0 1-3-16,1 0 0 0,-1 1-9 15,0-1 9-15,0 0 0 0,1 0 0 16,-1 0 0-16,0 0 0 0,3 0 0 15,-3 0 0-15,0 1 0 0,1-1-3 16,2 2 3-16,0-2 0 0,-1 0 9 16,-1 0-9-16,-1 0 0 15,3 0-6-15,-3 0 6 0,0 0 0 16,1 0 13-16,-1 0-13 0,-3 0 0 16,4 0 6-16,-1 0-6 0,-3 0 0 15,4 0 3-15,-4-3-3 16,4 3 0-16,-7-1 6 0,9 1-6 15,-5-1 0-15,-3 0 13 0,5 1-10 16,0-1-3-16,1 0-3 0,-6 1 3 16,5-1 0-16,0 0-10 15,0 0 10-15,1 1 0 0,-1-3 7 16,-5 2-7-16,5 1 0 0,0 0-13 16,-2-1 13-16,2 1 0 0,-2 0 19 15,2-2-19-15,-3 3 0 0,1-2 9 16,-6 1-9-16,6 0 0 0,-3 0-3 15,0 0 3-15,5 0 0 0,0 0 16 16,1 0-3-16,-1 0-13 0,-5 0 9 16,5 0-9-16,0 0 0 15,0 0-9-15,1 0 9 0,-6 0 0 16,5 0-7-16,-2 0 7 0,-9 0 0 16,6 0-11-16,-3 0 11 0,1 0 0 15,2 0 22-15,5 0-6 16,-5 1-16-16,2-1 9 0,-2 0-9 15,-2 0 0-15,2 0 6 0,0 0-6 16,0 0 0-16,-3 1 22 0,5-1-22 16,-7 0 0-16,5 1 16 15,-3-1-6-15,3 0-10 0,-2 0 34 16,1 0 19-16,-1 0-46 0,-1 0 30 16,-2 0 5-16,2 0-42 0,-2 0 34 15,-1 0-2-15,1 0-32 0,-3-1 40 16,0 1 1-16,0 0-41 0,0 0 34 15,0-1 10-15,0 1-44 0,5-1 34 16,-5 1-34-16,0 0 0 0,0-1-13 16,0 1 13-16,0-1 0 15,3 1-87-15,-3 0 62 0,3 0 6 16,-3 0-310-16,2 0 108 0,-2 0-103 16,0 1-430-16,0 0-47 0,0-1-958 15,-8 0 1759-15</inkml:trace>
  <inkml:trace contextRef="#ctx0" brushRef="#br0" timeOffset="129685.05">8033 15086 75 0,'0'0'610'0,"0"0"-356"15,0 0-36-15,0 0 43 16,0 0-99-16,0 0-12 0,0 0 74 16,0 0-78-16,0 0-32 0,-5-10 25 15,5 8-52-15,0 1-13 0,0 1 62 16,-3-2-55-16,3 2-23 0,0-1-10 16,0 1-3-16,0 0-29 0,0 0-6 15,0 0 2-15,0 0-12 0,0 0-22 16,0 0 22-16,0 0 22 0,0 0-18 15,0 0 26-15,0 0-30 16,0 0-39-16,0 0 39 0,3 0 0 16,-3 0 13-16,2 0-10 0,1 0 0 15,-3 0 7-15,8 1 38 0,-6 1-22 16,1-1-23-16,5-1 45 16,-3 2-10-16,9 2-28 0,-1-4 48 15,-5 0-55-15,5 0 19 0,-2 0-19 16,5 0-3-16,2 1 10 0,-2-1-10 15,5 1 0-15,-5 0 9 16,0 0-9-16,2-1 0 0,-2 0 10 16,6 0-10-16,-4 0 0 0,-5 0 3 15,9 0 20-15,-9 0-23 0,5 0 19 16,-2-1 10-16,-3 0-29 0,1 1 15 16,-1-1-15-16,0 1 0 0,0-1 20 15,-2 1-5-15,0 0-15 0,-1 0 10 16,-2 0-10-16,5 0 0 0,-5 0 3 15,3 0-3-15,0 0 0 16,-1-3 19-16,-2 3-3 0,5 0-16 16,-5-1 3-16,5-1 7 0,-2 2-10 15,-3-1 16-15,0-1 12 0,0 2-28 16,-3-1 23-16,8 1-20 16,-5 0-3-16,3 0 13 0,2 0-13 15,-2 0 0-15,-6 0-7 0,6 0 7 16,-1 0 0-16,1 1 13 0,2-1-13 15,0 2 0-15,-5-2 19 16,6 0-19-16,1 1 0 0,-1-1 16 16,-1 0-13-16,5 0-3 0,-4 0 6 15,2 0-6-15,2 0 0 0,-5 0 7 16,9 0-7-16,-9 0 0 0,8 0 3 16,-2 0-3-16,-1 0 0 0,-2 0 3 15,8 0 6-15,-8 0-9 0,5 2 23 16,-3-2-11-16,-2 0-12 0,3-2 0 15,-6 2 0-15,6-1 0 16,-3 1 7-16,-3 0-7 0,5-2 0 16,-4 2-7-16,1 0 7 0,-1 0 0 15,-1-1-13-15,0 1 13 0,0 0 0 16,1-1 3-16,-1 1 6 16,0 0-9-16,0-1-1 0,1 1 1 15,-1 0 0-15,0 0 3 0,0 0-3 16,1 0 0-16,2 0-6 0,-3-2 6 15,0 1 0-15,0 1-6 0,0 0 6 16,6 0 0-16,-6 0-9 0,3 0 9 16,3 0 0-16,-3 0 19 15,2 0-19-15,1-1 0 0,-3 1 13 16,7-1-10-16,-1 1-3 0,-1 0 6 16,0 0-6-16,3 0 0 0,0 0 10 15,-1-1-10-15,1 0 0 0,3 1-3 16,-3-1 3-16,2 1 0 0,-2 0 3 15,2 0-3-15,1 0 0 16,-1 0-10-16,-4 0 10 0,4 0 0 16,1 0-1-16,-6 0 1 0,3 0 0 15,-3 0-1-15,0 0 1 16,0 0 0-16,0 0 7 0,-2 0-7 16,2-1 0-16,-2 1-4 0,-1 0 4 15,-2 0 0-15,-3 0 7 0,1 0-7 16,1 0 0-16,1 0-10 0,-2 0 10 15,-1 0 0-15,-3 0-19 16,4 1 19-16,-4-1 0 0,1 3 2 16,2-3-2-16,-2 1 0 0,-3-1 13 15,5 1-13-15,0-1 0 0,0 0 13 16,-5 1-10-16,6-1-3 0,4 0 13 16,-2 0-13-16,0 0 0 0,0 0 9 15,2 0-9-15,-2 0 0 0,3-1 6 16,-3 1-6-16,-3-1 0 0,5 1-3 15,-2-1 3-15,0 1 0 16,0-2 3-16,0 1-3 0,-3 0 0 16,0 1-6-16,-2 0 6 0,-3 0 0 15,5 0-20-15,-5 0 20 0,3 0 0 16,-3 0-17-16,0 0 17 16,0 0 0-16,-3 0 1 0,0 1-1 15,3-1 0-15,3 0 16 0,-9 0 9 16,9 0-25-16,-6 0 7 0,1 0-7 15,4 0 0-15,-7 0-13 0,7 0 13 16,-7-1 0-16,8 1 6 16,-3 0-6-16,0-1 0 0,-3 1 10 15,3 0-10-15,-3-1 0 0,3 1-7 16,0-2 7-16,-3 2 0 0,1-1 0 16,-4 0 0-16,9 1 0 0,-9-1 3 15,-2 0-3-15,8 1 0 0,-5-1 19 16,0 0 3-16,-3 0-22 0,0 0 28 15,0-1 7-15,0 2-35 16,5 0 9-16,-5-2-9 0,0 0 0 16,0 1-45-16,0 1 42 0,3-1 3 15,-3 1-111-15,0-1 86 16,2 0-57-16,1 1-189 0,2 0 137 16,-2-1-43-16,0 1-264 0,-1 0 33 15,1 0-203-15</inkml:trace>
  <inkml:trace contextRef="#ctx0" brushRef="#br0" timeOffset="-160655.66">10520 16807 351 0,'0'0'179'0,"0"0"-25"16,0 0 93-16,0 0-133 0,0 0 92 16,0 0 8-16,0 0-106 0,0 0 12 15,-24-1 111-15,21 0-105 0,1 1 4 16,-6-1 58-16,8-1-75 16,-6 1-13-16,4-2 42 0,-3 2-36 15,2-1-3-15,-2 1-29 0,-1 0 25 16,6-2-73-16,-2 2-26 0,-4 0 25 15,6 0-25-15,-5 0 29 16,2 1-29-16,3 0 0 0,-5-1 16 16,5 1 3-16,0 0-19 0,0 0-32 15,0 0 20-15,0 0 12 0,0 0-77 16,0 0 76-16,0 0-12 0,0 2-9 16,0 1 22-16,0 0 0 0,5-1 3 15,3 1 83-15,6 1-35 0,4-1-16 16,9-1 13-16,2-1-48 0,3-1 23 15,2 0-4-15,0 0-19 16,1 0 3-16,10-2 26 0,-5 1 6 16,-3 0-29-16,8-2 61 0,-6 0-35 15,-2 3-26-15,-2 0 38 0,-3 0-44 16,2 0-36-16,-2 0 34 16,0 0 2-16,-3 0-111 0,-8 0 70 15,3 0-36-15,-11 3-210 0,-2-2 59 16,-11 1-88-16,5-1-540 0,-5 0 51 15,-5-1 14-15</inkml:trace>
  <inkml:trace contextRef="#ctx0" brushRef="#br0" timeOffset="27016.85">24369 15933 1457 0,'0'0'228'0,"0"0"-180"16,0 0 449-16,0 0-290 0,0 0-78 15,0 0 0-15,0 0-81 0,0 0-15 16,10-22 5-16,-4 16-2 0,-4 4-36 16,6-2 19-16,-2 1-6 0,7-3-7 15,-3 1 1-15,6-1 22 16,-5 1-29-16,2 0 3 0,-2 1 13 16,-1 2 6-16,-2-1-19 0,3 1 36 15,-6 2-39-15,0 0-17 0,-2 0 4 16,2 0 13-16,1 1-49 15,-1 3 48-15,-2 0 1 0,2 2 0 16,0 2 0-16,-2 2 22 0,0 4 52 16,-1 7 25-16,1 3-25 0,-3 3-17 15,0 2 33-15,0 0-14 0,0 4-51 16,0 4 61-16,-3 4-51 16,3 4-32-16,0 1 130 0,3 3-51 15,-3-1-60-15,3 4 73 0,-1-1-80 16,6-1 10-16,0 0 10 0,3-1-35 15,-1-4-16-15,6-1 16 0,0-3 0 16,3-5-30-16,2-3 30 16,0-1 0-16,3-8-3 0,2-2 3 15,1-5 0-15,-1-1 12 0,-2-3 20 16,0-3-32-16,-3 0 34 0,-2-3-21 16,-9-1-13-16,-2-4 6 0,0 1-6 15,-5 0 0-15,-1-1-28 16,1 1 6-16,0-3 22 0,-3 2-101 15,0 0 86-15,0 3 15 0,-6 0-7 16,1 5 7-16,-3 7 0 0,-2-1 16 16,-1 4 3-16,0 2-19 0,1-1 3 15,-1 4-3-15,3 1 0 0,0 4-32 16,3 1 32-16,0 2 0 16,5 4-26-16,-3 1 26 0,3 0 0 15,3 4-35-15,5 2 35 0,0-1 0 16,2 1-18-16,1 2 18 0,2-1 0 15,0-2 9-15,3 2-9 0,0 1 0 16,0-2-1-16,3 0 1 16,-6-7 0-16,3 1 38 0,-3-2-7 15,-3-2-31-15,4 5 26 0,-4-4-4 16,-2 2-22-16,0-5 34 0,-3-2-9 16,-2-1-25-16,-3-5 32 0,-3-3-14 15,1-4-18-15,-9 0 25 16,3-5 36-16,-2-5-20 0,-6 0-32 15,0-5 88-15,-3-1-85 0,-2-1 38 16,0-3-13-16,-3-5-37 0,-2 0-93 16,2-6 68-16,-3 1-115 0,1-4-376 15,-1-3 134-15,9 4-351 16</inkml:trace>
  <inkml:trace contextRef="#ctx0" brushRef="#br0" timeOffset="27812.84">25277 16763 1083 0,'0'0'674'0,"0"0"-404"0,0 0-18 15,0 0-41-15,0 0-198 0,0 0-13 16,0 0-32-16,0 0 32 0,0 0 81 15,0 0 51-15,16 54-32 0,-11-32-6 16,3 1 5-16,-2-2-25 16,2 2-13-16,-3-2 15 0,0 0-15 15,1 0-42-15,-4-1 7 0,3-8-7 16,-2-1-19-16,0-4-17 0,-1-3 17 16,-2-4 0-16,6 0 13 0,-4 0-4 15,4 0 144-15,4-10 132 16,4-3-131-16,1-8-98 0,-1 1-37 15,2-2 16-15,2 0-35 0,1 0-29 16,2-1 29-16,0 0 0 0,-2 4-54 16,-4 3 54-16,-4 2 0 0,0 5-159 15,-6 4 67-15,-2 0-47 16,-3 3-125-16,2 0 200 0,-2 2-44 0,0 0-188 16,-5 3-49-16,-6 4-274 15,-5 6-302-15,3-1 256 0</inkml:trace>
  <inkml:trace contextRef="#ctx0" brushRef="#br0" timeOffset="28032.76">25439 16973 684 0,'0'0'1419'0,"0"0"-1075"16,0 0-118-16,0 0-14 0,0 0-84 15,0 0-38-15,0 0-42 16,34 30-16-16,-28-24-32 0,-1-3 13 15,0 4-13-15,0-3 0 0,3-1-59 16,-2 2 34-16,2-2-46 0,0-2-141 16,2 0 77-16,3-1-62 0,1-2-305 15,-4-1 119-15,1-4-89 16,-3 2-431-16</inkml:trace>
  <inkml:trace contextRef="#ctx0" brushRef="#br0" timeOffset="28439.41">25672 16930 502 0,'0'0'548'15,"0"0"93"-15,0 0-358 16,0 0-72-16,0 0 73 0,0 0-129 16,0 0-26-16,0 0 50 0,0 0-83 15,-24-29-19-15,19 35-16 0,-3 1 22 16,0 8-29-16,0-1 7 0,5 1 53 16,1 0-37-16,2-1-55 0,0-1 47 15,2-2-69-15,4-2-3 16,-1-2 3-16,3 0 0 0,2 0-19 15,6-1 19-15,-2-5 0 0,-4-1-127 16,3-3 115-16,-2-3-26 0,-3 1-124 16,0 1 162-16,-3-1 0 0,-2 1 0 15,2-6 7-15,-2 2 9 0,2 1-4 16,-2-2 17-16,-1 1-19 16,-2 3 12-16,3-1 26 0,-3 4-10 15,0 0 13-15,0 2 63 0,0 0-114 16,0 1 47-16,0 4-31 0,-3 4 41 15,3 6-26-15,0-1 54 0,3 1-85 16,0-4-25-16,-1-2 24 16,4-3 1-16,-1 0-158 0,0-4 70 15,0 3-71-15,3 0-205 0,3-2 201 16,-3-2-50-16,0-1-333 0,0 0 98 16,0-2-73-16,0-1-268 0,-6-3 401 15</inkml:trace>
  <inkml:trace contextRef="#ctx0" brushRef="#br0" timeOffset="28722.1">25894 16990 1123 0,'0'0'572'0,"0"0"-195"0,0 0 25 15,0 0-202-15,0 0-33 0,0 0-35 16,0 0-71-16,0 0-45 16,0 0 0-16,27 34 0 0,-19-32-13 15,0-1 10-15,0-1 19 0,0 0-32 16,0-1-30-16,0-1 27 0,-1-1 3 15,-1-2-61-15,-1 0 61 0,0-1 0 16,1 2-9-16,-1 1 9 16,-2-1 16-16,-1 1-6 0,1 2 35 15,-3 1-7-15,3 0 29 0,-1 3 90 16,1 3 21-16,2-1 21 0,-2 3-73 16,2 1-126-16,3 0 38 0,0 0-39 15,5 1 1-15,0 1-300 16,1-3 20-16,2-1-177 0,-6-4-1638 15,-2-3 1327-15</inkml:trace>
  <inkml:trace contextRef="#ctx0" brushRef="#br0" timeOffset="29499.73">26951 16749 173 0,'0'0'1342'0,"0"0"-793"0,0 0-438 15,0 0-27-15,0 0 155 0,0 41-93 16,0-22-53-16,0 1 83 0,3 0-29 16,2-1-44-16,0 0-26 0,1 2-36 15,-4-3-41-15,4-3-3 16,-1-1 3-16,-2-3 0 0,-1-3-32 15,-2-4 30-15,0-2 2 0,3 2-48 16,-3-2 48-16,0-1 48 0,0-1 12 16,2 0 30-16,-2-6-90 0,3-1-142 15,0-5 110-15,2-3-44 16,3 2-81-16,0-1 118 0,3 4-22 0,2 1-51 16,0 1 92-16,0 1-28 15,3 2 0-15,-3 3 48 0,3 2 1 16,0 2 92-16,0 4-3 15,-5 4 23-15,2 1 15 0,0 1-3 0,-5 1-10 16,-3 4 18-16,-2-1 16 16,0-3-70-16,-3 2-9 0,-3-4 31 15,0 3-32-15,-2-7-66 0,-3 2 91 16,-2 1-40-16,-1-2-41 0,0-1 111 16,-2-1-102-16,0-4 28 0,0-1 6 15,-1-1-56-15,1 0-25 16,-3-1-18-16,6-5 43 0,-4 2-311 15,9 1 135-15,0-2-92 0,5 0-455 16,0-4 216-16,8-1-152 0,2 3-673 16</inkml:trace>
  <inkml:trace contextRef="#ctx0" brushRef="#br0" timeOffset="29832.48">27298 16942 1098 0,'0'0'680'15,"0"0"46"-15,0 0-465 16,0 0-71-16,0 0-30 0,0 0-42 0,0 0-48 16,0 0-15-16,0 0 53 15,-34 13-13-15,28-1-29 0,4 0 13 16,2 0-79-16,0-1-6 0,2-2-16 16,4-3 22-16,-1-1-93 0,6-3 91 15,-1 0-47-15,1-1-138 16,-1-1 133-16,-2-1-42 0,0-1-87 15,-5 0 158-15,2-1-33 0,-2-3 52 16,2 2 6-16,-2-2 45 0,2 3 92 16,-2 1 84-16,-3 0-18 0,0 2-16 15,0 0-109-15,0 3-77 0,0 2 32 16,0 3 59-16,0 1-92 16,2 0-70-16,1-3 51 0,0 3-47 15,5 2-327-15,2-3 170 0,3-2-120 16,3-3-699-16,-5-1-182 0</inkml:trace>
  <inkml:trace contextRef="#ctx0" brushRef="#br0" timeOffset="30457.72">27534 16989 2385 0,'0'0'384'0,"0"0"-159"0,0 0 50 15,0 0-90-15,0 0-42 0,0 0-121 16,-27 32 10-16,27-27-32 0,8-1 0 16,3-4 22-16,7-2 22 0,6-7-22 15,5-7 19-15,3-3-28 16,-3-1 9-16,6-4 81 0,-4 3 13 16,-4 2-21-16,-8 2-20 0,-6 0-75 15,-5 2-93-15,-3-2 89 0,-2 0-46 16,-3 1-85-16,0-1 116 0,-3 0-13 15,-2 6-182-15,5 3 182 0,-6 4 13 16,4 3 19-16,-4 1 57 0,-1 6 19 16,-7 6-63-16,1 8 100 15,2 3-41-15,1-3-34 0,2 5 98 16,0-1-46-16,3 0-46 0,-1-2 74 16,4-1-118-16,2-3 0 0,5-2 0 15,6-3 0-15,2-3-49 16,3-5 49-16,0-2 0 0,2-3 16 15,1 0 5-15,-3-3-21 0,-1-2 6 16,-4-3-8-16,0-2 2 0,-1 0-99 16,-7 0 98-16,2-1 1 0,-5-1-37 15,0-2 37-15,-5 2 0 0,0 1-145 16,-1 1 143-16,1 4-71 0,2 1-59 16,-2 3 132-16,2 1 0 15,-2 1-25-15,-3 0 25 0,0 6 22 16,3 6-16-16,0 5 82 0,2 3-16 15,3-2-53-15,0 1 82 0,8-2-95 16,3 0 47-16,2-2-31 0,8 0 28 16,0-4-38-16,6 0 75 15,2-2-87-15,0-2 16 0,3 0-16 16,-3-3 0-16,-3-3-167 0,-2-1 126 16,0-1-106-16,-8-3-218 0,0-2 213 15,-6 1-71-15,-4-1-370 16,-4 3-64-16,-2-8-496 0</inkml:trace>
  <inkml:trace contextRef="#ctx0" brushRef="#br0" timeOffset="30827.23">27444 16752 1878 0,'0'0'428'0,"0"0"-33"0,0 0-328 16,0 0 33-16,0 0 57 0,42-7-38 15,-26 2-52-15,0-4-26 16,-3 2 39-16,-5-2-39 0,0-2-34 15,-3 1 53-15,-5-1-18 0,0 0-39 16,-2 1 51-16,-4 2-42 0,-2 1 14 16,0-3 27-16,-2 7 17 0,-3-1-41 15,2 4 68-15,0 0-97 0,1 6-63 16,-1 5 51-16,3 0-4 16,0 4-127-16,6 4 140 0,-1 0-114 15,3 3-240-15,8 1 110 0,3 0-137 16,2-7-986-16</inkml:trace>
  <inkml:trace contextRef="#ctx0" brushRef="#br0" timeOffset="31533.65">28882 17079 1421 0,'0'0'715'0,"0"0"-408"0,0 0-90 15,0 0 152-15,0 0-116 0,0 0-100 16,0 0-118-16,-3-40 44 0,-5 24-19 15,0-3-47-15,-2 4 50 0,-4-6-63 16,1 1-3-16,-3 1 3 0,0-4 0 16,-5-2-50-16,3-1 31 15,-1 0 15-15,-2 1-186 0,2-2 142 16,4 3-44-16,1 2-106 0,9 6 198 16,2 4 38-16,3 3-31 0,0 3 31 15,3 1-38-15,8-2-10 16,5-1 10-16,5-1 16 0,5 1 10 15,6 2 63-15,-3 1-38 0,6 4-44 16,-4 1 2-16,-4 3-9 0,-6 5-95 16,-2 0 95-16,-6 1-58 0,-5 3-272 15,0 0 188-15,-6-1-3 16,-2 3-246-16,-2-2-151 0,-1-1-246 16</inkml:trace>
  <inkml:trace contextRef="#ctx0" brushRef="#br0" timeOffset="31968.8">28826 16885 1425 0,'0'0'322'16,"40"-10"-117"-16,-19 5 22 0,3-1-139 16,0-1-27-16,-3 2-31 0,-2 0-30 15,-4 0-16-15,1 1-243 16,-5 0 25-16,-3 0 114 0,-3 2 83 15,-2 0 37-15,-1-1 26 0,-2 1 75 16,3 1 77-16,-3 1 30 0,-3 0 41 16,-2 0-94-16,-3 6 3 0,3 4 19 15,-3 4-94-15,0 2-28 16,3 1-17-16,5 1 20 0,0-2-23 16,2-1-3-16,4 0 54 0,4 0-70 15,1-4 6-15,5-3-3 0,2 0-19 16,1-5 26-16,-1-2-14 0,6-1 4 15,-3-4 19-15,-2-6 3 0,2 2 13 16,-8-3 0-16,1 1 31 0,-6-3-82 16,-6 0 22-16,1-1 16 15,-3 1-10-15,-5-3-12 0,-3 1 22 16,-6-1-38-16,-1 1-74 0,-1-1 72 16,-3 5-62-16,3 0-205 0,3 7 199 15,2-1-32-15,6 4-42 16,2 1 61-16,3 0-136 0,0 2-638 15,0 2 28-15,6 0-282 0</inkml:trace>
  <inkml:trace contextRef="#ctx0" brushRef="#br0" timeOffset="32579.03">29369 16891 1068 0,'0'0'1047'0,"0"0"-788"16,0 0-71-16,16 45-27 0,-8-35-80 16,-3-1-40-16,-2-1-37 15,0-4-4-15,-3-2 0 0,2 3 12 16,-2-4-5-16,0 1 22 0,0-2 73 15,-2 0 103-15,-1-2-80 0,-2-3-77 16,-1-1 6-16,1-7-54 0,-3-2 12 16,0-2-12-16,3-2 0 0,-3 0-84 15,3 2 83-15,-1-3-75 16,4 0-164-16,2 2 109 0,2-1 2 16,9 4-58-16,2-2 129 0,3 2 58 15,5 2 7-15,0 4 109 0,1 2 41 16,-4 2 55-16,-2 4-87 0,0 1-51 15,-5 1-45-15,-1 6 50 0,-5-3-15 16,1 1-61-16,-6 0 42 16,0 1-14-16,0 6-18 0,-3 3 85 15,-5 0-91-15,0-1 21 0,-2-2-6 16,-1-4-22-16,0 1 32 0,1 0-22 16,-1-1-10-16,1 0-19 15,2 0-4-15,2-4 14 0,1 3-162 16,2-3 158-16,1 2-32 0,-1-1-53 15,1 2 96-15,2-2-17 0,0 3 19 16,0-3 0-16,2 2 44 0,3 1 45 16,3-1 29-16,-2 2-83 0,2 1-16 15,0-3 19-15,-3 1-38 0,3 0-4 16,-3-3-8-16,3 2 12 0,-3-1-187 16,3-1 94-16,-2-4-57 15,2-1-238-15,0 0 140 0,-3-1-169 16,5-4-924-16,-2-2 548 0</inkml:trace>
  <inkml:trace contextRef="#ctx0" brushRef="#br0" timeOffset="32829.71">29666 16798 1512 0,'0'0'501'0,"0"0"-161"0,-8 40 63 15,5-23-232-15,3 2-33 0,0-4-39 16,3 2-19-16,2-3-29 0,3 0 19 16,0-1 0-16,5-1-67 0,3-2 26 15,3-1-1-15,2-3-28 16,5-1 29-16,1-3 9 0,-3-2-32 0,0 0 20 16,-1 0-52-16,-4 0-110 0,-3 0-347 15,-3-1 165-15,-2-1-190 16,-6-2-731-16</inkml:trace>
  <inkml:trace contextRef="#ctx0" brushRef="#br0" timeOffset="33001.13">29806 16910 1455 0,'0'0'889'16,"0"0"-685"-16,43 0-85 0,-28-1-58 15,-1-1-38-15,-1-2-23 0,-5 1-19 16,0 1 19-16,-3 0-136 0,-2-4-456 16,-1 2 13-16,-2-1-180 0</inkml:trace>
  <inkml:trace contextRef="#ctx0" brushRef="#br0" timeOffset="33581.06">29827 16737 1656 0,'0'0'423'16,"0"0"-142"-16,43-8-164 15,-27 7-4-15,0 0 2 0,2 0-84 16,-5 0-31-16,3 1-103 0,0 0-78 16,-5 2-162-16,2 0-440 15,0 2 359-15,-2 2 264 0,-1-3 144 16,-2 3 16-16,-2-2-28 0,-4 0 28 15,4 1 137-15,-1 4 143 0,-2-1 215 16,-1 3-222-16,1 5 22 0,-3-1 116 16,-3 1-250-16,-2 0 13 0,0-2 34 15,-1 0-71-15,1 1-67 16,0-3-57-16,2-1 22 0,0-2-35 16,-2-2-95-16,2-1 47 0,3-3-38 15,-2-2-136-15,-1 2 123 0,3-2-85 16,-3-1-149-16,1-4 94 0,-1-3 21 15,3-6-58-15,-2-1 149 0,-1 0-26 16,0-2-195-16,3 2 142 16,0 0 33-16,0 3-58 0,3 3 231 15,2 2 124-15,-2 3 146 0,5 0-71 16,-3 2 52-16,3 1 312 0,0 0-183 16,3 9-53-16,4 3-27 15,1 1-130-15,0 3 0 0,3-3 35 16,-1 1 27-16,4-3 14 0,-1-1-82 15,3 1-70-15,-3-4-94 0,-3-1 51 16,1-4-35-16,-1-2 2 0,-4 0 7 16,-1-1 41-16,-5-5-57 0,2-1 28 15,-4-3 26-15,-4 1-57 0,-2-3 34 16,0-1 7-16,-5-3-47 0,-3-2-143 16,-3 1 109-16,1-2-97 15,-1-1-272-15,3 3 146 0,0 1-132 16,3 5-504-16,5 3 152 0,0 3-316 15</inkml:trace>
  <inkml:trace contextRef="#ctx0" brushRef="#br0" timeOffset="34001.91">30447 16830 1465 0,'0'0'469'0,"0"0"133"15,0 50-363-15,0-34-34 0,3-3 32 16,-3 0-109-16,2-2-90 0,-2-2-29 16,3-5 30-16,2 1-17 0,-2-1-16 15,5-1 118-15,5-2 28 16,3-2-26-16,3-5-32 0,-1-3-94 0,3-3 28 16,-2 0-28-16,-3-1 0 15,2-2-6-15,-4 1-22 0,-1 1 28 16,0 0-227-16,-2 2 183 0,-3 3-7 15,-3 2-101-15,0 3 130 0,-2 0-7 16,-3 2 29-16,0 0 19 16,0 1 20-16,0 3-27 0,-3 8 105 15,-2 6-3-15,0 1-25 0,-3 2 55 16,5 1-33-16,3-2-67 0,0-1 74 16,3 1-118-16,5-4 56 15,5 4-15-15,0-6-41 0,3 0-22 16,5-2 19-16,0-1 3 0,1 0-206 15,1-5 158-15,-1 1-109 0,1-3-263 16,-1 0 152-16,-4-2-194 0,1-1-886 16,-6-2 101-16</inkml:trace>
  <inkml:trace contextRef="#ctx0" brushRef="#br0" timeOffset="34267.84">30998 16895 2125 0,'0'0'566'0,"0"0"-222"16,0 0-101-16,0 0-94 16,0 0 45-16,0 0 96 0,-3 49-101 15,3-27-36-15,0-4-16 0,0-2 42 16,0-3-65-16,0 2-111 0,3-1 123 16,0-1-126-16,2-2 19 15,-2-5-19-15,-1 1 0 0,4-4-40 16,-1 0 18-16,3 1 22 0,8-2-249 15,-3-2 227-15,3-3-31 0,-3-3-279 16,-2 0 227-16,-1-2-64 0,1-3-351 16,-1 1 181-16,-2-3-173 0,0 1-1005 15</inkml:trace>
  <inkml:trace contextRef="#ctx0" brushRef="#br0" timeOffset="35109.83">31289 16845 811 0,'0'0'1146'0,"0"0"-873"0,0 0-14 16,0 0-88-16,0 0-14 0,0 0-25 15,0 0-26-15,0 0 22 0,8 34 57 16,-8-15-26-16,0-3-61 0,0 1-31 16,3-4 18-16,-3 2-51 0,3-1-18 15,2 0 38-15,0-3-54 0,3 0 19 16,-3-1-19-16,6-5 0 0,2 3 6 16,3-6-6-16,3 0 0 15,2-1-95-15,0-1 80 0,-2 0-36 16,2 0-281-16,0-2 172 15,-5 1-96-15,0-3-654 0,-6-1-377 16,-2 0 487-16</inkml:trace>
  <inkml:trace contextRef="#ctx0" brushRef="#br0" timeOffset="35297.49">31462 16977 1560 0,'0'0'416'16,"0"0"-416"-16,34-14 1 0,-21 6 67 15,-5-2-23-15,0 4-45 0,-3-4-98 16,3-1-155-16,-5 0-141 16,0-3-619-16</inkml:trace>
  <inkml:trace contextRef="#ctx0" brushRef="#br0" timeOffset="35457.71">31469 16726 1340 0,'0'0'1016'0,"0"0"-674"16,0 0-148-16,0 0-21 0,0 0-87 16,0 0-86-16,51 3-45 15,-35 0 26-15,5-2-77 0,0 1-238 16,0-1-12-16,-2 0-342 0</inkml:trace>
  <inkml:trace contextRef="#ctx0" brushRef="#br0" timeOffset="37471.17">32147 16876 1294 0,'0'0'715'0,"0"0"-426"0,0 0-82 16,0 0 99-16,0 0-129 16,0 0-39-16,0 0 40 0,0 0-25 15,0 0-32-15,0 0 15 0,-39 24 12 16,31-10-104-16,5 1-3 0,3-1-29 16,0-2-12-16,3-4-43 15,2-4 43-15,0 2 0 0,3-4 3 16,-2 0 3-16,-1-1-6 0,3 0-35 15,-3-1 35-15,0-3 0 0,1-3-39 16,-4 0 36-16,1-3 3 0,2-4-135 16,1-3 135-16,-4-1-48 0,4 1-113 15,-4 1 142-15,4 4-74 16,-1 1-184-16,3 5 232 0,0-1 10 16,2 3-61-16,4 1 73 15,-1 2-3-15,3 0-57 0,0 1 80 0,-3 3-23 16,0 2-29-16,-5 0 42 0,0 3-32 15,-5 0-76-15,-1 1 46 0,1 2 40 16,-3 0 32-16,0 0 3 16,0 5 48-16,0-3 62 0,-3 0-46 15,-2 1-19-15,2-1-32 0,1-1 19 16,-1-1-32-16,3-3 7 0,-3-3-7 16,3-1 0-16,0-1 13 15,0 1-10-15,0 0-3 0,0-1 13 16,3-1-7-16,-3 1-2 0,3-2-3 15,-3-1-2-15,0-1-47 0,0 0 48 16,0 0 36-16,0 0 12 0,0 0 13 16,0-1 45-16,0 0-39 0,-3 0-31 15,3 1 24-15,0 0-60 16,0 0-54-16,-3 0 32 0,3 0-20 0,-2-1-64 16,-1 1 105-16,-2 0-2 15,-1 0 3-15,4 0 16 0,-3 0 13 16,-1 0-23-16,4 0 45 0,-4 0-9 15,6 0 3-15,0 0 32 0,0-1-33 16,0-2-34-16,0 1 19 16,3 0-29-16,0-1 22 0,-1-2-16 15,1 1-6-15,0-2 20 0,-1 1 2 16,1 1 10-16,-3-2-26 0,2-1 32 16,1 1-6-16,0 0-10 15,2 1 29-15,-2 1-51 0,2-2-28 16,0 2 28-16,-2-3 0 0,2 3 0 15,-2-2 0-15,0 3 0 0,2 0-41 16,-2-2 40-16,-1 4 1 0,1-1-44 16,2 2 44-16,-5-3 0 0,3 3-10 15,-1-2 10-15,1 2 0 0,0-2-13 16,-1 1 13-16,1 0 0 16,0-1 1-16,-3 1 3 0,2 1-4 15,1-1-125-15,-3-1 125 0,0 1-1 16,3-1-2-16,-3 1 3 0,0-1 3 15,0 1 20-15,0 0 2 0,0 0-25 16,0-1 29-16,-3-1-26 16,3-1-3-16,-3 2-3 0,3 0 3 15,-2-2 0-15,2 2 13 0,-3 1-4 16,0-1 29-16,1 1-19 0,-1 0 26 16,3 1-45-16,-3-1 19 15,3 1-19-15,-2 0 0 0,-1 0 13 16,0 0 3-16,1 0-16 0,-1 0 28 15,1 0-28-15,-4 0 0 0,4 0 13 16,-4 0 41-16,1 1-7 0,2 0-47 16,-2 0 66-16,2 1-66 0,-2-1-47 15,2 2 46-15,1 0 1 0,-1-1-32 16,0 0 32-16,1 2 0 16,-1-1-30-16,3 0 30 0,-2-2 0 15,2 0 3-15,-3 2 10 0,3-3-13 16,0 0 22-16,0 0 19 0,0 0-41 15,0 0 9-15,0 0-9 0,0 0 0 16,0 0-72-16,0 0 68 16,0 0-5-16,3 0-70 0,-3 0 79 15,2 0 0-15,-2 0 2 0,3 0 17 16,-1 0-19-16,-2 0 16 0,3 0-16 16,-3-2 0-16,0 1 12 15,3 1-9-15,-3 0-3 0,0-1-44 16,0 1 32-16,0 0 12 0,0 0-107 15,0 0 105-15,0 0-22 0,0 1-8 16,0 2 32-16,-3 0 0 0,3 0-25 16,-3 0 25-16,3 2 0 0,0-1-25 15,-2 0 25-15,2 2 0 16,0-2-20-16,0 4 20 0,0-1 0 16,0 0-15-16,2 4 15 0,1-2 0 15,0 1 13-15,2-4-13 0,0-1 0 16,3-1-65-16,0 2 30 0,0-5-26 15,5-1-35-15,1-1 96 16,-1-4 0-16,-5 2-67 0,0-1 41 16,-3-1-31-16,0 2-148 0,-2-5 108 15,2 1 58-15,1-4 39 0,-4 2 26 16,-2-1-10-16,0 4 3 0,0 1 14 16,0 2-7-16,0-1 6 15,0 3-4-15,0 1-28 0,0 1-146 16,0 6 121-16,3 2 21 0,0 6-25 15,-1 4 28-15,1 2 1 0,0 0-9 16,-3-2 9-16,2 4 3 0,1 0 7 16,-3 2-1-16,3-2-7 0,-3 3 60 15,0-2 99-15,0 1-90 0,0-4-13 16,-3 0 28-16,-2-2-18 16,2-1-30-16,-5-3 45 0,0 0-16 15,-3-4-19-15,3-3 32 0,-2 0-29 16,-1-5-29-16,1 1 70 0,2-3-29 15,2-1-53-15,1 0 79 0,3-4-33 16,-4 0-43-16,1-4 100 16,0-4-69-16,-1-5-19 0,6-5 22 15,0 0-47-15,8-1-58 0,3-1 55 16,2 3 3-16,3 0-129 0,3 1 116 16,2 2-18-16,3 1-206 15,-3 3 135-15,3 1-80 0,-3 2-289 16,0 1 122-16,-2 2-65 0,-4 3-370 15,-4 1 109-15</inkml:trace>
  <inkml:trace contextRef="#ctx0" brushRef="#br0" timeOffset="38269.17">25481 17615 2370 0,'0'0'233'16,"0"0"24"-16,0 0-3 0,0 0-133 15,0 0-70-15,0 0-41 0,-24 41 73 16,24-14-10-16,6 6 47 0,2 1 48 16,0 2-20-16,2-1-54 15,1-3 26-15,-3 2-120 0,5-3 28 16,-2-4-68-16,2 4 40 0,3-7-331 15,-6-4 167-15,-2-5-24 0,-3-7-115 16,-2-4 201-16,-3-2-30 0,0 1-139 16,0-3 133-16,-5 0-115 0,-3-4-461 15,-5-6 114-15,2 1 40 0</inkml:trace>
  <inkml:trace contextRef="#ctx0" brushRef="#br0" timeOffset="38455.42">25402 17716 2067 0,'0'0'223'16,"39"-25"97"-16,-12 16 73 0,-3 4-185 15,5-1-36-15,0 3 6 0,-2 3-71 16,-4 0-107-16,-4 5-44 0,-3 1 42 16,-3-1-144-16,-5 2-226 15,-3 3 186-15,-5-1-33 0,-2 2-278 16,-6-1-75-16,-3-1-209 0</inkml:trace>
  <inkml:trace contextRef="#ctx0" brushRef="#br0" timeOffset="38594.45">25473 17825 250 0,'0'0'577'16,"0"0"-10"-16,0 0-382 0,0 0 40 16,0 0 248-16,35 14-317 0,-1-16-76 15,-2-4-73-15,2 0-7 0,-2 0-25 16,-3 0-130-16,0 0-82 0,-5 1-162 15,-8 0-956-15</inkml:trace>
  <inkml:trace contextRef="#ctx0" brushRef="#br0" timeOffset="38831.71">25796 17787 191 0,'0'0'646'0,"0"0"226"0,0 0-453 16,0 0-101-16,-18 48 30 0,10-29-168 16,5-2-52-16,1-1 6 15,-1-3-19-15,3 0-86 0,5 1-20 16,3-3 14-16,3-3-23 0,5-1 0 15,0-5 50-15,5-2-50 0,-3 0 26 16,3-9-55-16,-2-2 29 0,0-1-47 16,-4-3 47-16,-4-1 0 0,-3-1 28 15,-5 1-12-15,-3 0-16 16,-6 3-13-16,-4-3-18 0,-1 4 24 16,-2-3-251-16,-3 3 104 0,3 5-58 15,2 1-373-15,3 2 128 0,6 2-25 16,-1-2-496-16</inkml:trace>
  <inkml:trace contextRef="#ctx0" brushRef="#br0" timeOffset="39374.07">26061 17796 901 0,'0'0'1192'0,"8"36"-684"16,-8-19-315-16,5-3-45 0,-2-2-23 16,0-2-52-16,-1 0-73 0,1-5-7 15,0 2 6-15,-1-3 1 0,-2 0-87 16,0-3 68-16,0 0-26 16,0-1 13-16,0 0 31 0,0 0 1 15,0 0-122-15,0-6 80 0,0-4 13 16,0-3-77-16,0-5 83 0,0-8 4 15,3 1-113-15,2-6-43 0,6 5-84 16,2 0-225-16,3 5 448 16,5 6 36-16,0-1 325 0,1 6-1 15,-1 3 13-15,-3 4 120 0,-2 3-274 16,-3 3-164-16,-2 1 0 0,-3 0-22 16,-5 2 3-16,-1 0-22 15,-2 4 22-15,0 4 0 0,-5 2 3 16,-6-3 22-16,1-1-25 0,-3-1-4 15,-1-1 4-15,4-1 0 0,-4 2 16 16,1-2-13-16,3 2-3 0,-1 1-15 16,0-1 15-16,4-1 0 0,1 2-33 15,1-3 32-15,5 1 1 0,0 0-25 16,3-3 25-16,-1-3 19 0,4 4 185 16,4 3-19-16,1-1-37 15,5 4-75-15,-6-3-23 0,1-1-50 16,2 0-15-16,-2-2-20 0,2 1 35 15,-3-2-304-15,4-3 116 0,-4-1-84 16,-2-2-550-16,3-1-225 16</inkml:trace>
  <inkml:trace contextRef="#ctx0" brushRef="#br0" timeOffset="39675.54">26411 17844 1600 0,'0'0'435'16,"13"40"38"-16,-8-28-328 0,3-3-48 15,0 1 51-15,0-4-26 0,0-4 3 16,-3-1 12-16,6-1 29 0,0-3 11 15,5-8 44-15,-6-1-64 0,3-2-59 16,-2-3-73-16,-3 3 75 16,-3-3-100-16,3-1 28 0,-3-2-28 15,-2 2 0-15,2-1-251 0,1-2 44 16,2 0-129-16,-3 7-571 0,3-1-76 16,-3 6-279-16</inkml:trace>
  <inkml:trace contextRef="#ctx0" brushRef="#br0" timeOffset="40108.6">26856 17788 1342 0,'0'0'273'0,"0"0"-58"0,0 0 151 16,0 0-133-16,0 0-26 0,0 0-30 15,0 0-19-15,0 0 15 0,0 0 107 16,-13 26-39-16,2-5-64 0,0 3-26 16,3-1 22-16,0-2-58 0,6-1-87 15,-3-1 77-15,5 0-105 0,0-2-28 16,5-5 27-16,3 0 1 0,0-2-62 16,2-2 60-16,1-5 2 15,2 0-137-15,0-3 116 0,3 0 21 16,0-3-205-16,-3-3 177 0,1-2-35 15,-1 1-488-15,-5-3 71 0,-3 2-166 16,0 1-1093-16</inkml:trace>
  <inkml:trace contextRef="#ctx0" brushRef="#br0" timeOffset="40300.61">26843 17890 2244 0,'0'0'275'0,"0"0"-127"0,0 0-37 16,50 4-50-16,-34-4 0 0,-3-6-51 15,-5 3-10-15,0-3-65 0,-3 2-438 16,-2-2 43-16,2-2-132 16,0 0-666-16</inkml:trace>
  <inkml:trace contextRef="#ctx0" brushRef="#br0" timeOffset="40817.42">26911 17776 967 0,'0'0'339'0,"0"0"-27"0,0 0-162 15,0 0-56-15,43-4-59 0,-25 3-35 16,-4 1-13-16,1 0 7 0,-4 0 6 16,2 0 0-16,-5 2 208 15,-2 3-1-15,-1 1-45 0,0 4 61 16,0 4-36-16,-2 7-17 0,-3 1 22 15,0-4-14-15,0 0-22 0,-3 0-39 16,3 0-51-16,-2 2-66 0,-4-2-25 16,6-1-3-16,-2-3-20 0,-1-2-196 15,1-3 199-15,2-3-38 0,-3-3-150 16,3-2 101-16,0 0-22 0,0-1-114 16,-3 0 162-16,3 0-85 15,0-2-215-15,0-7 295 0,0-5 30 16,0-6-134-16,6-3 118 0,1-1 97 15,7-1 42-15,2 4-31 0,-1 1-11 16,1 7-46-16,3-1 27 16,-1 4 19-16,1 1 132 0,0 2 164 15,-1 2 39-15,-2 4 196 0,-5 1-367 16,-3 0-135-16,-6 0-28 0,1 2-1 16,-1 2 0-16,-2 2 0 15,0 0 19-15,-2 2-19 0,-6 3 0 16,-3 5 0-16,-2-3 0 0,0-2 3 15,2-1 16-15,6 0-19 0,0-1 2 16,-1 2 17-16,4 5 26 0,-1-4-16 16,3 1 16-16,0 0-13 0,5-2-25 15,1 0 5-15,2 1-12 0,2-5-45 16,1 0 41-16,2 1-34 16,0-5-26-16,0 1-7 0,1-4-103 15,-4 0-282-15,1-3-48 0,-3 0-468 16</inkml:trace>
  <inkml:trace contextRef="#ctx0" brushRef="#br0" timeOffset="41329.71">27340 17989 1512 0,'0'0'316'0,"0"0"47"16,0 0-188-16,0 0-17 0,0 0 13 16,0 0-81-16,0 0-12 0,0 0 60 15,0 0 9-15,0 0-42 16,-5 24-73-16,5-24 13 0,0-1-20 16,0-3-18-16,0-4 44 0,5-4-13 15,-2-3-29-15,2-5 58 0,3-3-67 16,3-4-48-16,5-1 17 0,2 4-87 15,4 3-141-15,4 6 256 0,-2 6 3 16,0 0 227-16,-3 6 2 16,-3 2-52-16,-2 1-57 0,-5 0-45 15,-3 3-75-15,0 5 10 0,-6 1-10 16,1 5 0-16,-3-2 25 0,-5 2 0 16,-3-3-25-16,-3 0 31 15,1-1-27-15,-1-1-4 0,3 1 21 16,-5-2-17-16,2 4-4 0,1-2 15 15,-1 2-8-15,3-1-7 0,3-1 22 16,0 3 19-16,5-3-41 0,-3 2 41 16,3-4 2-16,0-1-33 0,3-1 18 15,-1-4 31-15,1 1-59 0,2 2 0 16,0-2 0-16,6 1 0 16,5-1-144-16,2-3 116 0,-2-2-33 15,0-4-386-15,-2-1 152 0,-4 0-144 16,1-1-658-16,-3 3-85 0</inkml:trace>
  <inkml:trace contextRef="#ctx0" brushRef="#br0" timeOffset="41625.6">27690 17836 1937 0,'0'0'631'0,"0"0"-302"0,0 0-28 16,0 0-8-16,0 0-43 0,-13 39-49 15,10-25-49-15,-2 2-27 0,5-3 15 16,0-1 64-16,0 0-93 0,0-1-96 16,5-1 133-16,0-4-108 0,3 3-4 15,0-1 62-15,6-4-98 0,4 1 61 16,3-3-9-16,1-1-52 0,4-1 12 16,-2 0-12-16,2 0 0 15,-2-2-235-15,0-2 214 0,-3 1-65 16,0 0-219-16,-7-2 230 0,-1 2-61 15,-5 1-231-15,-3-1 216 0,-5-1-45 16,3 1-397-16,-3 0 168 16,-3-3-230-16,0 4-1129 0</inkml:trace>
  <inkml:trace contextRef="#ctx0" brushRef="#br0" timeOffset="41784.8">27836 17897 421 0,'0'0'707'0,"0"0"-167"16,0 0-475-16,0 0-35 0,0 0 155 16,0 0-10-16,0 0-20 0,0 0-38 15,29-36-117-15,-27 28-104 0,1 1-463 16,2-1 39-16,-5 0-52 0</inkml:trace>
  <inkml:trace contextRef="#ctx0" brushRef="#br0" timeOffset="41973.55">27825 17734 1208 0,'0'0'592'0,"0"0"76"0,0 0-313 16,0 0-44-16,0 0 125 0,0 0-152 15,0 0-82-15,0 0-64 0,0 0 8 16,0 0-140-16,29-12 44 0,-16 12-22 16,6-4-28-16,0 2 6 15,-4-1-7-15,1 0 1 0,-2-1-208 16,-1 3 102-16,0-2-165 0,-2 1-469 15,-6 1-55-15,0-2-601 0</inkml:trace>
  <inkml:trace contextRef="#ctx0" brushRef="#br0" timeOffset="45863.19">28572 17830 986 0,'0'0'638'16,"0"0"-261"-16,0 0-44 16,0 0-232-16,-8 42-40 0,11-24 62 15,5 2-68-15,2 0-36 0,1-4 0 16,-1 2-32-16,4-3 13 0,-4-3-28 15,4 0 25-15,-4-3 3 0,1-3-32 16,-3-3 32-16,-3-2 0 0,-2-1-3 16,-1 0 3-16,1 0 22 0,0-1 20 15,-1-2 3-15,3-3 0 0,-2-3 13 16,5-3 10-16,-5-2-62 0,-1-7 14 16,1-1-14-16,-3 0-6 15,0 0-48-15,3 3 48 0,-3 2-71 16,0 2-177-16,2 1 48 0,-2-1-59 15,3 7-180-15,0 0 205 0,-1 2-98 16,-2 4-454-16</inkml:trace>
  <inkml:trace contextRef="#ctx0" brushRef="#br0" timeOffset="46081.26">28832 17770 1293 0,'0'0'377'0,"0"0"305"16,0 0-462-16,15 38-43 0,-12-16 54 16,0 2-71-16,-3-1-19 0,0-1-20 15,2 1-45-15,1 0-76 16,0 1 0-16,-1-1-25 0,4-1 12 16,-1-1-223-16,-2-7 83 0,-1 1-62 15,1-6-295-15,0-2-3 0,-3-3-141 16</inkml:trace>
  <inkml:trace contextRef="#ctx0" brushRef="#br0" timeOffset="46280.96">29028 17875 48 0,'0'0'1381'0,"0"0"-965"0,0 0 106 15,0 0-377-15,2 46 4 0,-2-27 12 16,-2-4-106-16,2 3-55 0,0-2-36 16,0-2 17-16,0 0-116 0,2-5-250 15,-2 0 19-15,0-4-63 16,0-3-461-16,-2-1 418 0</inkml:trace>
  <inkml:trace contextRef="#ctx0" brushRef="#br0" timeOffset="46549.47">29118 17830 915 0,'0'0'401'16,"0"0"-47"-16,39-16 163 16,-31 16-300-16,-2 0-56 0,-4 4-48 15,4 0-26-15,-1 5-23 0,-3 4 26 16,4 6 3-16,-6 0 7 0,0-2-8 15,0 3-25-15,-6-4-44 0,4 2-17 16,-6-4 26-16,3 2-32 0,-3-4-12 16,0 1-16-16,0-6 28 0,0 1-208 15,2-5 92-15,1 0-67 0,3-1-243 16,-1-2 5-16,0 0-93 16,1 0-564-16</inkml:trace>
  <inkml:trace contextRef="#ctx0" brushRef="#br0" timeOffset="46798.41">29282 17855 1257 0,'0'0'495'0,"0"0"-174"0,0 0-3 15,0 50-231-15,2-34-16 0,-2-2 6 16,3 3-31-16,0-3-21 0,-1 1-2 15,1 1 22-15,5-3-43 0,-3 0 5 16,6-3 9-16,-1-2-16 0,4-3-20 16,-1-2 20-16,0 0 2 0,3-3-2 15,-3 0 0-15,1 0-32 0,-4-3-536 16,-2 1-82-16,-5 0-327 16</inkml:trace>
  <inkml:trace contextRef="#ctx0" brushRef="#br0" timeOffset="46999.97">29385 17903 2057 0,'0'0'269'0,"0"0"-20"0,0 0 60 15,42 16-158-15,-31-14-20 0,2-2-77 16,-7 0-22-16,2 0-32 0,-6 0-130 15,1 0-14-15,-1 0-36 0,1 0-197 16,-3 0 43-16,0-2-114 0,3 0-904 16</inkml:trace>
  <inkml:trace contextRef="#ctx0" brushRef="#br0" timeOffset="47519.46">29427 17818 277 0,'0'0'466'0,"0"0"-277"15,0 0-9-15,48-11-34 0,-35 11 46 16,-2 0 247-16,0 3-147 16,-3 2-30-16,-3 4 55 0,3 0-141 15,0 4-12-15,-3 2 60 0,0-1-59 16,-2-2-22-16,2-1-64 16,-5 1 25-16,3-1-104 0,-3-1 44 15,3-1-41-15,-3-4-3 0,0-3-66 16,0 2 63-16,0-2-73 0,2 0-158 15,-2-2 167-15,0 1-6 0,0 0 47 16,3-1 26-16,-3 0 0 0,2-1-25 16,1-5 25-16,2-4 0 0,3-7 3 15,0-2 3-15,3 0-6 0,2-2 0 16,3 5 42-16,0 0 59 0,-3 9 52 16,0 1 30-16,-5 4-57 15,-2 0-48-15,-1 2 36 0,-2 0-105 16,-1 4 35-16,1-2-19 0,0 2-25 15,-1 1 22-15,1 2-16 16,0 0-6-16,-3 5-123 0,-3 2 120 16,-2 1-79-16,-6-1-138 0,-2 3 207 15,2-5-44-15,1 1-110 0,-1-2 154 16,3 0-3-16,3 1-28 16,-1 0 44-16,6-2 0 0,0 2-15 15,0-2 15-15,3 1 41 0,5-1 4 16,3-2 75-16,-1 1-88 0,3-2-7 15,1-2-6-15,2-1-19 0,-3-2-38 16,0-1 19-16,3-1-44 0,-5 0-291 16,-1-3-5-16,1 0-315 0,-3-1-1412 15</inkml:trace>
  <inkml:trace contextRef="#ctx0" brushRef="#br0" timeOffset="48343.67">29870 17894 1434 0,'0'0'267'0,"0"0"171"0,0 0-276 16,0 0-7-16,0 0 75 16,0 0-137-16,0 0-16 0,0 0 10 15,34-30-17-15,-29 30-54 0,1 0-9 16,-4 1 54-16,4 6-7 0,-4 6 52 15,-2 3-8-15,0 7-63 0,0 4-22 16,-2-3 28-16,2-3-41 0,0-4-12 16,0-1 12-16,2-1 0 0,1-5-48 15,0 0 45-15,2-5 3 16,3-1-70-16,0 1 70 0,5-1 0 16,3 0-31-16,3-4 9 0,-6 0 9 15,0-5-179-15,-2 2 54 0,-6 0-78 16,3-2-414-16,-5 4 90 0,-3-1-72 15</inkml:trace>
  <inkml:trace contextRef="#ctx0" brushRef="#br0" timeOffset="48515.94">29984 17934 112 0,'0'0'1677'0,"0"0"-1330"0,42 1 93 15,-23 4-279-15,-4-3-55 0,4 0-13 16,-3 0-54-16,-3 2-39 0,-2-2-81 16,-3-1-135-16,-3-1-94 0,-2 0-495 15,-1 0 102-15</inkml:trace>
  <inkml:trace contextRef="#ctx0" brushRef="#br0" timeOffset="48719.62">30047 17821 1026 0,'0'0'807'0,"0"0"-427"15,43 0-342-15,-28 0-28 0,4 0-10 16,-6 1-152-16,1-1-209 0,-4 0-994 15</inkml:trace>
  <inkml:trace contextRef="#ctx0" brushRef="#br0" timeOffset="49750.04">30826 17837 1375 0,'0'0'677'0,"0"0"-370"0,0 0-168 16,8 50 20-16,-8-34 66 16,2 2-129-16,1 3-35 0,0-1-10 15,-1 2 7-15,1-3-58 0,2-1-3 16,-2-2 0-16,2-4 3 0,-2-2-138 15,2 0 3-15,-2-6-48 0,-3-1-247 16,3-2-28-16,-3-1-95 0,0 0-601 16</inkml:trace>
  <inkml:trace contextRef="#ctx0" brushRef="#br0" timeOffset="49956.62">30765 17817 853 0,'0'0'655'0,"42"-21"-242"16,-18 13-53-16,-3 4 76 0,3 1-240 15,-3 2-68-15,1 1-35 0,-7 2-64 16,-1 2-29-16,-6 2-74 16,-3-1-41-16,0 3-55 0,-2 2-230 15,-3 1 37-15,-5 0-255 0,-3-7-805 16</inkml:trace>
  <inkml:trace contextRef="#ctx0" brushRef="#br0" timeOffset="50079.75">30799 17929 1351 0,'0'0'595'0,"37"6"-320"0,-15-6-152 15,1 0-84-15,1 2-39 0,-2-2-19 16,-1 1-487-16,-8-1-282 0</inkml:trace>
  <inkml:trace contextRef="#ctx0" brushRef="#br0" timeOffset="50407.14">31032 18035 950 0,'0'0'273'0,"0"0"193"16,0 0-287-16,0 0-72 0,0 0 0 15,0 0-78-15,0 0 10 0,0 0-10 16,0 0-29-16,22-21 0 0,-17 14-5 16,-2-5-18-16,5-2 0 0,-3-1-42 15,3 1-74-15,2-5-69 0,4 3-212 16,1 3 241-16,1 1 85 16,3 5 94-16,-3 3 93 0,0 0 83 15,0 2 104-15,-1 2-124 0,-1 0 0 16,-1 7 84-16,-2-1-159 0,-1 3-7 15,-2 4-60-15,-3-2-14 16,3 3 30-16,-2 6 8 0,-4-2-35 16,4 0 13-16,-6 3-16 0,0-4-10 15,0 0-145-15,0 1-426 0,-6-4 73 16,1-4-46-16</inkml:trace>
  <inkml:trace contextRef="#ctx0" brushRef="#br0" timeOffset="50611.89">31178 17997 1740 0,'0'0'749'0,"40"-10"-475"0,-24 8-139 16,-3 2-135-16,3 0-1 0,0 1-128 15,0 0-255-15,-3 0-21 16,0 0-203-16</inkml:trace>
  <inkml:trace contextRef="#ctx0" brushRef="#br0" timeOffset="50967.93">31477 17854 826 0,'0'0'775'16,"0"0"-596"-16,0 0-121 0,0 0 137 15,0 0-52-15,0 0-62 0,0 0 29 16,0 0-58-16,0 0-45 16,-37 40-7-16,35-31-13 0,2-2 0 15,0 0-32-15,0 0 44 0,5 1 1 16,3 3 126-16,8 1 39 0,5-4 2 15,0 3 100-15,0-1-117 16,-5-2-137-16,-5 0 12 0,-3 2-25 16,-3-1 0-16,-2 1 13 0,-1 2 16 15,-2-5 25-15,0-1-38 0,-8 0 41 16,3 3-57-16,-8 0-29 16,0 1 26-16,-3-4-38 0,3-1-128 15,5-4 60-15,0-1-58 0,2 0-232 16,4-1 85-16,-4-6-212 0,1 1-950 15</inkml:trace>
  <inkml:trace contextRef="#ctx0" brushRef="#br0" timeOffset="51236.1">31695 17865 2034 0,'0'0'538'0,"0"0"-149"16,0 0-91-16,0 0-149 0,0 0-75 15,0 0-71-15,0 0 57 16,15 40-32-16,-15-24-15 0,0-3 31 16,0 3-44-16,0-4 29 0,3 1-7 15,0-2-22-15,-1-1 19 0,6-2-9 16,0 1-10-16,0-1 15 16,5-3-2-16,3 0-13 0,-2-3 19 15,2-2 6-15,-1 0-25 0,-1-4-95 16,-1 0 26-16,-5 2-80 0,-6-2-282 15,4 0 113-15,-6 1-115 0,5-2-590 16,-5-2-27-16</inkml:trace>
  <inkml:trace contextRef="#ctx0" brushRef="#br0" timeOffset="51423.72">31755 17905 916 0,'0'0'808'0,"0"0"-322"15,0 0 73-15,0 0-337 16,0 0-33-16,0 0-14 0,46 5-41 16,-31-5-48-16,-7 0-71 0,0 0 30 15,-5-3-45-15,0 2-213 0,2-1 44 16,-2-1-39-16,-1 1-384 16,1 0 15-16,-3-5-452 0</inkml:trace>
  <inkml:trace contextRef="#ctx0" brushRef="#br0" timeOffset="51954.81">31806 17814 1353 0,'0'0'423'0,"0"0"-180"0,0 0 3 15,47-19-103-15,-31 15-40 0,0-1-33 16,0 2 11-16,-3 1 3 16,1 2 25-16,-4 0-74 0,-2 0-35 15,-3 1 3-15,-2 4 22 0,2 5 27 16,1 3 2-16,-4 6 33 0,1-2-1 15,-3 1-19-15,0-5 22 16,0 3-54-16,0-3-28 0,0 2 37 16,0-1-44-16,0 2-25 0,-3-1 2 15,3-2-50-15,0-3-189 0,0-2 150 16,0-2-52-16,0-2-223 16,0-3 118-16,0 0-33 0,0-1-231 15,0 0 331-15,0 0-92 0,0-2-2 16,0-8 296-16,0-3 163 0,0-7 267 15,3-2-189-15,5-3-82 0,3 3-64 16,-1 2-93-16,3 7 17 0,-2 2 193 16,2 1-4-16,0 1 38 0,1 5 174 15,-1 1-179-15,0 2-39 0,-5 1 2 16,0 0-64-16,-5 3-63 16,2 0-52-16,-2-1 57 0,-3 5-79 15,2 2 26-15,-2 3 9 0,0 3-38 16,-5 0 31-16,-3 1-18 0,-3-2-13 15,1-3-102-15,-1-1 101 16,3 1-24-16,-2-2-35 0,2-1 60 16,3 1 0-16,2-1-20 0,0-4 20 15,3 2 0-15,0-2 2 0,0-1-2 16,0 2 0-16,0-1 0 16,3-3 0-16,0 5 0 0,-1 0-50 15,6 2 47-15,3-1-169 0,-1-1-524 16,1-3-291-16,5 2-317 0</inkml:trace>
  <inkml:trace contextRef="#ctx0" brushRef="#br0" timeOffset="52114.82">32253 18131 2821 0,'0'0'429'0,"0"0"-219"16,0 0-210-16,0 0 51 0,0 0-51 15,0 0-504-15,0 0-160 16,0 0-880-16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3:12:19.644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27044 2997 633 0,'0'0'192'0,"0"0"-68"0,0 0 29 16,0 0 6-16,0 0 79 0,0 0 139 16,0 0-247-16,0 0-26 0,0 0 9 15,8-10-84-15,-6 10-3 0,1-1-25 16,0 1-1-16,-1 0-18 0,4 3 18 16,-4 3 32-16,-2 6-2 0,3 1 4 15,-3 7-31-15,0 3 17 16,0 0 41-16,0 5-28 0,-5 1 9 15,-1 4 50-15,1-2-37 0,-3 2 3 16,3-2-29-16,0-1 10 0,-1-4-39 16,4-2 6-16,2-2-8 15,0-2 2-15,0-2-7 0,2-3 6 16,4-2 1-16,-4-4-38 0,3-4-62 16,-2 0-36-16,0-4-281 0,-1-1 53 15,4 0-33-15,-4-1-264 0,1-5 90 16</inkml:trace>
  <inkml:trace contextRef="#ctx0" brushRef="#br0" timeOffset="204.67">27044 3248 1659 0,'0'0'172'0,"0"0"42"0,40-10 71 15,-19 8-175-15,3 0 55 16,-1 0 41-16,1-1-113 0,0 1-19 15,3-1-13-15,-1 1 0 0,-2-3-61 16,0 2 3-16,-6 2-19 0,1-1 0 16,-3 2-299-16,-3-4 44 0,0 0-94 15,-8 2-637-15,1-1 331 16</inkml:trace>
  <inkml:trace contextRef="#ctx0" brushRef="#br0" timeOffset="487.99">27444 2909 385 0,'0'0'1133'0,"0"0"-929"16,0 0-204-16,0 0 0 0,0 0-6 16,0 0 6-16,0 0 130 0,0 0 71 15,5 48-126-15,-8-24 25 0,1 2 62 16,-1-2-104-16,0 2 13 15,-2 1 55-15,2-2-55 0,3 0-39 16,-2-3-32-16,2 2-30 0,0-1 30 16,0-2 4-16,2-1 25 0,-2-2-17 15,3-5-12-15,0-2-67 16,-1-4-72-16,1-4-162 0,-3 1 100 16,3-3-3-16,-3-1-245 0,2 0 146 15,1-4-16-15,0-1-421 16</inkml:trace>
  <inkml:trace contextRef="#ctx0" brushRef="#br0" timeOffset="848.58">27534 3006 1370 0,'0'0'478'16,"0"0"-283"-16,0 0-195 0,0 0-36 15,0 0 36-15,0 0 50 16,0 0 63-16,21 46-15 0,-16-23-8 0,1 2 130 15,-1-1-133-15,0 1-35 16,0-1 15-16,1 2-15 0,-4-1-33 16,4-1-16-16,-4-1 25 0,4-1-28 15,-1-3 0-15,-2-5 29 16,2-4 3-16,-2-2-29 0,-3-4 10 16,2-2 10-16,1-1 9 0,-1 0 57 15,1-1 23-15,5-4 188 16,0-8-110-16,5-9-115 0,1-4-56 15,-1-5 44-15,0-1-63 0,0 0 16 16,3-3-16-16,3-3 0 0,2-1-125 16,3 0 78-16,0 0-64 0,-1 4-210 15,-1 5 171-15,-4 6-36 0,-2 5-194 16,-5 7-21-16,-3 3-145 0,-6 5-685 16</inkml:trace>
  <inkml:trace contextRef="#ctx0" brushRef="#br0" timeOffset="1300.38">27881 3285 740 0,'0'0'316'0,"0"0"-189"0,0 0 150 15,0 0-10-15,0 0 32 0,0 0 344 16,0 0-372-16,0 0-130 0,0 0-36 16,34-52 26-16,-26 28-29 0,3 2-61 15,-3 1 10-15,2-4-51 0,-2-2 22 16,0-2-22-16,3-2 0 0,-3 1-92 16,0 2 22-16,2 3-105 0,-2 3-207 15,0 3 266-15,0 5 55 16,0 4-26-16,-5 4 84 0,2 2-7 15,-2 3-16-15,-1 0 26 0,1 1 0 16,0 1-43-16,-1 5 8 0,1 5 35 16,2 6 93-16,-2 3-28 0,2 2-52 15,-2-1 19-15,5 1 16 16,-3 3-12-16,3-1 12 0,0 3-6 16,0 1 9-16,2-2-47 0,-2 1 15 15,3 1-17-15,-3-3 1 16,5-2 39-16,0-1 0 0,-2-2-39 15,0-4-3-15,-1 2 0 0,-2-5-202 16,0-1 50-16,-5-5-38 0,-3-2-358 16,0-3-2-16,0 1-62 0</inkml:trace>
  <inkml:trace contextRef="#ctx0" brushRef="#br0" timeOffset="1491.16">27987 3170 2241 0,'0'0'400'0,"0"0"-319"0,0 0-29 15,0 0-1-15,0 0 42 16,39-16-22-16,-15 14-46 0,3-2-8 16,-1 2-17-16,1 2-65 0,-1-1-137 15,1 0-140-15,-6-2-541 0,-3-1-166 16</inkml:trace>
  <inkml:trace contextRef="#ctx0" brushRef="#br0" timeOffset="1955.16">28511 2825 2336 0,'0'0'445'0,"0"0"-307"0,0 0 45 15,0 0-55-15,0 0-42 16,0 0-6-16,42-34-26 0,-20 27 47 16,7 2-44-16,-3 4-50 0,3 1 59 15,-2 0-66-15,-1 1 0 0,-2 4 0 16,-5 3 0-16,-6 1-97 15,0 0 96-15,-5 3-33 0,-5 1-86 16,2 0 118-16,-5 2-29 0,-3 0-68 16,-4 3 51-16,-9-1-16 0,-3 2-77 15,-2-1 103-15,0 0-1 0,0 0-41 16,2-2 79-16,-2 0-54 0,8-3 1 16,-3 1 54-16,5-4 0 15,0 2-24-15,6-1 24 0,0-3 0 16,5-2-58-16,0 0 39 0,0-3 16 15,3 4-36-15,4-1 39 0,7 1 29 16,4 2 77-16,6-5-9 0,0 1-14 16,-3-2-19-16,0-1-19 0,-5 3-45 15,-3 0-116-15,-2 1-161 16,-6-1-292-16,-5-3-1169 0</inkml:trace>
  <inkml:trace contextRef="#ctx0" brushRef="#br0" timeOffset="2095.09">28683 3360 1987 0,'0'0'269'16,"0"0"-269"-16,0 0-101 0,0 0-480 16,0 0-5-16,0 0-402 0</inkml:trace>
  <inkml:trace contextRef="#ctx0" brushRef="#br0" timeOffset="2829.23">26840 4055 1314 0,'0'0'289'16,"0"0"-113"-16,0 0-53 0,0 0-6 16,0 0 61-16,0 0-58 15,0 0-26-15,0 0 45 0,0 0-139 16,10-25-37-16,-4 30 37 0,-1 2 23 16,6 7 48-16,-3 5 71 0,2 4-42 15,-2 1-49-15,-3-1 4 16,-2 1 15-16,0 3-31 0,-1 0-33 15,-2 0 29-15,3 1-28 0,-3-2 6 16,3-1-10-16,-3 0-3 0,0-5-17 16,2 0-35-16,-2-3-63 0,3-3-175 15,-3-4 158-15,0-4-94 0,-3 1-258 16,-5-3-13-16,6-2-109 0</inkml:trace>
  <inkml:trace contextRef="#ctx0" brushRef="#br0" timeOffset="3052.1">26861 4278 1563 0,'0'0'387'0,"34"-10"-144"0,-12 5 26 16,-4 2-105-16,1 3-14 0,2 0-34 15,0 0-14-15,-2 1-2 16,2 4-56-16,-3-1-44 0,4 4-6 15,-4-3 6-15,-2 2 0 0,-3-3-138 16,3 2-13-16,-3-4-61 0,-2-2-465 16,-3 0 76-16,-3 0-178 0</inkml:trace>
  <inkml:trace contextRef="#ctx0" brushRef="#br0" timeOffset="3315.82">27155 4012 2183 0,'0'0'343'0,"0"0"-133"0,0 0-68 16,0 0-110-16,0 0-23 0,0 0 7 16,0 0-14-16,0 0 11 0,34 49 19 15,-28-24 4-15,-1 1-7 16,-2 1 41-16,-1 0-54 0,4 2-3 15,-1-1 37-15,0 1-50 0,1-4 0 16,-1-2 9-16,5-3-9 0,-2-1-147 16,0 2 0-16,0-6-56 0,-2 0-457 15,-1-9-84-15,-2-2-313 0</inkml:trace>
  <inkml:trace contextRef="#ctx0" brushRef="#br0" timeOffset="3641.88">27372 4163 1608 0,'0'0'290'0,"0"0"-254"16,8 51 29-16,-5-33 74 15,-3 3-51-15,2-2 60 0,4 0 1 16,-4 0-75-16,6-1 26 0,-2-3-35 15,-1-4-36-15,0-4-4 0,-2-1-18 16,0-4 70-16,2-2 45 0,-3 0 134 16,4 0 8-16,2-9-37 0,5-6-72 15,-2-4-43-15,2-3-85 0,-5-1 1 16,0-1 31-16,0-1-59 16,2-2 9-16,-2-1-52 0,3-2 33 15,-1 3-301-15,4-1 134 0,-1 2-141 16,5 4-410-16,-2 5 158 0,-2 2-165 15</inkml:trace>
  <inkml:trace contextRef="#ctx0" brushRef="#br0" timeOffset="3953.15">27706 4145 296 0,'0'0'727'0,"-19"51"-535"0,9-27 218 16,2-1-192-16,0 0-85 0,3-7 84 15,2 3-81-15,3-6 0 0,0-2 12 16,5 2-96-16,3-4-16 0,5-2 34 16,1-2 30-16,4-5 19 0,1 0 76 15,5-4-22-15,-3-5-49 0,3-1-42 16,-3-3 13-16,-3-1-29 0,4-4-44 16,-7 0 57-16,-4-2-51 0,0-2-25 15,-6 0-6-15,-2-3-35 16,-3-3-171-16,-6 3 44 0,-2 0-115 15,-5 4-315-15,-3 2 155 0,0 6 38 16,3 4-15-16,0 3 398 0,5 1 19 16,0 4-1-16,5 1-12 15,1 0-49-15,-4 5-75 0,4 1-49 16,2 6-36-16,0-3-443 0</inkml:trace>
  <inkml:trace contextRef="#ctx0" brushRef="#br0" timeOffset="4409.47">27963 4301 254 0,'0'0'590'0,"0"0"-348"15,8 48-141-15,-8-34 48 0,2-4-12 16,-2 0-23-16,0-3-59 0,0-4 49 16,0-1-61-16,0 1 5 15,0-1 102-15,0-2 148 0,0-8 109 16,0-6-131-16,0-5-231 0,3-3-41 15,0-2 5-15,-1 0 23 0,4-2-32 16,2-3 7-16,0-2-10 0,7 2 3 16,7-2-174-16,-1 0 62 15,8 5 44-15,-3 3 58 0,4 3 10 16,-1 5 119-16,-3 2 69 0,3 5-6 16,-5 5-13-16,-3 3-92 15,-2 1-77-15,-6 3-3 0,-5 3-106 16,0 3 108-16,-5-1 1 0,-3 7-63 15,-3 0 61-15,-8 4 2 0,-2 1-76 16,-5 1 37-16,2-1-25 0,-3-3-29 16,3 2 93-16,3-1 0 0,0-4-10 15,2 3 10-15,1-4 0 0,2 0-3 16,2-2 0-16,1 2 3 0,5 0-46 16,0-2 46-16,3 1 0 0,5-2-25 15,0 0 25-15,2 0 0 16,1-4-16-16,2 0-90 0,0-4-114 15,3 1-369-15,-5-4 62 0,-1 0-46 16</inkml:trace>
  <inkml:trace contextRef="#ctx0" brushRef="#br0" timeOffset="4736.39">28379 4366 1028 0,'0'0'316'0,"0"0"-140"0,0 0 181 16,0 0-146-16,0 0-13 0,0 0 170 15,37 15-174-15,-32-15-18 0,6 0 110 16,-1 0-60-16,-2-3-46 0,3-3-42 16,-6 0 1-16,3-5-66 0,0-5-61 15,0-1 91-15,-3-2-103 0,-2-1 38 16,-3 1-1-16,0-4-37 0,0-5-47 16,-5 1 32-16,-1-4-38 15,1 0-262-15,0 1 154 0,5 0-29 16,0 6-170-16,2 2 257 0,6 4 52 15,3 4 29-15,2 2 22 0,0 2 0 16,6 4 2-16,-1-2 33 0,4 4 7 16,-1 0-7-16,0 4 45 15,-2 0-80-15,-4 8-29 0,-1 1 29 16,-1 1-32-16,-3 3-99 0,-2 2-53 16,-5 3-187-16,-3-1-446 15,-3-3 136-15</inkml:trace>
  <inkml:trace contextRef="#ctx0" brushRef="#br0" timeOffset="5145.82">28455 4200 1471 0,'0'0'169'0,"0"0"-169"0,0 0-140 16,53-16 101-16,-31 7 3 0,-1 1-29 15,0-1-13-15,0 3-26 16,0-2-157-16,-2 1 118 0,-1 2 9 15,-4 2-91-15,-6 0 225 0,-3 1 0 16,-2 2 3-16,-1 0 50 0,1 0 110 16,-3 5-17-16,0-1-48 15,-3 7-33-15,-7 4 215 0,2 4-61 16,0 3-8-16,0 0 156 0,0 0-247 16,3 1-13-16,2-2 71 15,3 0-55-15,3-4-23 0,7 3 42 16,3-5-46-16,1-1 0 0,7-4 33 15,3 0-14-15,2-4-48 0,3-4-13 16,-2-2 35-16,5-5-29 0,-6-2-41 16,1-4 70-16,-4-1-38 0,-7-2-23 15,-3-3 79-15,-2 1-50 0,-3-3-44 16,-5-1 56-16,-3-3-69 0,-3 0-107 16,-5-1 41-16,-5-3-118 15,-3 0-316-15,-3 6 115 0,4 4-256 16,-1 4-305-16,0 4 633 0,8 2-65 15,0 4 293-15,5 2 84 0,1 1-45 16</inkml:trace>
  <inkml:trace contextRef="#ctx0" brushRef="#br0" timeOffset="5643.88">28940 4290 134 0,'0'0'489'0,"0"0"101"16,27 47-265-16,-19-37-55 0,-6-2 84 15,4-3-202-15,-4-1-39 0,1 0 71 16,-3-2-58-16,2 0-7 0,1-2 103 16,0-2-5-16,-1-8-61 0,-2-4-86 15,3-4-1-15,-3-1-69 0,0-1-19 16,-3-1 19-16,1-3 0 0,-4 0-101 16,6-5 69-16,0 2-28 0,6-2-145 15,7 3 81-15,3 1-66 16,8 3-138-16,5 3 211 0,0 6 95 15,3 1 22-15,2 3 87 0,1 4 55 16,-1 2 161-16,0 3-130 0,-4 2-36 16,-9 4-41-16,-3 5-34 15,-4 0-62-15,-4 1-107 0,-5 5 106 16,-2-2-20-16,-3 4-53 0,-3-4 74 16,-7 4 0-16,-6-3-69 15,0 1 69-15,-5-1 0 0,0-2 16 16,-3 3-16-16,0-2 0 0,0-1 13 15,3-2-13-15,3-2 0 0,4 1 16 16,1-4-16-16,8-2 0 0,-1 1-27 16,1-3 27-16,2 4 13 0,3-3 0 15,0 4 38-15,8 2 7 0,6 2 50 16,2-1 3-16,2-2-19 0,-2 1-16 16,3-2 0-16,-4 0-76 15,4-1-32-15,2 2 20 0,-5 0 12 16,5-1-305-16,-5-4 37 0,5 1-149 15,-7-2-994-15,-1-3 120 0</inkml:trace>
  <inkml:trace contextRef="#ctx0" brushRef="#br0" timeOffset="6063.08">29668 4037 1416 0,'0'0'517'0,"35"-8"-449"0,-11 7 39 15,-3 0 87-15,0 1 7 16,0 0 89-16,-2 2-123 0,-1 1-23 15,-2 5-35-15,-2-2-52 0,-7 1-57 16,1 1-91-16,-2-2 89 0,-4 5-21 16,-2 3-37-16,0 1 57 15,0-1 3-15,-5-4-48 0,0 2 48 16,-3-2 0-16,0-1-6 0,-3-1 6 16,3 3 0-16,-2-1 3 15,2-1-3-15,0-2 0 0,5-2-9 16,1-1 5-16,-1 2 4 0,-2-1-35 15,5 2 35-15,-3 1 0 0,3-3 1 16,0 2-1-16,3-2 0 0,2 3-57 16,0-2-110-16,0 1-165 0,-2 1-925 15,0-4 139-15</inkml:trace>
  <inkml:trace contextRef="#ctx0" brushRef="#br0" timeOffset="6203.18">29777 4430 1925 0,'0'0'327'0,"0"0"-200"16,0 0 86-16,0 0-62 16,0 0-31-16,0 0-18 0,0 0-47 15,0 0-55-15,0 0-878 0,0 0-1048 0</inkml:trace>
  <inkml:trace contextRef="#ctx0" brushRef="#br0" timeOffset="36391.48">4934 4026 91 0,'0'0'551'0,"0"0"-238"0,0 0 75 16,0 0-225-16,0 0-33 0,0 0 81 15,0 0-114-15,0 0-15 16,-5-27 28-16,5 25-78 0,0 1-15 16,0 1 8-16,0 0-21 0,0 0-4 15,0 0-26-15,0 0-29 0,0 0 6 16,0 0 7-16,0 2 42 15,0 1 26-15,0 0-8 0,5 0-2 16,-5 0-3-16,3 2 13 0,-3 0-13 16,0 1 0-16,5-1 0 0,-5 3-12 15,5 1 1-15,-2 5 25 16,2 0 6-16,-5 1 2 0,6 1 11 16,-4-1-11-16,-2 3 17 0,6 4 0 15,-6 0-17-15,2 2 7 0,1 0-3 16,0 1-11-16,-3-1-27 0,0-1 14 15,5-3 1-15,-5 1-16 0,0-2 4 16,0 0 2-16,0 2-5 0,0 0 6 16,0-5 12-16,0 3-19 0,-5-3 6 15,5 2-6-15,0-4 4 16,0 2 2-16,0-2 7 0,-3-1-13 16,0-1-13-16,1 0 12 0,2-3-44 15,0 0-181-15,0-3 15 16,0 2-97-16,-6-2-235 0,6 2 198 15,0-2-1-15</inkml:trace>
  <inkml:trace contextRef="#ctx0" brushRef="#br0" timeOffset="41675.21">4929 4686 935 0,'0'0'452'15,"0"0"-169"-15,0 0 39 0,0 0-215 16,0 0 0-16,0 0 58 0,0 0-84 16,0 0-33-16,0 0-48 15,-5-6-32-15,5 6-10 0,5 0-26 0,-5 0 52 16,5 0 13-16,-2 0 3 16,2 0 1-16,3 1 2 0,-3 2 42 15,3-2-9-15,6 0 9 0,-1 0 62 16,0 0-36-16,6 0-26 0,-4-1-19 15,-1 2-1-15,-1-2-21 0,5 4 5 16,-2-3-7-16,3 1 2 0,-1 0 25 16,4-1 29-16,-1 1-23 0,0 2-32 15,0-2 20-15,-2 1-23 16,7-1 1-16,-5 2 8 0,6-1-9 16,-1-2 16-16,1 2-16 0,2 1 0 15,-3-1 3-15,1-1 6 0,5 0-9 16,-3-1-12-16,3 0 12 15,-6 2 0-15,3-1 1 0,-2 0 6 16,-1 2-7-16,1 1 2 0,2 0 2 16,-3 1-4-16,-2-2-9 0,0 2 9 15,-5-2 0-15,7 3-9 16,-5-2 9-16,0 1 0 0,-2-1 13 16,7-1-13-16,-4 1 0 0,-1-2 1 15,3 2 3-15,-3-1-4 0,5-2-3 16,-4 0 3-16,4 0 0 0,0 1 0 15,-4-2 10-15,4 0 19 0,1-1-26 16,-1 0 45-16,1 0-19 0,-1 0-23 16,3 0 65-16,-2 0-14 0,2-2-15 15,-3-1 15-15,1 2-15 16,5-1-33-16,-6 0 48 0,3 2-57 16,3-2 29-16,-3-1-16 0,-2 1-13 15,4 0-3-15,-1 2 3 16,1-1 0-16,-2 0 3 0,-2 0-3 15,5 0 0-15,-3 0 16 0,3 0-13 16,-3 1-3-16,3-1-20 0,-6-1 20 16,3 1 0-16,-2 0 1 0,-1 1-1 15,1 0 0-15,-1 0 0 0,3 0-2 16,0 0 2-16,1 0-7 16,-1 0 7-16,-3 0 0 0,1 0 3 15,-1 0-3-15,1-1 0 0,4 0-2 16,-4 1 2-16,2-2 0 0,-3 1 3 15,4-3 4-15,-4 3-7 0,1 0 0 16,-1 0 0-16,1 0 0 0,-1 0-8 16,3 1 8-16,-2 0 0 15,-4 0 4-15,1 0-4 0,3 0 0 16,-3 0 2-16,-1 0-2 0,1 0 0 16,-2 1 0-16,4-1 0 0,-5 1 0 15,6-1-11-15,-6 1 11 0,3-1 0 16,0 1-8-16,-1 0 8 15,-1 1 0-15,4 0 12 0,-5-2-12 16,6 1 0-16,-6-1-3 0,3 0 3 16,0 1 0-16,-6-1 16 0,9 0-16 15,-6 0 0-15,0 1-4 0,5-1 4 16,1 0 0-16,-1 0 3 16,1 0-3-16,-6 1 0 0,6-1 0 15,-1 0 0-15,1 0 0 0,-6 0-3 16,5 0 3-16,1 0 0 0,-6 0-4 15,5 0 4-15,1 0 0 0,-1 1-4 16,-4-1 4-16,7 0 0 0,-5 0 3 16,-3 1-6-16,5 0 3 15,1 2-3-15,-6-3 3 0,5 1 0 16,1 0-4-16,-1-1 4 0,1 2 0 16,-1-2 0-16,1 1 0 0,-3 0 0 15,2-1 3-15,1 1-3 16,-1 0 0-16,3 1 10 0,-2 0-10 15,-1-1 0-15,1 1 12 0,-1-1-12 16,1-1 0-16,-1 1-3 0,1-1 3 16,-1 0 0-16,1 0 3 0,-1 1-4 15,-2 0 1-15,2-1 0 16,1 0 4-16,-1 1-4 0,3 2-16 16,-2-1 14-16,-1 0 2 0,1 0-7 15,-1-1 7-15,-2 4 0 0,0-4 1 16,3 0 2-16,-1 0-3 0,1 0-6 15,2 1 6-15,-3 0 0 0,1 0 19 16,-1-1-19-16,6-1 0 0,-6 0 16 16,1 0-16-16,-1 0 0 15,-2 0 6-15,3 1-6 0,4-1 0 16,-1 0-21-16,-4 0 21 0,1 0 0 16,2 1 0-16,-3 0 0 0,3 0 0 15,-5 1-9-15,3 0 9 16,4 1 0-16,-4-2 22 0,2 1-22 15,-2-1 0-15,2-1 1 0,-3 1 12 16,1 0-13-16,-1 0 1 0,1-1 2 16,-1 1-3-16,-5-1 3 0,6 0 0 15,-1 2-3-15,1-2 13 16,-6 1-15-16,5-1 2 0,4 0-6 16,-7 0 4-16,-1 0 2 0,4 0 0 15,1 0 10-15,-6 0-10 0,5 0-35 16,1 1 35-16,-1-1 0 0,1 0 2 15,-4 0 1-15,4 0-3 0,2 0 23 16,-5 0-23-16,2-1 0 0,1-2 0 16,2 2 0-16,-2 1 0 15,2-2 15-15,0 1-2 0,-3 1-13 16,3-1 2-16,-2 0 11 0,-1 0-13 16,1 0 13-16,5-2-13 0,-3 2 0 15,0-1 1-15,3 1 11 16,-6 0-12-16,9-1 0 0,-9 1 0 15,6 0 0-15,-3-3 0 0,3 3 3 16,-3-1-3-16,-3 1-2 0,6 0 2 16,-3 0 0-16,3-3-9 0,0 2 9 15,-3 0 0-15,3 1 9 16,0 0-9-16,-1-2 0 0,-4-1 13 16,7 2-10-16,-2 0-3 0,-3 1 6 15,3-4-6-15,2 3 0 0,-2 0-9 16,-3 1 9-16,3 0 0 0,-3 0-13 15,6 0 12-15,-4-2 1 0,1 2 0 16,-3-1 16-16,6 2-16 0,-1-2-12 16,-2 1 12-16,0 0 0 15,-3 0-5-15,5-2 5 0,-2 2 0 16,0 0 0-16,2 1 0 0,1-1 0 16,-6 1 10-16,5-1-10 0,-2 1 0 15,0-1 2-15,-3-1 4 0,5 2-6 16,-7 0-11-16,7 0 11 15,-2-1 0-15,-3 1 9 0,0-1-9 16,1 0 0-16,-1-1-17 0,0 2 17 16,0-1 0-16,-3 1 10 0,6-1-10 15,-8 1 0-15,8 0 1 16,-3-1 27-16,-3 0-28 0,1 1 0 0,2 0 0 16,-2 0 0-16,2-1-4 15,-5 0 4-15,7-1 0 0,-2 1 6 16,-2-2-6-16,5 1 0 0,-6 1 3 15,3 0 7-15,-2-1-10 0,2 2-10 16,-3-1 10-16,4 1 0 0,-4 0-15 16,-2 0 15-16,2 0 0 15,1 0 2-15,-1 0 4 0,-4 0-6 16,4 0-7-16,-2 0 7 0,0 1 0 16,0-1 2-16,-1 1-2 0,1 0 0 15,3-1 9-15,-3 0-9 0,-1 0 0 16,1 0 3-16,3 0 1 15,-3 0-4-15,-1-1 3 0,4 0 3 16,-3 0-6-16,2 1 2 0,1 0-2 16,-3 0 0-16,2 0-12 0,0 0 12 15,1 0 0-15,-6 0-10 0,6 0 10 16,4 1 0-16,-4 0-10 16,2 0 10-16,-2 0 0 0,2-1 1 15,0 1 5-15,3-1-6 0,-1 1 3 16,1 0-3-16,-3-1 0 0,3 1 6 15,-3-1-6-15,3 2 0 0,0-1-9 16,0 0 9-16,-1 1 0 0,1-1 6 16,-3 1-6-16,6-1 0 15,-6 3 0-15,5-2 0 0,-5 1 0 16,3-1 0-16,3 0 0 0,-4 1 0 16,4-1 3-16,-3 0 4 0,-1-1-7 15,4 1-3-15,-6 3 3 16,5-4 0-16,-2 1-4 0,0 0 4 15,-3 0 0-15,3 3 4 0,0-3-4 16,-1-1 0-16,-1 0-13 0,-1 1 13 16,2-1 0-16,-1 2 9 0,-1-1-9 15,2-1 0-15,-1-1 3 16,-1 1-3-16,3-1 0 0,-6 2 9 16,3-2-10-16,0 1 1 0,0-1-3 15,1 1 3-15,1 2 0 0,-2-3 2 16,6-1 23-16,-3 1-25 0,-1 0 0 15,-1 0 0-15,1 1 0 0,1-1 3 16,0 0-3-16,2 0 0 0,-2 0-22 16,0 0 22-16,2 0 0 15,-4 1 10-15,7-1-10 0,-6 1 0 16,1-1 3-16,0 0-3 0,-3 1 0 16,3-1-19-16,0 0 19 0,-1 0 0 15,1 0 13-15,-3 1-7 16,3-1-6-16,-3 0-3 0,0 0 3 15,-2 0 0-15,2 0-10 0,0 0 10 16,0 0 0-16,-2 0 16 0,2 0-10 16,-3 0-6-16,3 0 16 15,1 0-3-15,-1 0-13 0,0 0-6 16,-3 0 6-16,4 0 0 0,1 0 28 16,-2 1-25-16,1-1-3 0,-1 1 3 15,2 0 7-15,1 1-10 0,0 1 19 16,2-1-3-16,-2 0-16 0,5-1 34 15,0 0-21-15,0 1-13 0,3 1 28 16,3-2-9-16,-1 0 22 0,3 0 25 16,-3-1 60-16,3 0-126 15,-2 1 53-15,2-1-53 0,2 0 0 16,-2 0 10-16,3 0-10 0,2 0 0 16,-2 0 9-16,-3 0-9 0,3 0 0 15,0 0-23-15,-1 0 23 16,-2 0 0-16,3 0 9 0,-3 0-9 15,-3 0 0-15,1 0-15 0,-1 0 15 16,0-1 0-16,-2 1-6 0,-3 0 6 16,0 0 0-16,-2 0-10 15,-6 0 10-15,3 0 0 0,-3 0-3 16,-3 0 3-16,3 0 0 0,-5 0 6 16,0 0-6-16,0 0 0 0,0 0 7 15,-3 0-7-15,0 0 0 0,0 0 0 16,-2 0 0-16,-1 1 0 0,1-1-10 15,-1 0 10-15,1 0 0 0,0 1 3 16,-1-1-3-16,-2 0 0 0,3 0-6 16,-4 1 6-16,1-1 0 15,3 0 3-15,-3 0-3 0,0 1 0 16,0-1-3-16,-3 0 3 0,3 1 0 16,-3-1-9-16,0 2 9 0,0-1 0 15,1-1-6-15,-1 0 6 16,0 1 0-16,-2 0 0 0,2-1 0 15,-2 1 0-15,-6-1-23 0,3 0 23 16,-3 2 0-16,-2-2 3 0,2 0-3 16,0 0 0-16,3 0 25 15,-2 0-3-15,-1 0-22 0,0 0-57 16,0 0 57-16,-2 0 0 0,2 0 19 16,-2 0-16-16,0 0-3 0,2 0 13 15,-2 0-13-15,-1 0 0 0,1 0-6 16,0 0 6-16,-1 0 0 0,4 0 0 15,-4 0 0-15,1 0 0 0,2 0 21 16,-2 0-14-16,-1 0-7 0,4 0 9 16,-4-2-9-16,4 2 0 15,-4-1 6-15,4 0-6 0,-4 0 0 16,4-2-9-16,-1 3 9 0,0-1 0 16,0-1-13-16,1 1 13 0,2 1 0 15,-3-1-47-15,3 1 46 16,-3-1 1-16,3 0-48 0,-3 1 48 15,3 0 0-15,3 0-49 0,0-1 49 16,7 0 16-16,-2-1 12 0,3 2-56 16,-6 0 25-16,0 0-66 15,-2 0 69-15,2 2 0 0,0-2-25 16,0 0 25-16,6 0 6 0,-3 0 0 16,-3 0 32-16,3 0-38 0,-3 0-91 15,0 0 91-15,1 0 0 0,-1 0 25 16,0-2 3-16,3 2-9 0,-3-2-6 15,3 2 31-15,-3 0-44 0,1-1-101 16,-1 1 101-16,0-1 3 0,3-2 26 16,0-1 36-16,2 1-65 15,1 2-18-15,0 0 5 0,-1 0 13 16,-2 0 0-16,5 0 35 0,-2 1-35 16,-1-1-57-16,-2 0 55 0,5 1 2 15,-2-2 0-15,-1 2 35 16,1 0-35-16,-1 0-54 0,4 0 54 15,-4 0 3-15,3 0 32 0,1 0-23 16,-4 0-12-16,3 0-37 0,-2 0 37 16,2 2 0-16,0 0 0 15,-2-2 0-15,2 1 0 0,0-1 25 16,0 1-25-16,1 0 0 0,-1 0-16 16,0 1 16-16,3 0 0 0,0 1 3 15,-1-2-3-15,1 0 0 0,0 0 16 16,3 0-16-16,-4 0 0 0,1-1-3 15,3 1 3-15,-1 1 0 0,1 0-10 16,-1 0 10-16,1 0 0 0,-1-1-6 16,3 0 6-16,-5 1 0 15,3 2-19-15,-1-2 19 0,1 1 0 16,-1-1 1-16,-2 0-1 0,2 2 0 16,-2-2-9-16,0 0 9 0,0 0 0 15,-3 0-3-15,3 1 3 16,0-2 0-16,-3 1 9 0,-3 0-9 15,6 1 0-15,-5 1-3 0,2-2 3 16,0-1 0-16,0 0-10 0,-2 3 10 16,2-2 0-16,-2-1 12 15,2 1-6-15,-5-1-6 0,5 0 16 16,-3 1-16-16,1 1 0 0,2-1 3 16,-2-1-3-16,-1 0 0 0,1 0 3 15,-1-1-3-15,1 1 0 0,-1 0 7 16,1-1-7-16,0 1 0 0,2 2 0 15,-3-3 0-15,3 2 0 0,-2-1-7 16,2 0 7-16,-2 0 0 16,5-1 10-16,-3 1-10 0,3-1 0 15,-3 0 12-15,3 1-12 0,2-1 0 16,-2 1-6-16,0-1 6 0,2 1 0 16,1-1 3-16,-3 0-3 0,2 0 0 15,3 0-3-15,0 0 3 0,-2 2 0 16,5-2 10-16,-3 0-10 15,3 2 0-15,-3-2 3 0,2 0-3 16,1 0 0-16,0 0 3 0,-3 0-3 16,3-2 0-16,-3 2 3 15,0 0-3-15,3 0 0 0,-6 0 0 0,4 0 0 16,-4 0 0-16,3 0-3 16,-5 0 3-16,3 0 0 0,-1 0 0 15,-2 0 0-15,0 0 0 0,0 0 12 16,2 0-12-16,-2 0 0 0,0-2-3 15,-1 1 3-15,1 1 0 0,0-1 0 16,0 0 0-16,0 1 0 0,-3-1 6 16,3 0-6-16,0 1 0 15,0-1-6-15,-3 0 6 0,3-1 0 16,-6 2 10-16,3 0-10 0,-2-3 0 16,-1 3-4-16,1-1 4 0,-3 1 0 15,2-1 0-15,-4 1 0 0,1-1 0 16,-1 1-3-16,-1 0 3 15,0 0 0-15,-2 0-3 0,-1-1 3 16,-2 1 0-16,0 0 0 0,-5 0 0 16,2 0 0-16,-2 0 19 0,2 0-16 15,0 0-3-15,-2-1 25 0,0 1-15 16,-1 0-10-16,1 0 28 16,0-1-8-16,-1 0-20 0,1 1 9 15,0-1-9-15,-1 0 0 0,4-1-45 16,-4 2 45-16,1-1 0 0,2 0-35 15,0 1 35-15,-2 0 0 0,0 0-47 16,-1 0 47-16,4 0 0 16,-4 0-9-16,1 0 9 0,2 0 0 15,-2 0 10-15,0 0-10 0,2 0 0 16,0 0-10-16,1 0 10 0,-1-1 0 16,3 1-9-16,0 0 9 0,-3 0 0 15,3 0-10-15,-3 0 10 0,1 0 0 16,-1 0 22-16,0 0-6 15,0 0-16-15,-2 0 16 0,2 0-7 16,-2 0-9-16,2 0 31 0,-2 0-24 16,0-1-7-16,-3 1 25 0,2-2 20 15,-2 1-45-15,3-1 40 0,-3 0-40 16,0 0 0-16,0 1-53 16,0-1 50-16,0-2 3 0,0 0-67 15,0 1 67-15,0 1 0 0,0-3-66 16,0 2 66-16,0-2 0 0,0 0-53 15,-3 0 53-15,3-2 0 0,-2 3-46 16,2-3 46-16,-3 2 0 0,0-4-23 16,1 2 23-16,-1 0 0 15,0-4 0-15,-2-4 0 0,0 2 0 16,5-1 15-16,-3 1-15 0,3-1 0 16,0-1 10-16,0 0-10 0,3-3 0 15,-1 2-18-15,4-3 18 16,-4 1 0-16,4-3-23 0,-1 0 23 15,-2-1 0-15,5-1-41 0,-3 0 41 16,0 1 0-16,0-1-72 0,1-1 53 16,-1 0 19-16,0 0-45 0,1-4 29 15,-1 4 16-15,0-1-104 16,1 1 102-16,-1 1 2 0,0-2-42 16,0-1 42-16,-2 1 0 0,2 1 13 15,-2 0-7-15,0-1-6 0,2 0 4 16,-2 1 18-16,-1 0-22 0,1 1 16 15,0 0-16-15,-1 1 0 0,1 2-22 16,2-1 22-16,-2 1 0 0,-1 0 3 16,1 1 19-16,2 2-22 0,-2 2 13 15,0-2-13-15,-1 4 0 16,1 2 12-16,0-1 7 0,-1 4-19 16,-2 3 16-16,0-1-16 0,3 0 0 15,-3-2 13-15,3 3-13 0,-3-2 0 16,2 4-17-16,-2-3 15 15,3 5 2-15,-3 0-140 0,3 1 73 16,-1 0-38-16,1 5-321 0,-1 0 36 16,-2-2-151-16,0 5-1369 0</inkml:trace>
  <inkml:trace contextRef="#ctx0" brushRef="#br0" timeOffset="44421.53">23964 3764 1741 0,'0'0'295'0,"0"0"29"16,0 0-210-16,0 0-37 0,0 0 24 15,0 0-14-15,0 0 3 0,0 0-32 16,0 0-58-16,0 0-1 0,0 0-79 16,-43-27 79-16,25 25-3 0,2 1-8 15,-5 1 9-15,2-2 3 0,-2 2-33 16,-3-1 33-16,-2-1 0 16,-6 1-14-16,-3-2 14 0,1 2 0 15,-8 0 3-15,-1 0 20 0,-2 0-23 16,-5 0 2-16,-3-1 5 15,-3 2-7-15,-2-2 2 0,-3 1 1 16,0 0 0-16,-2 0 7 0,2 1-1 16,-3 0-9-16,1 0 3 0,-1 0 6 15,0 0-9-15,3-1 1 16,1 1 9-16,-1-2-10 0,2 0 2 16,4-1 14-16,-1 0 10 0,3 1-23 15,0 0 39-15,0-1-10 0,3-1-26 16,0 2 30-16,-1-4-24 0,4 1 1 15,2 2 7-15,-3-3-18 0,0 3-2 16,3-2 32-16,0 1-32 0,0 1 22 16,0-3-19-16,-3 3-3 0,-2 1-18 15,0 0 18-15,-3-2 0 0,3 2-11 16,-1 1 11-16,1 0 0 16,0 0-4-16,-3 1 4 0,2-1 0 15,1-1 13-15,0 2-3 0,-1-2-10 16,1 1 3-16,-3-1 16 15,0 1-19-15,0 0 7 0,0 1-7 16,3-1 0-16,-3 1 16 0,2-1-4 16,1-1-12-16,0 2 20 0,0-1-1 15,-1-1-3-15,4 1-13 16,-4-1 48-16,1 2-35 0,2-1-6 16,-2 0 28-16,0 0-38 0,2 1 19 15,-2-1-6-15,-1 0-13 0,1 0-13 16,0 1 13-16,-1-3 0 0,1 2-23 15,-3 0 23-15,-3 0 0 0,3-1 16 16,-2 1-16-16,-1 0 0 0,1-3 3 16,-1 3 19-16,-2-1-22 0,2-1 2 15,-2 2 1-15,0-1-3 16,2 0 19-16,-5 1-19 0,3-1 10 16,-1 1 6-16,-1 1 3 0,-1-1-19 15,0 0 13-15,0 1 6 0,0 0-19 16,-3-1 16-16,1 0-10 15,2 0-6-15,-3-1 19 0,3 1 13 16,-2-2-4-16,2 2-9 0,0-1 38 16,-3 1-6-16,3 0-32 0,-2-1 60 15,5-2-29-15,-6 3-44 0,6 0 89 16,0-1-48-16,-3 0-35 16,5-1 51-16,-2 1-63 0,-1-1 32 15,-1 3-13-15,-1-1-19 0,2 0 25 16,-2 0-19-16,3 1-6 0,-3 0 31 15,3 0-31-15,0 0 0 0,-1 0-12 16,-1 0 12-16,1 0 0 0,1 0-9 16,0 0 9-16,-3 0 0 0,0 0 9 15,5 1-9-15,-2-1 0 16,0 0-1-16,0 1 1 0,-3 0 0 16,0-1-6-16,0 2 5 0,0-1 1 15,0 1-19-15,-3 2 19 0,3-3 0 16,1 0-25-16,-1 0 25 15,0 1 0-15,2-1 3 0,-4 2-3 16,2 0 0-16,3-2-6 0,-6 0 6 16,6 0 0-16,-3-1 3 0,3 1-3 15,-1-1 0-15,1 0 13 0,0 0-13 16,0 0 0-16,-1 0-4 16,6 0 4-16,-2 0 0 0,-1 0 4 15,1-1-4-15,-1 1 0 0,3-2-7 16,-3 2 7-16,3-1 0 0,0 0-3 15,0-1 3-15,-2-1 0 0,7 1 0 16,-5 1 0-16,3 0 0 0,0 0-4 16,-1-1 4-16,1-1 0 0,0 1 12 15,-3 0-12-15,2 1 0 16,1-1 4-16,-3-1-4 0,5 2 0 16,1-1-4-16,-4 0 4 0,1 1 0 15,-3 1-10-15,5-2 10 0,-5-2 0 16,6 3-3-16,-6 0 3 15,2 0 0-15,1 0 9 0,0 0-9 16,-1 0 0-16,1 0 3 0,-3 0-3 16,0 0 0-16,3-1 4 0,0 2-4 15,-1-1 0-15,-2 0 6 0,3 0-6 16,-3 0 0-16,-3 0 6 0,9 1-6 16,-6 0 0-16,0 0-20 15,-3 0 20-15,6 0 0 0,-3 0-31 16,0 1 31-16,0 0 0 0,0 2-6 15,0-1 6-15,0 0 0 0,-3-1-8 16,6 2 8-16,-3 3 0 0,0-3-7 16,-3 0 7-16,3 0 0 0,1 1-1 15,-4-1 1-15,3 3 0 16,0-4-9-16,0 0 9 0,0 3 0 16,0-1-7-16,-3-1 7 0,3 1 0 15,6 0 4-15,-4-2-4 0,1 1 0 16,0 2-10-16,-3-2 10 15,3 1 0-15,-1 2-6 0,4-4 6 16,-4 2 0-16,4 1-16 0,-1-3 16 16,0 1 0-16,3 0 28 0,-2 3-28 15,-1-4 0-15,0 1-4 16,6 0 4-16,-3-1 0 0,2-1 23 16,-2 2-13-16,8-1-10 0,-5 2 6 15,0-3-6-15,2 0 0 0,-3 1 12 16,4 0-5-16,-1 1-7 0,0 0 0 15,1-2 0-15,4 0 0 0,-5 0 22 16,3 1-22-16,0-1 0 0,0 0 6 16,0 2-6-16,-3-1 0 0,3-1 2 15,-2 1-3-15,-1-1 1 16,0 1 0-16,0 1 6 0,3-1-6 16,-2 0-9-16,-1 2 9 0,0-2 0 15,0 2 0-15,1-3 0 0,-1 0 0 16,5 1 0-16,-4 0 0 15,2 2 0-15,-3-2 9 0,-5 0-9 16,10-2 0-16,-4 1 6 0,-1 0-6 16,3 0 0-16,-3 0-6 0,3 1 6 15,-3-1 0-15,3 0 0 0,-2 1 0 16,-1-2 0-16,0 1 0 16,3-1 0-16,0 2 0 0,-3-1-12 15,1 1 12-15,-4 0 0 0,3-1-13 16,1-1 13-16,2 0 0 0,-3 0 6 15,0 0-6-15,0 0 0 0,1 0 16 16,-1 0-16-16,3 0 0 0,-3 0 3 16,0-1-3-16,1 1 0 0,-1 0 9 15,0 0-9-15,1 0 0 16,1 0-21-16,-7 0 21 0,11 1 0 16,-6 1-10-16,6-2 10 0,-6 1 0 15,0 0-6-15,6 0 6 0,0 0 0 16,-6 0 3-16,5-1 0 15,1 1-3-15,-3 1 13 0,2-1-15 16,-2 0 2-16,0 0-16 0,3-1 16 16,-1 0 0-16,1 1 12 0,0-1-12 15,-4 1 0-15,4 0-19 16,2 1 19-16,-2-1 0 0,-1 2-9 16,1-1 9-16,5-1 0 0,-3 1-18 15,0-1 18-15,-2 2 0 0,-1 0-14 16,6-1 14-16,-3 0 0 0,1 1-19 15,2 1 19-15,-3-2 0 0,3 1 0 16,-3 2 0-16,3-2 0 0,-3-1-16 16,3 2 16-16,-3-2 0 0,6 1 19 15,-4-2-19-15,-1 2 0 16,4 1 16-16,-2-1-16 0,-3 0 0 16,6 0-16-16,-3 1 16 0,-3-2 0 15,5 0-3-15,-7 0 3 16,7 2 0-16,-2-1-9 0,-2-2-29 15,1 2 38-15,-1-1-12 0,-1 1 12 16,3 0 0-16,-3-2-14 0,3 1 14 16,-3 0 0-16,6 1-3 0,-4-2 3 15,-1 0 0-15,4 1-18 0,-2-2 18 16,-3 0 0-16,6 1-9 16,-3-1 9-16,2 0 0 0,1 0-16 15,-1 0 16-15,1 0 0 0,-1-1-31 16,6 1 31-16,-6 0 0 0,1-1 3 15,0 1-3-15,2 0 0 0,-3 0-34 16,3-1 34-16,1 1 0 0,-1 0-13 16,-3 0 13-16,6 0 0 0,0 0-17 15,2 1 17-15,-2 0 0 16,0 1-29-16,0-2 29 0,2 1 0 16,1-1-31-16,4 0 31 0,-2 0 0 15,3 1-53-15,0-1 53 16,5 1 0-16,3-1-70 0,-1 0 69 15,-1 2-66-15,7-2-187 0,-6 2 53 16,4-1-149-16,2 1-810 0,-6-1 424 16</inkml:trace>
  <inkml:trace contextRef="#ctx0" brushRef="#br0" timeOffset="45360.94">13261 2875 1245 0,'0'0'209'0,"0"0"278"0,0 0-256 16,0 0-160-16,0 0-71 16,0 0-11-16,0 0-38 0,0 0 30 15,-13 42 19-15,13-24 42 0,-6 0 23 16,6 2-26-16,0-1 55 0,0 3-33 15,6 0-22-15,-6 0 9 0,2 1-12 16,1 0-2-16,0-5-33 0,5-1 14 16,-6-4 18-16,1-4-33 0,0-2-24 15,-1-3 23-15,1 1-30 0,0-2-212 16,-1 3-77-16,1-1-187 16,-3-2-184-16,0 1 251 0,-3-4 26 0</inkml:trace>
  <inkml:trace contextRef="#ctx0" brushRef="#br0" timeOffset="45547.59">13237 3120 297 0,'0'0'1770'0,"0"0"-1421"15,0 0-174-15,0 0-62 0,0 0 83 16,45-20 22-16,-29 18-7 16,3 0-84-16,-6 2-127 0,5-3 13 15,1 3-14-15,-8 0 1 0,7 0-89 16,-2 0 51-16,-5 0-148 0,2-1-241 15,-3-1 234-15,-2 0 28 0,0 0-315 16,-5 0 45-16,2-3-126 0,-2 2-234 16</inkml:trace>
  <inkml:trace contextRef="#ctx0" brushRef="#br0" timeOffset="45766.87">13489 2920 1545 0,'0'0'412'16,"0"0"165"-16,0 0-419 0,0 0-65 15,0 0 10-15,0 0-29 16,0 0-61-16,0 0-11 0,0 0-2 16,2 6 3-16,-2 8 10 0,6 3-14 15,-4 3 1-15,1-1-10 16,0 2 10-16,2-2 4 0,0-1 21 16,1 2 1-16,-1-5-26 0,0 1-14 15,0-1-15-15,-2-3-80 0,5-3-210 16,-5-4 51-16,-1-1-222 0,-2 0-568 15,0-2 403-15</inkml:trace>
  <inkml:trace contextRef="#ctx0" brushRef="#br0" timeOffset="46046.89">13619 3012 1293 0,'0'0'368'0,"0"0"-86"0,13 41-58 15,-8-24 25-15,-2 0-171 16,7 1-36-16,-2 0 32 0,0 0-3 16,0-4-3-16,-3-2-49 0,3-6 4 15,-5-2 22-15,2-2 74 16,1-1-4-16,-6-1 35 0,10 0 166 16,-2-3-32-16,0-8-77 0,5-9-106 15,6-2 8-15,-6-2-109 0,-5-1 38 16,0 4-29-16,0 0-9 0,-3 1-205 15,3 2 7-15,-2 2-64 0,2 4-443 16,-3 6 234-16,-5 1-135 0,8 4-598 16,-6-1 613-16</inkml:trace>
  <inkml:trace contextRef="#ctx0" brushRef="#br0" timeOffset="46409.13">13852 3047 66 0,'0'0'366'0,"-3"41"-155"15,0-20 226-15,3-6-251 0,0 2-1 16,0-4 157-16,3-2-144 0,0-4-65 15,-3-3 61-15,2-3-110 16,1 0 0-16,2-1 197 0,3 0-91 16,-3-6-33-16,9-6 28 0,-1-4-86 15,-2-5-48-15,-1 2-48 16,1-1 60-16,-3-1-56 0,0 0 18 16,0 0-6-16,-3-2-19 0,3 3-28 15,-3-1 28-15,3 2 0 0,-3 3-122 16,3 5 120-16,-5 1-22 0,0 5-20 15,-1 2 44-15,1 3 0 0,-3 0-58 16,0 0 30-16,3 0-78 0,-1 6-83 16,3 6 189-16,1 6 84 0,-1 4 18 15,3 2-9-15,0-2-39 0,-3 0-3 16,6 1 3-16,-1 0-54 16,-2-2 6-16,3 2-6 0,0-1 0 15,-1-4 7-15,-5 0-29 0,3-2 22 16,-8 0-192-16,6-4 71 0,-6-1-30 15,0-5-294-15,-6-1 145 16,1-2-57-16,-3 0-444 0,-2-1 227 16</inkml:trace>
  <inkml:trace contextRef="#ctx0" brushRef="#br0" timeOffset="46563.14">13897 3088 2010 0,'0'0'486'0,"0"0"-84"15,0 0-402-15,0 0-13 0,45-18 13 16,-24 17 35-16,0 1-35 0,0 5-45 16,0 1-3-16,-10 2-235 0,2 0-1337 15</inkml:trace>
  <inkml:trace contextRef="#ctx0" brushRef="#br0" timeOffset="63673.15">4876 5143 266 0,'0'0'26'16,"0"0"46"-16,0 0 270 15,0 0-205-15,0 0 10 0,18 45 22 16,-15-28-15-16,2 1-76 0,3 0 19 16,-8 0-35-16,6 1 29 0,-6 0 26 15,5 0-55-15,-2 0-23 0,-3 2 55 16,5-2-42-16,-5 1 16 0,0 3-6 15,0 2-36-15,0 3 13 0,0 2 3 16,0 3 6-16,0 4 14 16,-5 1-14-16,2 3-25 0,-2 3-4 15,-1 0-19-15,4 2-6 0,-4-2 6 16,6 2 0-16,-5-4 7 0,2-1-7 16,3-2-19-16,-5-1 17 15,5-3-14-15,-3-2-17 0,1-3 7 16,2 0-16-16,0-3-42 0,0-1-23 15,2 1-42-15,1-1-195 16,-3 0 148-16,0 0-58 0,0 1-316 16,0-7 104-16</inkml:trace>
  <inkml:trace contextRef="#ctx0" brushRef="#br0" timeOffset="66675.78">4788 6568 1126 0,'0'0'364'16,"0"0"-338"-16,0 0-23 0,0 0-3 16,0 0 52-16,0 0 68 0,0 0-3 15,14 39-52-15,-6-34-13 0,2 2 3 16,-2 0-9-16,11 1 2 0,-3 1 43 15,2-1-49-15,-2-1-19 16,3 2 61-16,-1-2-35 0,3 1-7 16,1 0 0-16,-1-1-7 0,5 0 7 15,1 0 26-15,-1-2 13 0,1 0-20 16,7 0-3-16,-2 2-4 16,-3-2-18-16,5 0-20 0,4 1 16 15,-4-1-26-15,0 0 14 0,6 1-20 16,0 0 0-16,-3-1-16 0,3 0 16 15,-1-2 25-15,1 2-22 16,5 0-1-16,-3 1-2 0,1-2 3 16,-3 0-3-16,5-1 0 0,-3 1 0 15,3-4 6-15,3 2-6 0,-6-1 3 16,8-1 5-16,1 0-8 0,-4 0 0 16,4 0 70-16,-1 0-63 0,0 0 15 15,1 0-2-15,2-2-20 0,0 1 16 16,2 1-4-16,-2-3-12 0,5 2 13 15,-2 0 0-15,0-1-13 16,5 0 2-16,0 1 4 0,-3-1-6 16,3-1 16-16,0 0 3 0,0 1-19 15,5-1 16-15,-5-1-12 0,5 2-4 16,-5 0-15-16,0 1 15 16,0-1 0-16,5-1-12 0,-5 2 12 15,2-2 0-15,1 1 3 0,-3 0 20 16,5-2-23-16,-2 2-13 0,2-1 13 15,-5 0 0-15,8 0 13 16,-6 0-13-16,1-1 0 0,2-1 2 16,-5 1 17-16,8 1-19 0,-6-1 0 15,1-1 19-15,2 2-19 0,-5 0 0 16,0-2 0-16,0 2 0 0,0-1 0 16,0 2 10-16,0-1-10 0,-1 1 0 15,-1-1 0-15,2 0 0 0,-6 0-4 16,-2 3 4-16,5 0 0 0,-2-1-2 15,-8 1 2-15,10-1 0 16,-8 1 23-16,1 0-17 0,-4 0-6 16,-4 0 16-16,4 0-13 0,-7 1-3 15,0 1 19-15,-6 0-19 0,1-1 0 16,-9 1-3-16,1-2 3 16,-6 0 0-16,-5 0 19 0,-6 0-16 15,-4 0-3-15,-4 0 1 0,4-3 44 16,-6 0 22-16,0-2 47 0,-3-3 19 15,-8-5-89-15,3-2-19 16,-5-2 32-16,0 4-57 0,5-5 44 16,-3-1-44-16,3-1 0 0,3-2 25 15,-3-1-28-15,6-3 3 0,-4-1-38 16,6-2 36-16,0 0 2 0,0 0-66 16,8 1 66-16,-3 0 0 0,3 1-16 15,0-1 16-15,-2 3 0 0,4 0-41 16,1 3 41-16,-6 1 0 0,6 3-12 15,-3 0 12-15,0 2 0 0,-3 1-43 16,-2 4 39-16,2 6 4 16,-2 1-15-16,-1 0 11 0,-2 2 4 15,3-1-129-15,-3 2 100 0,0 1-38 16,5 0-117-16,-2 5 181 0,2-2-32 16,-5 4-26-16,5-1 59 15,1 3 2-15,-4 3-28 0,9 1 28 16,-3 3 0-16,0-3-19 0,0-2 17 15,2 0 2-15,4-3-33 16,1-1 33-16,-1 1 0 0,12-4 1 16,-5 1 3-16,6-1 18 0,-1 0 7 15,9-2-26-15,-3 0-3 0,5-1 16 16,0 0 3-16,0-1-19 0,5 1 1 16,-5-1 6-16,11 1-7 0,0-1 16 15,-3 1-16-15,2 2 0 0,6-2 2 16,-5 2 10-16,5-2-12 0,0 1 10 15,0-1-10-15,-3 0 0 0,6-1 1 16,2 0 9-16,-5 2-10 16,3-2 13-16,5 0 6 0,-3 0-19 15,3 0 1-15,2 0 31 0,1 0-32 16,-1-2 16-16,4 0 9 0,-6 0-25 16,10-2 13-16,-2 0 3 15,0 1-16-15,2 0 12 0,-2 0 36 16,5-1-48-16,-2 0 7 0,-1-1-7 15,4 1 0-15,-1-2 12 16,2 2-9-16,-1 1-3 0,1-3-4 16,1 2 4-16,0 0 0 0,-3-1 7 15,8-1-7-15,-2 1 0 0,2 0 0 16,-3 0 0-16,3 0 0 0,-2-2 3 16,5 3 3-16,-3-1-6 0,0 0-3 15,0-1 3-15,3 2 0 0,-3-1-6 16,3 0 6-16,-3 1 0 0,0 0-13 15,0 0 13-15,0 0 0 16,-3 0-10-16,1 2 10 0,-1 0 0 16,-2 1 10-16,0 0-10 0,0 1 0 15,-3-3 13-15,5 3-13 0,-2-1 0 16,-3 1-4-16,3 0 4 0,0 0 0 16,-3 0-9-16,3 0 9 15,-3 0 0-15,0 0 19 0,0 0-19 16,1 0 0-16,-4 0 0 0,1 0 0 15,2 0 0-15,0 0 3 16,3 0 0-16,-1 0-3 0,1 0 0 16,3 0 16-16,-1 0-16 0,1-1 16 15,2 0 16-15,0-2-32 0,0 2 19 16,-3 0 12-16,6-1-18 0,0 1-7 16,-3 0 39-16,0 1-45 0,3-1 3 15,-3 1 16-15,0-3-19 0,3 3-6 16,0-1 6-16,-1 0 0 15,4-1 3-15,-3 0 3 0,-1 0-6 16,1-1-3-16,0 1 3 0,-3 0 0 16,0 2 1-16,-3 0-1 0,4-1 0 15,-4 1-16-15,0-1 16 0,1 1 0 16,-1 0 19-16,1 0-19 0,-3 0 0 16,2-2 2-16,-2 1 5 15,-3 1-7-15,0-1 1 0,0 1 5 16,1-2-6-16,-4 2 10 0,3 0-10 15,-2 0 0-15,-1 0 12 0,3 0-12 16,-5 0 0-16,0 0-3 16,0 0 3-16,0 0 0 0,2 0 0 15,-4 0 0-15,-1 0 0 0,0 2 9 16,0-2-9-16,0 0 0 0,-2 1 4 16,-3-1-4-16,0 1 0 0,2 1 9 15,-4-1-9-15,2 0 0 0,-3 1-2 16,0 0 2-16,0 1 0 0,-2-2 22 15,0 1-22-15,2-2 0 0,-5 1 3 16,2 0 0-16,-4 0-3 16,2 0-22-16,0 0 22 0,-3 2 0 15,0-2 1-15,1 0-1 0,-1 0 0 16,-2 1 10-16,-1-1-10 0,1 0 0 16,-3 0-28-16,0 2 28 15,0-2 0-15,3 3 4 0,-3-2-4 16,0 0 0-16,-3 1 12 0,1 0-12 15,-4-1 0-15,4 1-3 16,-1-1 3-16,-2 0 0 0,-1 1-13 16,4 0 13-16,-6 0 0 0,3 1 0 15,-3-1 0-15,2-1 0 0,-1 1 2 16,-1 0-2-16,0 1 0 0,0 0-18 16,0 0 18-16,0 0 0 0,-3 1 6 15,3-1-6-15,-2-1 0 0,-1 2-3 16,3-2 3-16,-2 1 0 0,2 0 0 15,0-1 0-15,0 1 0 16,0 0 16-16,0-2-16 0,0 2 0 16,-2-2-4-16,2 3 4 0,-5-2 0 15,2 0-9-15,0 4 9 0,-2-4 0 16,0 1 3-16,-3 0-3 0,3-1 0 16,-3 1-9-16,-2-2 9 15,-1 1 0-15,-2-1 19 0,0 0-19 16,-3 2 0-16,-3-3 9 0,1 1-9 15,-6-1 0-15,0 0 13 16,-5-1-13-16,-2 0 0 0,-1 0 19 16,0 1-1-16,-5-1-8 0,6 0 6 15,-6 0 59-15,2 0 7 0,-2-1-48 16,0 0 55-16,0-3-89 0,0-2 35 16,-2 1-32-16,2 0-3 0,-3-1 6 15,3-3-8-15,-3-2 2 0,3-1-44 16,0-2 44-16,0 2 0 0,6 0-45 15,-4-2 45-15,3 2 0 0,1-4-47 16,-1 1 47-16,0-2 0 16,1 0 2-16,-1-1-2 0,3-1 0 15,-3 0-6-15,3-1 6 0,-3-2 0 16,3 1-3-16,-2-2 3 0,2-1 0 16,-3 0 6-16,0 2-6 15,1-4 0-15,1 0 3 0,-1 0-3 16,-1 0 0-16,0-2-9 0,1 2 9 15,-1-3 0-15,0 2-46 0,1-2 46 16,-4 1 0-16,4-2-62 16,-1 3 62-16,0-2 0 0,0 3-50 15,1 0 50-15,-1-1 0 0,0 1-9 16,1-1 9-16,-4 2 0 0,4-1 10 16,-4 2-10-16,3 3 0 0,-2-2 0 15,0 2 0-15,-1 2 0 0,1-2 0 16,0 2 0-16,-1-1 0 0,1 3-3 15,0 0 3-15,-1 1 0 0,1 0-18 16,-3 0 18-16,3 2 0 0,-1-1 0 16,1 1 0-16,0 0 0 15,-1 3 2-15,1-1 1 0,-3 1-3 16,3 1 19-16,-1-1-19 0,-2 5 0 16,3-1 12-16,-3 3-12 0,0 1 0 15,2-1 4-15,-2 2-1 16,0 0-3-16,0-1-54 0,0 2 35 15,0-1 16-15,3 2-152 0,-3 0 79 16,3 0-16-16,2 6-352 0,0-3 81 16,-2 2-48-16,2 1-1532 0</inkml:trace>
  <inkml:trace contextRef="#ctx0" brushRef="#br0" timeOffset="69127.84">23829 5852 1268 0,'0'0'212'0,"0"0"-212"0,0 0-26 15,0 0-6-15,0 0 32 16,0 0 111-16,0 0-46 0,0 0 10 16,0 0 97-16,39 18-65 0,-20-14-39 15,-3 0 10-15,8-2-10 0,2 1-55 16,3-1 42-16,8 1-13 0,3-2-6 16,0 0-14-16,2 2-22 15,-5 1 0-15,-2 0-239 0,-4-1-278 16,-9-2-258-16</inkml:trace>
  <inkml:trace contextRef="#ctx0" brushRef="#br0" timeOffset="69439.85">24618 5625 939 0,'0'0'547'16,"0"0"-176"-16,0 0-138 0,0 0-74 15,0 0-120-15,0 0-39 0,0 0 0 16,0 0 45-16,0 0 20 0,29 42 0 16,-29-17 48-16,0 3-49 15,0-1-15-15,-3 5-17 0,1 2 3 16,2 1-35-16,0 0 4 0,0 1-4 15,2-5 0-15,4-1 1 0,-1-7 5 16,0-2-6-16,3-6-223 16,-3-3 45-16,-2-3-62 0,0-5-371 15,-3-1 42-15,0-2-145 0</inkml:trace>
  <inkml:trace contextRef="#ctx0" brushRef="#br0" timeOffset="69643.69">24679 5897 1034 0,'0'0'569'16,"0"0"-75"-16,53-19-232 0,-32 15-71 15,3 0 86-15,0 2-123 0,-3-1-41 16,3 3-62-16,-1-1-48 0,-1 0-3 16,-1 0-6-16,0-2-7 15,-2 3 13-15,-4-1-235 0,1-2 45 16,-5 1-91-16,-3-2-514 0,-3-1 199 15,-2-1-43-15</inkml:trace>
  <inkml:trace contextRef="#ctx0" brushRef="#br0" timeOffset="69828.42">25028 5717 858 0,'0'0'430'0,"0"0"-63"15,0 0-347-15,0 0 172 0,3 33 145 16,-3-12-204-16,3 2-65 0,-3 1 6 15,2-2-50-15,4 0-24 16,-1 1-10-16,-3 0 10 0,6 0-2 16,0-4 2-16,3 0 0 0,0-4-65 15,-1-3-278-15,1-3-37 0,-3-3-137 16,-3-4-669-16</inkml:trace>
  <inkml:trace contextRef="#ctx0" brushRef="#br0" timeOffset="70111.75">25216 5786 1390 0,'0'0'295'0,"0"0"-294"0,0 0 303 16,14 34-171-16,-12-17-55 0,4-1 58 15,-4-1-65-15,3-4-16 0,1 0 26 16,-1-2-20-16,0-3-3 0,1-2 81 15,-1 0-39-15,0-2-10 0,3 2 22 16,3-4 16-16,2 0-16 16,0-7-20-16,3-4-6 0,0-2-58 15,0-1-9-15,0-3 7 0,2 0-26 16,4-2-92-16,-4-1 9 0,3-1-150 16,0-1-422-16,-7 5-169 15,-1-2-764-15</inkml:trace>
  <inkml:trace contextRef="#ctx0" brushRef="#br0" timeOffset="70458.83">25627 5842 359 0,'0'0'1750'16,"0"0"-1604"-16,-21 47-23 0,21-31 35 15,0-4-64-15,8 3 6 16,2-2 53-16,1-2-47 0,7-2-23 16,6-2 13-16,-3-2 19 0,6-2-29 15,-1-3-57-15,1-2 38 0,-1-3-29 16,-2-3-29-16,0-3 42 0,-5 0-35 16,-6-3 0-16,-3 0 31 15,-2-1 1-15,-8-5-48 0,0 0 61 16,-8 2-61-16,-2-4-140 0,-3 0 99 15,-6 2-63-15,0 2-164 0,4 3 169 16,-1 2 9-16,5 3-9 16,3 6 83-16,3 1 3 0,2 0-84 15,3 3 7-15,0 0-78 0,0 0-561 16,3 7 274-16,7-3-27 0,-2 2-333 16</inkml:trace>
  <inkml:trace contextRef="#ctx0" brushRef="#br0" timeOffset="70878.57">25931 5939 802 0,'0'0'235'0,"16"38"38"16,-10-20 95-16,2-6-212 0,-6 0-26 15,1-3 32-15,0-4-100 0,-1-1-27 16,-2-3 11-16,3 0-17 0,-3 0 26 16,2-1 197-16,-2-3 54 15,0-7-155-15,0-10-103 0,0 0 3 16,0-4-10-16,0 0-41 0,0 0 13 15,0-2-13-15,0 0-105 0,11 0 57 16,0 1-39-16,5 1-124 16,5 2 150-16,0 5 6 0,5 0-3 15,4 5 58-15,-4 0 90 0,3 3 65 16,-5 5-59-16,-3 1-13 0,-5 3-41 16,-5 0-16-16,-3 3-26 0,-3-1-51 15,0 1 47-15,-2 3-28 0,0 3-45 16,-3 3 77-16,-6 4 0 0,-2 2 0 15,-2-1 7-15,-4-3 2 0,4 1 7 16,-1-1-19-16,1-2 3 16,4 1-26-16,-2-2 14 0,6 0 12 15,2-1-54-15,0 0 54 0,0-2 0 16,0 0-6-16,0-3 6 0,5 1 0 16,0 0-94-16,6 2 20 15,0 2-103-15,2-3-215 0,0-2-85 16,-2-1-47-16</inkml:trace>
  <inkml:trace contextRef="#ctx0" brushRef="#br0" timeOffset="71187.75">26458 6050 1202 0,'0'0'416'0,"0"0"-26"16,0 0-147-16,0 0-65 0,22-48 32 15,-20 26-84-15,1-1-1 0,-3 1 20 16,0-2-20-16,0-2-87 16,0 0-28-16,0-1 28 0,0 1-38 15,-3-3-45-15,3 3 42 0,0 1-16 16,3 3-53-16,2 4 70 0,6 1-8 16,-1 3-10-16,4 2 20 15,4 2 45-15,6 5-32 0,3-3 29 16,2 5-14-16,0 2-15 0,3 1 48 15,-6 3-61-15,-2 7-81 0,-3 0 79 16,-2 1-79-16,-6 4-330 16,-2 0 136-16,-9 1-126 0,1-4-914 15,-6-1 604-15</inkml:trace>
  <inkml:trace contextRef="#ctx0" brushRef="#br0" timeOffset="71566.84">26591 5815 532 0,'0'0'107'0,"50"-9"-107"0,-21 2-75 15,1 0-284-15,-1 2 203 0,-3-2 156 16,1 2 196-16,-1-2 133 0,-5 5 72 16,-5 0 250-16,-5 0-514 15,-6 2-95-15,-2 0 52 0,-3 0-42 16,2 2-10-16,-2 1 0 0,0 2 20 15,-5 3 45-15,-3 4 126 0,0 6-104 16,0-2-16-16,3 2 51 16,2-3-74-16,3 1-32 0,3-1 35 15,2 0 6-15,6 0-19 0,5 1 63 16,2-4 32-16,3 0-45 0,6-2-96 16,2-3 51-16,-2-2-72 0,4-3 9 15,-2-1 25-15,3-1-47 0,-3-2 28 16,-5-4-9-16,-5-4-19 0,-1-3 32 15,-7-1 18-15,-3-2-50 16,-6-2-132-16,-2-1 47 0,-2-4-76 16,-6-1-223-16,-3-2 154 0,-2 2-88 15,2 2-699-15,1 5 294 0,7 5 71 16</inkml:trace>
  <inkml:trace contextRef="#ctx0" brushRef="#br0" timeOffset="72016.09">27137 5709 95 0,'0'0'348'0,"0"0"-194"16,0 0 2-16,0 0 37 0,39 47-53 15,-31-28 6-15,0-2 102 0,-3 2-40 16,3-4-33-16,0 4 7 16,0-2-98-16,0 0 10 0,0-3 81 15,-3 1-65-15,1-2-33 0,-4-3-33 16,1-4-28-16,-3-3-16 0,3 0 13 16,-1-1 54-16,-2-1 49 0,3-1 136 15,0-3 6-15,-3-5-70 0,2-8-106 16,-2-2-6-16,3-4-76 0,-3-2 16 15,0 1 5-15,3 0-21 16,2 0-73-16,5-1 54 0,4 2-6 16,4 3-131-16,3 1 125 0,6 4-17 15,-1 1-51-15,4 3 99 0,-1 4 48 16,-3 1-3-16,-2 4 50 0,-8 1-54 16,-3 1-28-16,-5 3-26 15,-3 1-6-15,-2 1-108 0,0 4 114 16,-9 4-9-16,-2 1-81 0,-2 2 102 15,-6-2 1-15,0 1-48 0,3 2 48 16,0-2 0-16,-1 1 3 16,4-1 13-16,4 1-16 0,4-1-35 15,2-1 35-15,0 2 0 0,8-1 19 16,5-1-9-16,0 1 25 0,6-2-3 16,5 2 12-16,-1-3-18 0,7 0-7 15,-4-2 22-15,1-1-41 0,-4 2-130 16,-1-4-101-16,-7-2-171 0,-4-1-1087 15</inkml:trace>
  <inkml:trace contextRef="#ctx0" brushRef="#br0" timeOffset="104564.23">4860 7410 375 0,'0'0'316'0,"0"0"-179"16,0 0 244-16,0 0-166 0,0 0 85 16,0 0-115-16,0 0 0 15,0 0 116-15,0 0-140 0,3-30-19 16,-3 29 29-16,0-1-62 0,0-1-32 15,0 3-35-15,0-1 15 0,0 1-57 16,0 0-32-16,0 0 10 0,0 0-36 16,0 0-83-16,5 1 141 15,-5 4 0-15,0 0 1 0,0 1-4 16,8 2 3-16,-8 5-27 0,5 4 27 16,0 5 1-16,-2 3 19 0,2 3 63 15,-2 1-25-15,-3 4-49 0,0 2 23 16,0 3-29-16,0 3-3 15,0 0 35-15,5 1-6 0,-5 2-26 16,0 1 32-16,0 2-35 0,0 3 22 16,0 0-15-16,0 0-7 0,6 3 25 15,-6 1-15-15,0 1-10 16,0-2 22-16,0 1-15 0,0 0-7 0,0-3-7 16,0 1-18-16,0 1 18 15,-6-4-111-15,6 0 96 0,-5 1 22 16,-3-6-105-16,8-3 105 0,-8 0 0 15,3-5-11-15,2-2 9 0,-2-6 2 16,0-1-90-16,5-4 52 16,0-7-4-16,0 1-132 0,5-4-26 15,3-4-140-15,-8-4-747 0</inkml:trace>
  <inkml:trace contextRef="#ctx0" brushRef="#br0" timeOffset="106583.76">4767 9091 522 0,'0'0'62'0,"0"0"-60"0,0 0 14 15,0 0 79-15,0 0-11 0,0 0 63 16,0 0-95-16,0 0-22 0,0 0 35 15,40 39-36-15,-32-32-9 0,5 2 5 16,0 1-24-16,1 0-1 0,7-2 36 16,-3-3 32-16,-2 2 7 0,11-3 16 15,-3 0-46-15,5 1 40 0,-3-2 110 16,9 0-101-16,4 1-48 16,1 0 3-16,0-2-36 0,2 2 9 15,3-1-21-15,3 0 22 0,0-1-20 16,7 3 49-16,-2-3-40 0,5 0-11 15,-2 1 28-15,5 2-26 16,0-2 19-16,0 0-15 0,0 3-6 16,0-3 22-16,2 0-19 0,1 2-4 15,2-2 0-15,0-1 14 0,-2 2-12 16,2-2 1-16,3 1 16 16,-6 0 0-16,1 2 1 0,2-2 9 15,0-1-7-15,-2 3-2 0,0-2 0 16,-1 0-7-16,3 2-12 0,-5-2 12 15,0 1-9-15,0 1-2 0,0-3 3 16,5-1-4-16,-5 1 12 0,-3-1-13 16,3 1-2-16,0 2 2 0,0-3 0 15,0 0 3-15,-3 0-3 0,3 0 14 16,0-1-13-16,-5 0 0 16,5 0 14-16,0 1-11 0,-1 0 15 15,1 0 10-15,3 1-26 0,-3-1 20 16,-3 0-17-16,0-1 7 0,3 3-13 15,0-2-9-15,0 0 9 16,-3 0 3-16,-2 0-3 0,2-1 0 16,-2 1 0-16,-3-1 3 0,3 0-3 15,-4 0 0-15,1 0 0 0,0 0 0 16,-2-1-1-16,2 1 4 16,-6-2 7-16,6 2-10 0,-5 0 1 15,-3 0-1-15,-3-2 7 0,3 2-5 16,-2-2-2-16,-3 1 2 0,2 1 13 15,-2 0-14-15,-1-1-2 0,-4 0 14 16,5-2-10-16,-6 1-3 0,3 0 16 16,0-1-18-16,-2-1 2 0,-4 0-10 15,1 1 10-15,-3-1-2 16,-2 0-1-16,-1 0 3 0,3 0 0 16,-2 0-4-16,-1 0 4 0,1-2 6 15,-1 1-4-15,-4-1-2 0,4 1 4 16,-5-1-3-16,-2 3-2 0,2 0-1 15,-8-1-24-15,6 3 26 16,-11-2 0-16,5 1-8 0,-5 1 6 16,-6 1 2-16,1 0-32 0,2 1 12 15,-2 2-35-15,2 0-317 0,-5 3 8 16,0-2-46-16,0 1-587 16</inkml:trace>
  <inkml:trace contextRef="#ctx0" brushRef="#br0" timeOffset="107358.44">10072 9302 949 0,'0'0'247'0,"0"0"24"0,0 0 51 15,0 0-173-15,0 0-19 16,0 0 54-16,0 0-64 0,0 0-13 0,0 0 29 16,0 0-40-16,-8-30 27 15,11 28-82-15,0 0-41 0,5 0-18 16,-1-2-46-16,7 2 63 0,-1 1-15 15,0 1-20-15,0 0 35 16,-5 0 1-16,6 1-19 0,-1 0 19 16,-3 0 0-16,-2 2 0 0,0-2 3 15,0 0 0-15,-2 0-3 0,-4-1 0 16,4 1-61-16,4 0-165 16,1 0 110-16,-1 0-37 0,-2 0-643 15,-2 1 40-15,-4-2 138 0</inkml:trace>
  <inkml:trace contextRef="#ctx0" brushRef="#br0" timeOffset="107999.45">10308 9247 1053 0,'0'0'508'0,"0"0"-300"16,0 0-23-16,0 0 13 0,0 0-55 15,0 0 9-15,0 0 48 0,-5-39-100 16,5 29-46-16,5-4-5 16,-5 0-1-16,5 1-26 0,1 1 14 15,-4 2 5-15,3-3-34 0,1 1 15 16,-4 0-6-16,4-1 10 0,-4 1-10 15,1-2 26-15,0 0-39 0,-3 1 19 16,0 1-9-16,0-2-13 0,0 2 9 16,0-1-10-16,0-1 1 0,0 1-3 15,0 0 3-15,-3 2 0 0,0-1-10 16,1-2 10-16,-4 2 0 16,6-2-7-16,-2 0 7 0,-1 0 0 15,0 0 2-15,-2-1-2 0,5 1 0 16,0-1-6-16,0 2 6 0,0-1 0 15,-2-3-5-15,2 3 5 0,0-3 0 16,0 2-4-16,0 1 4 16,0-3 0-16,0 2-3 0,0 1 3 15,0-4 0-15,0 3-7 0,0 1 7 16,0-2 0-16,0 1-14 0,0 1 14 16,0-3 0-16,2 3 10 15,-2-1-10-15,0-1 0 0,0 1-10 16,0 1 10-16,0-2 0 0,5 2-19 15,-5-1 19-15,3 1 0 0,-3-1-7 16,3 2-9-16,-3 0 16 0,2 1-106 16,-2-1 87-16,0-1-16 0,6 3-55 15,-4-3 64-15,1 3-6 16,0 0-78-16,-3 0 75 0,5 4-10 16,-2 0-94-16,-1 3 9 0,-2 0-103 15,3 0-326-15,-3 1 165 0,0 0-49 16</inkml:trace>
  <inkml:trace contextRef="#ctx0" brushRef="#br0" timeOffset="111110.22">10348 8234 200 0,'0'0'424'0,"0"0"-281"15,0 0-25-15,0 0 41 0,0 0-90 0,0 0 6 16,0 0 42-16,0 0-55 16,0 0-30-16,0 0 56 0,13-2-16 15,-13 4-30-15,5-1 39 0,-2 3-45 16,2-1 10-16,-2-1 38 0,2 1-48 16,0-2-4-16,1 0 23 15,4 0-6-15,1 1-3 0,5-1-29 16,-3 1-15-16,6-2-2 0,-4 1 19 15,1 0-16-15,0 0 13 0,-3-1-15 16,6 1 0-16,2-1 0 0,0 0 14 16,1 0-12-16,-1 0 20 0,3-1 55 15,-3 1-59-15,5 0-16 0,-5-1-3 16,6 0 12-16,-1 0-10 16,1-1 1-16,2 1-1 0,-2-1 0 15,4 1 30-15,-2-1-28 0,-2 1 9 16,7-1 22-16,-2-2-22 0,3 1 10 15,-4 1 16-15,-1 0-20 0,4-1-3 16,0 0 7-16,-2 1-4 0,0 0 1 16,-3 1-14-16,5-2 13 15,1 2-16-15,-3-1 0 0,2-1 0 16,-2 3-1-16,2-2-2 0,1 1 13 16,-3-3-13-16,2 3 0 15,-2-1 13-15,2 0-13 0,1 1 2 16,-1-1 5-16,3-1 9 0,-5 1-10 15,0 1 26-15,2 0-32 0,1 0-8 16,-4 0 8-16,1 0 0 0,3-2-3 16,-1 3 3-16,0-1 0 0,-2-1-3 15,3 1 3-15,-1 0 0 0,0 0-2 16,-2 1 2-16,3 0 0 0,-1-3 4 16,1 2-4-16,-1 1 0 15,-2-3-7-15,2 2 7 0,1 0 3 16,-1 0 10-16,-2-1-13 0,8 1 0 15,-6-1 1-15,3 0-1 16,-2 1 0-16,-1-1 4 0,3 0-1 16,-5 0-3-16,8 0 1 0,-6-3 8 15,6 1-9-15,-1 1 0 0,1-1 0 16,-3 1 0-16,3 1-10 0,-3-3 10 16,0 2 0-16,0 1-5 15,-2 0 5-15,2-2 0 0,0 1-1 16,-3 1 1-16,1 1 0 0,2-1-14 15,0-1 14-15,-3 2 0 0,1-2 4 16,-4 2 5-16,7 0-9 0,-7 1-15 16,4-2 15-16,-3 2 0 0,2-1 3 15,-2-1 7-15,0 2-10 16,-1-2-8-16,1 1 8 0,0 0 0 16,0 1 2-16,-1 0 4 0,-1 0-6 15,-1 0-14-15,2 0 14 0,1 0 0 16,0 0 0-16,0 0 9 0,0 0-9 15,-3 0-14-15,3 0 14 16,-3 0 0-16,2 0-2 0,-1 0 2 16,1 0 0-16,-2 0 3 0,6 0 7 15,-9 1-10-15,9-1-9 0,-3 1 9 16,-1 0 0-16,1 0-5 0,0 1 5 16,0-1 0-16,-3 1 2 15,3-2-2-15,-1 2 0 0,1-1 0 16,-3 1 0-16,3-1 0 0,0 2 3 15,0-2 3-15,-3 0-6 0,5 0-8 16,-2 1 8-16,0 1 0 0,-3-2 3 16,3 1 10-16,-3-1-13 0,5-1-5 15,-7 1 5-15,10-1 0 0,-8 0 1 16,5 1 2-16,-2-1-3 16,-3 0 3-16,3 0 4 0,0 0-7 15,0 1 2-15,-1-1-2 0,-1 0 0 16,4 1-2-16,-5-1 2 0,0 0 0 15,6 0-2-15,-3 1 2 0,-1-1 0 16,1 0 2-16,0 0 1 16,0 1-3-16,-1-1-3 0,4 0 3 15,-3 0 0-15,-1 0 2 0,4 0 4 16,-1 0-6-16,1 0 0 0,-1 1 7 16,1-1-7-16,2 1 0 15,-3-1 6-15,3 2-4 0,0-2-2 16,0 1 29-16,3-1-29 0,0 1 0 15,0-1 7-15,-1 1-7 0,4-1-6 16,-1 1 6-16,0-1 0 0,-2 1 3 16,2 0 7-16,1 0-10 0,-1 1 2 15,1 0 1-15,2-1-3 16,-3 0 3-16,3 0 9 0,0-1-12 16,-3 0 0-16,3 1 0 0,-2-1 0 15,-1 0 3-15,3 0-3 0,-2 0 0 16,-1 0 3-16,3 0 3 0,-3 0-6 15,3 0 0-15,-2 0 0 0,-1 0 0 16,1-1 2-16,2 1 2 16,-3-2-4-16,3-1 0 0,0 1 6 15,-3 0-6-15,1 2 0 0,2-2 3 16,-3 0-3-16,3-1 3 0,-2 0 7 16,2 0-7-16,-3 2-3 15,0-3 23-15,1 3-23 0,2-2 13 16,-3 0-7-16,-2 2-6 0,2-1 3 15,1-1 1-15,-1 1-4 0,-2 0 2 16,-1 1 1-16,1-1-3 0,0 1-2 16,0-2 2-16,-1 1 0 0,-2 0 2 15,3 1-2-15,0-1 0 0,-3 1 1 16,0-2-1-16,0 1 0 16,0 1 0-16,0 1 0 0,-2-1 0 15,-1-1-5-15,3 2 5 0,-2-1 0 16,-1 1-4-16,0 0 4 15,1-1 0-15,-1 0 2 0,1 1-2 0,-1 0 0 16,-2 0-20-16,0 0 20 0,0 0 0 16,-1 1 2-16,4 1-2 15,-6-1 0-15,3 0-4 0,-3 1 4 16,0 0 0-16,3 1 2 0,-3-1 1 16,3-1-3-16,-6 0 2 15,6 0-2-15,-3 1 0 0,0 0-7 16,0 1 7-16,0-1 0 0,1-1-3 15,1 1 3-15,-2 0 0 0,1-1 3 16,-1 1 4-16,0 0-7 0,3-2 1 16,-3 1 2-16,0 0-3 0,3 0 2 15,-3 0 1-15,0-1-3 0,3 3 2 16,-3-3-3-16,3 3 1 16,2-2-6-16,-5 1 6 0,6-2 0 15,-4 2-6-15,1-1 6 0,3 1 0 16,-4-1 4-16,4 1-4 0,-1 0 0 15,-2-1-2-15,3 1 2 0,2-1 0 16,-3 2 2-16,3-1-2 16,3-1 0-16,-3 1 0 0,3-1 0 15,2 2 0-15,-2 0 1 0,2-1-1 16,0 0 0-16,4-1 1 0,-4 1 2 16,3 0-3-16,0 0 0 15,0 2 6-15,3-3-6 0,-3 1 3 16,5-1-3-16,0 1 0 0,-2 1 0 15,2-2 3-15,3 1-3 0,-2-1 1 16,2 0 5-16,0 0-6 0,2-1 1 16,-2 0-1-16,0 0 0 0,3 0 4 15,-1 0 2-15,1 0-6 16,2 0-3-16,0 0 3 0,1 0 0 16,-1 0 3-16,0 0-3 0,1 0 0 15,-4-2 3-15,3 2 1 0,3-1-4 16,-5 1-5-16,2-2 5 0,3 2 0 15,-5-1 3-15,2-1 1 0,0 1-4 16,-2-1 1-16,0 2 2 16,-1-1-3-16,3 0-3 0,-5 0 3 15,6 1 0-15,-4-2-2 0,4 1 2 16,-4-1 0-16,-2-1 2 0,3 1 1 16,-3 1-3-16,0-1 2 15,0-1 1-15,0 0-3 0,-3 2 0 16,3-2 0-16,0 1 0 0,-3-1 1 15,3 1-1-15,-2 0 0 0,1 0-1 16,1 1 1-16,-2-1 0 0,2-1-3 16,-3 1 3-16,3-1 0 0,-3 2 3 15,1-3-3-15,2 3 0 16,-3-3 2-16,0 2-2 0,-2 0 0 16,0-1-4-16,-1 2 4 0,-2-1 0 15,0 1 3-15,0 0-3 0,0 0 0 16,-2-1 3-16,2 1-3 0,-5-1 0 15,2 1-6-15,-2 0 6 16,-1 0 0-16,-2 1-1 0,1 0 1 16,1 0 0-16,-2 0-12 0,-2 0 12 15,2 0 0-15,-3 0-7 0,3 0 7 16,0 1 0-16,0 1 1 0,-2-2 2 16,2 2-3-16,0-2 1 15,0 1-1-15,-2 1 0 0,2-2-5 16,0 1 5-16,-3 0 0 0,3-1-12 15,-2 0 12-15,-4 1 0 0,1 0 1 16,-3 0 2-16,3 0-3 0,-3 1-5 16,0 0 5-16,-2-1 0 0,-1-1-11 15,-2 2 11-15,0-1 0 16,-3 2 3-16,-2-2-3 0,-1 1 0 16,-4-1 4-16,-1 0-1 0,-3-1-3 15,-4 0-1-15,-4 1 1 0,1-1 0 16,-3 0 3-16,0 0 32 15,0 0-15-15,0-2 89 0,-5-1 16 16,-1-1-36-16,1 1 0 0,-3 0 1 16,3-3-11-16,0 3-19 0,-1-2 29 15,1 0-89-15,2 2 38 0,1-4-32 16,-1 3-6-16,0-3 16 0,1 0 0 16,2-1-16-16,0-2 19 15,0-3 0-15,0-3-19 0,0 0 0 16,0 1 0-16,0-2 0 0,0-2 15 15,0-2-5-15,0-1-10 0,0-2-6 16,0-2 6-16,0 0 0 0,0-2 25 16,0 0-25-16,0-1 0 0,-3-1 3 15,3-2 6-15,0-1-9 0,-3-1 2 16,3 0-2-16,-2 0 0 16,-1 0 13-16,1 0-13 0,2 1 0 15,-3-1-22-15,0 2 22 0,1 0 0 16,-4 1-47-16,4-2 45 0,-4 5 2 15,1 0-48-15,0 2 48 16,-1 3 0-16,4 0-27 0,-4 2 27 0,1 0 0 16,-3 0-13-16,3 6 12 15,-3-2 1-15,0 4-66 0,3 0 40 16,-1 5 23-16,1 3-190 0,0-1 135 16,2 3-69-16,-2 0-187 0,0-2 36 15,-3 2-265-15,0 1-1191 0</inkml:trace>
  <inkml:trace contextRef="#ctx0" brushRef="#br0" timeOffset="113438.82">26027 7011 1154 0,'0'0'277'0,"0"0"-49"0,0 0 54 15,0 0-155-15,0 0 9 0,0 0 110 16,0 0-152-16,0 0-30 16,0 0 12-16,0 0-38 0,0-10-38 15,-3 10-46-15,0 0 46 0,1 0 22 16,-1 0-12-16,-2 1 25 0,0 1-18 15,-3 2-14-15,-3-2-3 0,-2 2 0 16,-6 2-1-16,-2-2 1 0,-5 3 0 16,-4-4 19-16,-1 3-6 15,-4-2-13-15,-4 1 10 0,-4 0-10 16,1-3 0-16,-6 2 1 16,-2 0 2-16,-3-2-3 0,-3 3 1 0,-5-4 2 15,3 3-3-15,-6-2 7 16,-2 0-7-16,0 1 3 0,-5-1-3 15,-1 1 3-15,-2 0-3 0,-3-1 13 16,0 1-10-16,0 2 13 0,-2-3 4 16,0 1 31-16,-1 1-29 0,-2-2-12 15,0 1 19-15,0 0-20 0,-3 0 1 16,3-1 9-16,-3 0-19 16,-2 0 2-16,2 2 14 0,0-1-16 15,0-1 4-15,1 1-4 0,-4 0 0 16,1-1-6-16,0 0 6 0,-4 0 0 15,1 1 4-15,0-2-1 0,0 1-3 16,3-1-1-16,0 1 1 16,-4-1 0-16,1 3-13 0,3-3 13 15,-3 2 0-15,3-1 9 0,-3 0-9 16,2 0 0-16,1-1 3 0,-3 0-3 16,5 0 0-16,-2 2 3 15,2-3-3-15,0 0 0 0,3 1 2 16,0-1 4-16,0 1-6 0,5-1 3 15,-3 0-3-15,1 0 0 0,2 0 3 16,0 0-3-16,1 0 0 0,-1 0 3 16,3-2-3-16,-1 2 0 0,4-3 3 15,-1 2-3-15,1 0 0 0,2 0 1 16,-2 0-1-16,-1 0 0 16,3 0-1-16,-2 1 1 0,2-1 0 15,3 0 1-15,-6 0 2 0,3-1-3 16,0 2-1-16,1-1 1 0,-4 0 0 15,6 1 2-15,-3-3 2 16,3 3-4-16,0-1 1 0,-1 0 2 16,1 1-3-16,0 0 2 0,2-1-2 15,1 1 0-15,-1 0 2 0,1 0 1 16,-1 0-3-16,0 0 13 0,1-1-13 16,-3 1 0-16,2 0 3 15,1-1 17-15,-1-1-20 0,3 1 12 16,-2-1 1-16,-1 0-13 0,0 1 23 15,1-1-17-15,-3 0-6 0,2 1 13 16,-2-1-13-16,0 0 0 0,2 0-5 16,-5 0 5-16,3-2 0 0,-3 2 10 15,0-1-10-15,0 1 0 0,-2-1-1 16,-1 1 1-16,1 0 0 16,2-1 3-16,-5 1-3 0,5 0 0 15,-5 0 13-15,2 0-3 0,-2 1-10 16,3 0 22-16,-3 0 10 0,2 1-26 15,-2 0 17-15,0-1-1 0,-3 1-22 16,0 0 19-16,3 0-16 16,0 0-3-16,0 0 19 0,-1 0 3 15,-1 0-22-15,2 1 16 0,-3 0-6 16,-3 0-10-16,3 2 19 0,1-1-19 16,-1 1 0-16,-3 0 10 0,1 0-10 15,-3 1 0-15,0-2 15 16,0 2-15-16,2 0 0 0,1-1 23 15,-1 0 9-15,3 1-32 0,-2-1 28 16,0 1-3-16,-1 0-25 0,1-1 22 16,-1 1-18-16,3 1-4 0,-2 0 15 15,-1-1-11-15,4 0-4 0,-1-2 3 16,-5 1 6-16,8 0-9 16,-1 0 3-16,1-1-3 0,0 2 0 15,3-1 10-15,-6 0-10 0,3-1 0 16,-1 0-6-16,4-1 6 0,-3 2 0 15,0-2 3-15,-1 2 0 16,4-2-3-16,-6 0 3 0,6 2-3 16,-4-1 0-16,4-1 0 0,-1 3 0 15,1-4 0-15,-1 1-9 0,-2 0 9 16,5 0 0-16,-2 2 0 0,2 1 0 16,0-2 0-16,-2 2 9 0,7-2-9 15,-7 2 0-15,4-4 0 16,-1 3 0-16,1-2 0 0,4 3 6 15,-3-1-6-15,-1-2 0 0,6 2 10 16,-5 1-10-16,5-1 0 0,-2-1-3 16,2 1 3-16,-3 0 0 0,3 1 0 15,0-2 0-15,1 1 0 16,1 1 3-16,1-1-3 0,-3-2 0 16,0 1 6-16,-2 0-6 0,2-1 0 15,0 1-7-15,0 0 7 0,0-1 0 16,0-1 3-16,-5 2-3 0,2-2 0 15,-2 1 0-15,0-1 0 16,0 0 0-16,-1 0 0 0,-1 1 0 16,1 1 0-16,-2-1-5 0,-5 0 5 15,8 1 0-15,-8-2 0 0,5 0 0 16,-2 0 0-16,-1 0-7 0,1 0 7 16,-4 0 0-16,1 0-21 15,5 0 21-15,-2-2 0 0,2 0 13 16,0 0-3-16,-2 1-10 0,2 0 9 15,-3 1-9-15,3-2 0 0,1 2 10 16,-4-1-10-16,3-1 0 0,3 0 9 16,-3 0-9-16,3 1 0 0,-3-1-6 15,3 1 6-15,-3-2 0 0,-3 2 0 16,9 0 0-16,-9-1 0 0,6 2-2 16,3 0 2-16,-4 0 0 15,1 0-16-15,-3 0 16 0,3 0 0 16,-3 1-3-16,3-1 3 0,0 0 0 15,5 0 19-15,-5 1-19 16,5-1 0-16,0 0 12 0,0 0-5 0,0-2-7 16,5 0 19-16,-2 0-19 15,2 1 0-15,4-2 9 0,-4 1-9 16,3-1 0-16,0 1 13 0,5-2-13 16,-5 0 0-16,6 1 9 15,-1-2-9-15,0 0 0 0,1 1 10 16,2-1-10-16,0 1 0 0,-3 0-26 15,8 0 26-15,-2 1 0 0,-1-2-3 16,4 3 3-16,-1-2 0 0,0 2 0 16,1-1 0-16,4 1 0 0,-5 0-20 15,6 1 20-15,2 1 0 0,-2 0-6 16,-1 0 4-16,4 0 2 16,-4 3-48-16,6 1 48 0,-3-1 0 15,6 1-27-15,-1 2 27 0,6-2 0 16,-5 0-18-16,4 0 18 0,4 1 0 15,2 0-14-15,3-2 14 16,-1 0 0-16,6 0 16 0,3-3 0 16,0 2-16-16,2-2 19 0,-2 1-19 15,0-1 0-15,2 1 1 0,-2-1 2 16,5 0-3-16,0 0 29 0,-3 0 2 16,3 0-31-16,-3 0 22 0,1 0-6 15,-4 0-16-15,6-1-114 16,0 0 111-16,-2-1 3 0,-4 2-92 15,1-1 70-15,5 1-29 0,-2 0-217 16,-4 0 173-16,6 0-40 0,-5 0-97 16,5 3-110-16,0-1-47 0,-3 1-199 15,3 1 38-15,0 2-41 0</inkml:trace>
  <inkml:trace contextRef="#ctx0" brushRef="#br0" timeOffset="115174.4">26284 7532 1317 0,'0'0'234'0,"0"0"43"0,0 0-170 16,0 0-29-16,0 0 71 0,42-9-68 16,-18 7-7-16,2-1 4 0,4-1-33 15,1 0-9-15,4-1 9 16,2 1-22-16,0-1-14 0,0 2-9 15,-3 2 0-15,-2 0 0 0,0 1-203 16,-6 0-190-16,1 0-91 0,-9 0-650 16</inkml:trace>
  <inkml:trace contextRef="#ctx0" brushRef="#br0" timeOffset="115439.1">26951 7333 1483 0,'0'0'494'0,"0"0"-371"15,0 0 0-15,0 0 68 0,0 0-103 16,0 0-24-16,0 0 7 0,35-12-6 16,-28 22 2-16,4 8 49 0,0 1-20 15,-1 3-96-15,1 2 16 16,-1-2-16-16,4 4 0 0,-4 1-2 15,4 2 2-15,-4-1 3 0,3-2-3 16,-2 1-2-16,2-6-171 0,-5-1-295 16,0-3 76-16,-3-4 51 0,-2-5-848 15</inkml:trace>
  <inkml:trace contextRef="#ctx0" brushRef="#br0" timeOffset="115674.6">27046 7563 1444 0,'0'0'500'0,"-2"-37"-198"0,10 23-63 16,0 4 29-16,0 0-146 16,8 3-25-16,-1-3-27 0,7 4 20 15,-1-2-7-15,5 2-19 0,-5 3 12 16,1 2-76-16,-1 1-9 0,-5 0 6 16,0 0 3-16,-3 0-39 0,-3 0 38 15,1 0 1-15,-6 0-172 16,-2 0 2-16,0-1-61 0,-1-2-180 15,1 0 162-15,-3-1-40 0,0-2-437 16,0 0 342-16,0-6 103 0,-3 2-109 16</inkml:trace>
  <inkml:trace contextRef="#ctx0" brushRef="#br0" timeOffset="115844.66">27295 7330 271 0,'0'0'355'16,"0"0"170"-16,0 0-219 0,0 0 39 15,0 0 30-15,0 0-375 0,0 0 0 16,0 0 123-16,0 0 39 0,19 31-14 15,-14-12 29-15,3-1-86 0,0 0-24 16,3 0-35-16,-3 1 10 16,2 2-42-16,1 0 16 0,2-1-7 15,-2 0-9-15,2-1-19 0,0-1-132 16,0-3-126-16,-2-3-481 0,-3-3 75 16,-5-5-356-16</inkml:trace>
  <inkml:trace contextRef="#ctx0" brushRef="#br0" timeOffset="116145.17">27494 7567 1207 0,'0'0'140'0,"0"0"62"15,0 0 152-15,0 0-227 0,0 0-10 16,29 35 119-16,-24-31-74 0,3 0 21 15,0-2 23-15,-2-2-61 0,-1 0-18 16,3 0 55-16,-3-6-36 16,6-2-19-16,-1-8 53 0,1-2-23 15,0-4-78-15,-1 0-76 0,-2-2 88 16,0 1-91-16,-3-3 40 0,3-1 1 16,0 1-41-16,0-2-53 0,0 0 34 15,-3 3 19-15,3 4-264 16,0 1 98-16,0 6-94 0,0 4-382 15,0 4 148-15,-3 3-204 0,-2 2-868 16</inkml:trace>
  <inkml:trace contextRef="#ctx0" brushRef="#br0" timeOffset="116830.68">27523 7307 320 0,'0'0'779'15,"0"0"-590"-15,0 0 100 0,0 0 117 16,0 0-250-16,0 0 35 0,0 0 94 16,0 0-128-16,0 0-28 0,0 0-13 15,-16-30-46-15,16 29-12 16,0 1-36-16,0 0-19 0,0 0-3 16,0 1-32-16,0 3 32 0,0 7 42 15,6 2-1-15,-1 4 17 0,0 1-55 16,0 2 29-16,1-2-26 0,-1-1-6 15,0 2-17-15,1-2 17 16,-1 2 0-16,3-3-16 0,-3 0 4 16,1-1-39-16,-1-1-276 0,-3-2 40 15,1 0-65-15,0-4-545 0,-3 0 233 16,0-6-33-16</inkml:trace>
  <inkml:trace contextRef="#ctx0" brushRef="#br0" timeOffset="117284.61">27740 7580 1205 0,'0'0'595'0,"0"0"-416"0,0 0 6 15,0 0 55-15,0 0-153 0,0 0 16 16,24-43 97-16,-16 26-68 16,0-1-36-16,-3 0-48 0,3-1 3 15,3 0-12-15,-3-3-30 0,0 2 49 16,0-2-58-16,5-1-39 0,-2 1 36 16,4 3-10-16,-1 3-121 0,-1 0 99 15,-2 6 9-15,-6 3 23 16,-2 2 3-16,2 2 0 0,-3 1-63 15,4 1 44-15,-4 1-14 0,4 0-89 16,-4 2 93-16,4 6 29 0,-4 5 6 16,1 5 117-16,2 4-36 0,-2 0 9 15,5 2-29-15,-3-3-32 16,3 1-25-16,0-1 31 0,3 1-41 16,-1 0-6-16,1-2 6 0,-1-3 0 15,1 0 10-15,-3-3-10 0,-3-1 0 16,1-2-93-16,-4-3-45 0,1-4-132 15,-3 0-429-15,0 1 124 0,0-3-5 16</inkml:trace>
  <inkml:trace contextRef="#ctx0" brushRef="#br0" timeOffset="117456.18">27875 7439 1535 0,'0'0'1092'15,"0"0"-992"-15,35-7-97 0,-17 7 25 16,4 3 34-16,-1 3-21 0,3 1-39 16,-3-1-2-16,3 4 0 0,-6 1-9 15,3 1-7-15,-7 4-3 0,-1 0-508 16,-5-2-11-16,0-1-146 0</inkml:trace>
  <inkml:trace contextRef="#ctx0" brushRef="#br0" timeOffset="120267.81">10432 8425 530 0,'0'0'255'0,"0"0"-27"15,0 0 117-15,0 0-172 16,0 0-1-16,0 0 3 0,0 0-175 16,0 0-37-16,0 0 14 0,0 2 23 15,0 0 55-15,0 1 59 0,0 3-88 16,3-2 0-16,-3 6 64 16,0 2-25-16,0 5-7 0,0 0 53 15,0 4-86-15,5-1 18 0,-5 2 11 16,0 1-21-16,3 3 5 0,-3 2 30 15,0 4-16-15,0 2-33 0,0 1 42 16,0 2 49-16,0-1-78 0,5 0-32 16,-5-1 13-16,6 0-13 0,-4-1 1 15,4 0-1-15,-1-2 0 16,-2-1-17-16,4-3 14 0,-1-5-62 16,-1-1-125-16,3-1 148 0,-3-5 13 15,3 2-60-15,-2-4-21 0,1 2-23 16,-1-3-318-16,-4-2 51 15,4-5-121-15</inkml:trace>
  <inkml:trace contextRef="#ctx0" brushRef="#br0" timeOffset="122129.7">10462 9177 316 0,'0'0'1176'16,"0"0"-657"-16,0 0-463 0,0 0-56 16,0 0-3-16,0 0 3 0,0 0 33 15,0 0 71-15,0 0-14 0,0 0-12 16,18 1 58-16,-10-1-62 15,5 0 0-15,1 0-13 0,1 0 23 16,4 0-3-16,0-1-36 0,-4 0 9 16,12 1-35-16,-6 0-15 0,6 0 40 15,-1 0-44-15,8 1 7 16,1 1-7-16,2 0 0 0,3 2 13 16,5-1-13-16,0-1 0 0,8 0 3 15,0 0 12-15,2-2-15 0,6 0 0 16,13-2 10-16,-2 0 22 0,5-1-13 15,5 0 16-15,-3-1-35 0,9 0 19 16,4 1-19-16,4-2 0 0,2 0 16 16,0-1-6-16,2 2-10 0,6-2 3 15,0 3-3-15,0-1 0 16,0-2 3-16,5 2-3 0,-2-2 0 16,2 2 3-16,-2-2-3 0,5 3 0 15,-8 0 3-15,7-2 4 0,-7 2-7 16,-2 0 6-16,4 2-6 15,-2-1 0-15,0-1-5 0,-5 2 5 16,2 0 0-16,-2 1-1 0,2-1 1 16,-2 1 0-16,-3 0-13 0,-3 0 13 15,0 0 0-15,1 2 10 16,-4 1-10-16,1 0 0 0,0-1-7 16,-6 2 7-16,1-1 0 0,-4 0-7 15,4 0 7-15,-1 0 0 0,-5 1-4 16,-2-1 4-16,4-1 0 0,-1 2-3 15,-1-2 3-15,0 2 0 0,-3-3 3 16,3 2 10-16,-2 0-13 0,-1-2 3 16,-2 1 1-16,3 0-4 0,-6-2-4 15,2 3 4-15,1 0 0 16,-3 0-4-16,1-1 4 0,-4 0 0 16,3 4 2-16,-2-4 5 0,-1-1-7 15,-2 0 2-15,5-1-2 0,-2 1 0 16,-3 1-8-16,0 1 8 15,2-1 0-15,-2 0 1 0,2-1 3 16,-2 1-4-16,0 1 9 0,0-1-9 16,0 0 0-16,0-1-3 0,0 0 3 15,2-1 0-15,-2 1-7 16,2-1 7-16,1 0 0 0,2 0 3 16,0-1 19-16,0 1-22 0,1-2 3 15,1-1-3-15,1 0 0 0,-3 0 4 16,3 2-4-16,-3-2 0 0,3-1 6 15,-3 2-6-15,0 1 0 0,1-1 16 16,-1 1-13-16,0-1-3 0,3-3 3 16,-3 3 7-16,0 0-10 0,3-1 16 15,-3 0-16-15,0 0 0 16,0 2-8-16,0-1 8 0,-2 1 0 16,0 0-7-16,-1 0 7 0,-2 1 0 15,0 0-14-15,0 0 14 0,-1 0 0 16,1 0-4-16,0 0 4 15,-3 0 0-15,3 0 3 0,0 1-3 16,0-1 0-16,-3 0 3 0,0 1 10 16,1-1-13-16,-6 2-10 0,5-2 10 15,-3 2 0-15,1-2 7 16,-3 0-7-16,2 0 0 0,-4 1 0 16,2 0 0-16,-1 0 0 0,-1 2-8 15,-1-2 8-15,-2 0 0 0,2 0-4 16,-5-1 4-16,2 0 0 0,-2 1 1 15,0-1 6-15,-2 0-7 0,-1 0-2 16,0 0 2-16,-2 0 0 0,0-1 7 16,-1 1-7-16,4-1 0 15,-4-1-3-15,1-1 3 0,0 2 0 16,-1-1 3-16,1 1-3 0,0 0 0 16,-3-1 6-16,0-2-6 0,0 2 0 15,2 1 10-15,-1-1-10 0,-1-1 0 16,0 1 3-16,-3-1-3 15,0 2 0-15,1 0 13 0,-4-1-13 16,4 1 0-16,-6 0 9 0,0 1-9 16,0-1 0-16,-3 1-9 0,4 0 9 15,-4 0 0-15,3 0-4 16,-3 0 4-16,1 0 0 0,-1-3-2 16,-2 3 2-16,0 0 0 0,0 0 4 15,-1 0-4-15,-1 0 0 0,-1 3-8 16,0-2 8-16,0 0 0 0,0 1 2 15,0-1 1-15,0 0-3 0,1 0-1 16,-4 3 1-16,0-2 0 0,1 2 1 16,2-2 3-16,0 1-4 0,-2-1-10 15,2 0 10-15,0 0 0 16,-3 0 10-16,1 2-10 0,2-1 0 16,-5-1-1-16,5 0 1 0,-2 3 0 15,-1-3 0-15,1-1 0 0,-4 1 0 16,1 0-4-16,0 1 4 15,-3-1 0-15,-2-1-6 0,-1 1 6 16,1-1 0-16,-3-1-11 0,2 1 11 16,-2 0 0-16,-3 0 10 0,1-1-10 15,-1 0 0-15,-3 0 13 16,4 0-13-16,-6-2 0 0,-3 1 19 16,0 0 0-16,-2-1-6 0,0 0-1 15,2-3 39-15,-2 2-25 0,2-5-17 16,-3 2 39-16,1-4-48 0,2-4 25 15,-2-1-6-15,0 0-19 0,-1 1 22 16,1-3 7-16,0 3 6 0,2-2-29 16,-2-1 38-16,-1-3-44 0,-2 2 28 15,3-3 1-15,0 0-29 16,-3 0 19-16,2-1-10 0,1-2-9 16,-1 0 25-16,1 0-25 0,0-1 0 15,-1-2-8-15,4 2 8 0,-6-2 0 16,2-1 3-16,4 1-3 0,-6-3 0 15,2 5-9-15,1-5 9 16,-3 2 0-16,3-1 3 0,-3 0-3 16,0 0 0-16,0 1 9 0,0-1-10 15,0 3 1-15,-3 0-6 0,-2 1 6 16,2 4 0-16,-2-1-13 16,-3 1 10-16,2 3 3 0,-4 2-132 15,2 1 34-15,-5 6-106 0,-1-2-391 16,1 4 23-16,3 3-414 0</inkml:trace>
  <inkml:trace contextRef="#ctx0" brushRef="#br0" timeOffset="122796.61">25036 8672 1477 0,'0'0'101'0,"0"0"62"16,0 0-161-16,0 0-2 0,0 0 0 16,0 0 205-16,0 0-46 0,35 5-7 15,-11-4 74-15,5-1-119 0,8 0-17 16,0 0 7-16,5 0-36 0,1 0-38 15,4 3-17-15,-2 3-12 16,-2-1-65-16,-6 1-679 0,-11-2-533 16,-5-3 524-16</inkml:trace>
  <inkml:trace contextRef="#ctx0" brushRef="#br0" timeOffset="124097.64">25987 8427 1036 0,'0'0'189'0,"0"0"29"16,0 0-218-16,0 0 0 16,0 0 84-16,0 0 76 0,21 36 22 15,-13-16 97-15,0 2-140 0,-3 1-19 16,1-3 96-16,-1 0-119 0,3 2-33 15,-3-1-19-15,3 0-13 16,0 0-32-16,-3 0 20 0,1-5-20 16,2 2 0-16,-6-4-39 0,1-1-45 15,0-4-64-15,-3-2-156 16,0-2 35-16,0-2-59 0,-6 3-238 16,1-4 302-16,-6-2-6 0,1 0-337 15</inkml:trace>
  <inkml:trace contextRef="#ctx0" brushRef="#br0" timeOffset="124267.23">25958 8652 393 0,'0'0'402'0,"0"0"158"16,16-34-267-16,-3 25-40 0,3 1 59 15,0 4-151-15,2-1-18 0,6 2 57 16,-3 2-88-16,6 0-35 16,-1 1-38-16,1 0-17 0,-3 0-22 15,0 0-12-15,-3 1-30 0,0 0-161 16,-8-1-304-16,0 1 26 0,-5-1-85 15,-2 0-536-15</inkml:trace>
  <inkml:trace contextRef="#ctx0" brushRef="#br0" timeOffset="124516.92">26318 8414 1687 0,'0'0'201'0,"0"0"-87"0,0 0 12 16,0 0 46-16,0 0 12 0,16 48 45 16,-11-28-97-16,-2 2-35 0,2-1 28 15,-2-1-74-15,5 2-51 0,-3 0 22 16,3-2-22-16,0-2 0 16,0 0-54-16,0-5-39 0,0-3-84 15,-3 0-174-15,0-7 150 0,-2 2-77 16,2-3-311-16,1 0 374 0,-1 0-215 15</inkml:trace>
  <inkml:trace contextRef="#ctx0" brushRef="#br0" timeOffset="124814.9">26472 8466 1459 0,'0'0'328'0,"0"0"-238"15,0 0 163-15,26 46-74 0,-18-27 57 16,3 0-117-16,-1-4-13 0,4 4 29 16,-1-3-67-16,0 0-30 0,3-1-35 15,-3-3 14-15,0-5-14 0,1 0-3 16,-4-2 105-16,-2-3-47 16,0-2-29-16,-3 0 38 0,-2 0-23 15,2-4 1-15,3-2 50 0,-2-4-28 16,-1-4-48-16,0-4 44 0,1 1-63 15,-4-2-16-15,1 4-12 16,0-4 12-16,-1 0-367 0,1 1 101 16,5 1-92-16,2 3-589 0,1 3 374 15,2 1 15-15</inkml:trace>
  <inkml:trace contextRef="#ctx0" brushRef="#br0" timeOffset="125143.69">26948 8495 471 0,'0'0'423'0,"0"0"138"16,-7 46-243-16,-1-30 33 0,-3 2 99 16,6-1-225-16,-3 2 10 0,5-4-11 15,3 2-97-15,0-3-70 16,3-3-34-16,7 2 21 0,1-4-44 16,5-2 16-16,2-3 9 0,4-3 4 15,1-1-26-15,1-4 57 0,3-4-60 16,-3 0 32-16,-1-2-32 0,-4-4 0 15,-1 2 12-15,-4-4-12 16,-9-1 0-16,-2 1-96 0,-3-2 95 16,-3-2-70-16,-8-3-165 0,1 4 108 15,-3-1-61-15,-3 2-278 16,2 5 176-16,1 0 106 0,3 7 104 16,2 0 81-16,0 4-1 0,5 2-1 15,-2 0-37-15,-1 1-136 0,4 4-284 16,2 3 205-16,0 2 6 0,2-3-293 15</inkml:trace>
  <inkml:trace contextRef="#ctx0" brushRef="#br0" timeOffset="125597.97">27216 8697 46 0,'0'0'143'0,"0"0"72"16,0 0 98-16,0 0-143 0,0 0-46 15,0 0 22-15,32 35-90 16,-30-32-27-16,1-2-3 0,0-1-6 16,-3-1 48-16,0-7 137 0,0-4-104 15,-6-5-10-15,1-3 97 16,-3-2-84-16,3-2-26 0,2 3 7 16,3-3-85-16,0-1-16 0,3-1-81 15,7 6-75-15,4-2-163 0,4 2 133 16,3 5 187-16,3-2 15 0,3 6 332 15,-1 2-79-15,3 4-9 0,-2 4-15 16,-1 1-183-16,-2 2-27 0,-3 7-6 16,-5-2-13-16,-3 1 0 0,-5 2 0 15,0 1-13-15,-8-1 13 16,0 1-11-16,-8 0 11 0,-5 0 13 16,0 2 23-16,-6-3-33 0,1 0-3 15,-3 1-83-15,-1-3 44 0,7-1 0 16,-4 3 10-16,6-3 29 0,2 0 15 15,3-1 102-15,6-2-95 16,-1-1-18-16,3 4 80 0,0-2-46 16,3 3-15-16,7 0 0 0,6 0 18 15,3 1-15-15,2-2-13 16,-3-1-13-16,1 1-3 0,-1 0-197 16,-2-2-98-16,3-2-257 0,-6 0-744 15</inkml:trace>
  <inkml:trace contextRef="#ctx0" brushRef="#br0" timeOffset="125909.73">27727 8757 1540 0,'0'0'520'16,"0"0"-80"-16,0 0-236 0,0 0-24 15,0 0-48-15,8-48-62 0,-5 28-31 16,-3-1-27-16,-3 2 78 0,3-1-23 15,0 0-45-15,0-2 42 16,0-1-64-16,0-2 9 0,0 2-9 16,0-3 0-16,3 1-102 0,5 0 10 15,0 2-62-15,8 1-138 16,2 1 205-16,3 4 32 0,3 3 16 16,0 3 39-16,0 4 68 0,0 4 79 15,-3 3-82-15,-3 1-65 0,1 4-44 16,-3 4 41-16,-3 1-14 0,-2 2-96 15,-3 3-84-15,-3 2-104 0,-5 0-453 16,-3-3 63-16,-5 0-37 0</inkml:trace>
  <inkml:trace contextRef="#ctx0" brushRef="#br0" timeOffset="126753.65">27997 8508 100 0,'0'0'372'15,"43"-9"-124"-15,-33 8 35 16,-4 0-283-16,-1 1-215 0,-3 0 16 16,-2 1 183-16,0 3 16 0,-2 1 131 15,-9 4 91-15,-2 2 26 0,-3 1 191 16,-2 3-189-16,7-2-6 0,0 4 147 15,3-2-200-15,0 1-14 0,8 0 33 16,0-2-110-16,3-2-43 0,5-1-28 16,5 1 57-16,3-3-48 0,5-5-6 15,1 0 44-15,4-3-31 0,1-1-20 16,-1-6 67-16,-2 2-61 16,5-5-18-16,-2-3 50 0,-1 1-16 15,-5-1-34-15,-2-2 88 0,-6 0-48 16,-5-2-41-16,-3 2 68 0,-5-5-80 15,0 3 19-15,-8-4-38 16,0-1 19-16,-2 4-262 0,-1-3 114 16,-2 4-87-16,2 2-331 0,3 8 286 15,3-1 57-15,2 5-150 16,1-1 94-16,-1 0 12 0,0 1-215 16,1 2 231-16,2 2 30 0,0 3-66 15,2-1 287-15,4 4 17 0,2 2 133 16,5 4 33-16,0 0-11 0,0 5 151 15,-2-5-79-15,0 3 0 0,2-3 231 16,0 1-258-16,0 1 35 0,-2-1-10 16,0-2-148-16,-1 1-65 0,1-3 51 15,-3-2 26-15,-3 0-32 0,0-5-49 16,1-1 17-16,-1 1-23 16,0-2-16-16,0 1 48 0,-2-2-15 15,2-1 2-15,-2-2 60 0,0-2-5 16,-3-7-27-16,0-7 7 15,0-3-73-15,-3-1 25 0,3-2-25 16,0 0 0-16,3-1-15 0,7 2-17 16,4 0 32-16,1 2-153 0,7 1 151 15,1 4 2-15,7 1 0 16,-1 1 47-16,2 5 29 0,1 3-38 16,-5 4 57-16,-6 2-95 0,-5 3-6 15,-3 2-13-15,-5 0 19 0,-3 3-124 16,-2 5 121-16,-3 1-6 0,-8 7-74 15,-8-1 83-15,-2-1 0 0,-6 0-191 16,0 2 131-16,0-1-20 0,3-3-55 16,0 2 97-16,5-4-30 0,3-2-9 15,2-1 42-15,8-2-4 16,1-2-2-16,2-5 40 0,2 3 2 16,9-2 9-16,2 3 42 0,6-3-33 15,-3-2-19-15,-1-1-116 0,-4-1-84 16,-6 0-624-16,1 0-3 15</inkml:trace>
  <inkml:trace contextRef="#ctx0" brushRef="#br0" timeOffset="127176.39">27672 8521 1459 0,'0'0'578'15,"0"0"-474"-15,45-3-19 0,-22 1 38 16,1-1-91-16,3 3-32 0,2-2-55 16,-8 1-360-16,0-1-398 0</inkml:trace>
  <inkml:trace contextRef="#ctx0" brushRef="#br1" timeOffset="147188.35">22102 4035 1328 0,'0'0'234'0,"0"0"85"0,0 0-151 15,0 0 14-15,5-32 12 0,-5 24-91 16,0-2 7-16,0 5 31 0,0-3-51 16,-5 0-48-16,-1-1-4 0,-4 1 23 15,-3-3-29-15,-6-1-22 16,3 4 28-16,-2 0-38 0,-1 4 4 15,1-1 31-15,-1 3-35 0,-5 2-26 16,3 0 26-16,-3 0 0 0,-2 0-36 16,2 5 36-16,0-1 0 0,0 3-26 15,3-1 26-15,-3 4 29 0,3 0-10 16,0 1 10-16,2 1-29 0,-2 0-21 16,2 0 21-16,4 5 0 15,-4 0-10-15,1 2 10 0,-1 2 3 16,-2 2 13-16,2 1 26 0,-2 0-13 15,3 1-20-15,-4 4 23 0,4-2-32 16,2 2 3-16,0-2 17 16,3-2-20-16,0 2 16 0,2-2-13 15,3 0-3-15,5 0 13 0,1 0-7 16,2 1-6-16,2 0-44 0,4-2 44 16,4 1 0-16,3 1-13 0,1-6 13 15,2 3 0-15,2-2 4 16,1-1-1-16,5 0-3 0,2-3 2 15,0 0 1-15,4-2-3 0,-1 0 1 16,3 0 2-16,-3 0-3 0,2-3-6 16,-4 1 6-16,2-2 0 0,-2-2-35 15,-1-4 33-15,1 0 2 0,2-3-29 16,-3-2 29-16,3-1 0 16,-2-5 0-16,-1 1 6 0,3-6-6 15,-2-1 20-15,-1-4 15 0,1-1-26 16,-1-5 4-16,1 0 29 0,-1-1-1 15,-2-1-31-15,-3 0 53 16,-5-2-15-16,3-3 19 0,-3 1 34 16,2-3-47-16,-2-2-51 0,0 0 82 15,-3-2-38-15,0 0-43 0,-5-4 71 16,0 1-75-16,-5 2 38 0,0-1-38 16,-3-1 0-16,-6 2 0 0,-2 1 0 15,-5 2 0-15,-3 2-39 16,-2 3 39-16,-3 2 0 0,-3 1-79 15,-3 5 54-15,1 1 22 0,-3 5-145 16,-1 3 113-16,-1 2-41 0,-4 6-156 16,-2 3 117-16,-3 2-97 0,1 7-349 15,-1 3 49-15,8-2-158 0</inkml:trace>
  <inkml:trace contextRef="#ctx0" brushRef="#br1" timeOffset="148771.85">23611 8315 293 0,'0'0'617'16,"0"0"-370"-16,0 0-29 0,0 0 105 15,0 0-193-15,0 0-23 0,6-35 117 16,-4 28-124-16,1 1-13 0,0-2 98 16,-3 2-79-16,2 0 7 0,1-1 12 15,-3 1-44-15,0-1-14 16,0 2 7-16,0-2 12 0,-3 2-32 16,-2-3-44-16,0 1 19 0,-3 0-29 15,-3-1-23-15,-5 0 23 16,-2 3 0-16,-4 0-44 0,1 2 41 15,0 2 3-15,-3 1-47 0,-2 0 47 16,-1 1 0-16,-4 4-31 0,-1-1 31 16,-3 4 0-16,1 1-29 15,-1 2 28-15,1 1 1 0,2 2-39 16,3 0 39-16,0 3 0 0,2 3 1 16,1 0 9-16,2 3-10 0,-2 1 3 15,5 0 13-15,-1 3 0 0,4-1-6 16,-1 5 44-16,6-1-54 0,0 2-16 15,2 2 16-15,1 2 0 0,4 2 3 16,-2-2 23-16,6 1-26 0,2-1-38 16,0-2 15-16,2 0 23 15,6-3-32-15,3-4 13 0,-1 1 19 16,6-4-16-16,0-1 16 0,5 0 0 16,6-3 2-16,-3 3 8 15,5-2-4-15,3-5 4 0,-1 2 6 16,1-4-16-16,3-3 1 0,2-3 18 15,0-4-6-15,3-2-7 0,-1-1 29 16,1-1-35-16,0-1 16 16,-1-4 10-16,-1-4-26 0,-1-3 3 15,0-1 23-15,-6-4-14 0,4 1-5 16,-6-5 41-16,-2 0-35 0,-4 0 2 16,1-2 30-16,-3-2-36 0,1-2 4 15,-4-2 48-15,1-2 2 0,-6 0-37 16,3-2 53-16,-6-1-70 0,1-1 23 15,-6-3 15-15,-2 2-47 0,-3-5 22 16,0 2 13-16,-3 2-35 0,-2-2 22 16,-6 2-22-16,1 3 0 15,-3 1-25-15,-3 4 12 0,-3-1 13 16,1 4-57-16,-4 2 35 0,-1 3 22 16,-4 2-126-16,1 4 85 0,-4 0-36 15,-1 5-117-15,-1 3 140 16,-3 3-97-16,-2 4-241 0,-2 5 82 15,-1 5-144-15,11-3-535 0</inkml:trace>
  <inkml:trace contextRef="#ctx0" brushRef="#br0" timeOffset="-64149.17">4706 9950 814 0,'0'0'762'16,"0"0"-560"-16,0 0 83 0,0 0-187 16,0 0-66-16,0 0-1 0,0 0 8 15,0 0 0-15,0 0-16 0,0 0-23 16,0-12-16-16,6 16-18 15,-4 5 15-15,4 7-1 0,-6 1 19 16,2 5-2-16,-2 3 3 0,0 0 41 16,0 4-5-16,0 6-36 0,-2 1 2 15,-4 6 17-15,4 5 33 16,-4 0-21-16,1 6-18 0,2 1-13 16,-2 2-3-16,0 5 2 0,5-1 1 15,-8 2 16-15,8 0-15 0,-5-1-1 16,5 0 1-16,-3-3-2 0,3-2-14 15,0-5 2-15,0-3 12 16,0-2-15-16,3-3-12 0,-3-1 26 16,5-5-28-16,-5-2-112 0,5-2 19 15,-2-3-4-15,2-2-159 0,0-3 52 16,-2-1-23-16,2-4-320 16,-5-5-11-16</inkml:trace>
  <inkml:trace contextRef="#ctx0" brushRef="#br0" timeOffset="-62184.26">4667 11492 859 0,'0'0'0'0,"0"0"3"0,0 0 31 15,0 0 27-15,0 0 50 0,0 0 98 16,34 0-108-16,-21 2-20 0,1 2 43 15,7-1-76-15,-8 0-22 0,6 0 30 16,-1 0-24-16,3-3 27 0,-5 3 28 16,11-1-57-16,-6 1-29 0,3 1 8 15,2-2-2-15,1 0-7 0,-4 0-10 16,9 1 8-16,-3-2 4 16,3 2 8-16,0-1-10 0,-3 0-2 15,6 0 1-15,-4 1 1 0,4 0 13 16,-3 0 16-16,2 1-16 0,0 0 16 15,1-1 1-15,-1 2-19 16,3-2-9-16,0 1 31 0,0 1 15 16,1-3-25-16,-1 2-12 0,0 1-9 15,2-4 14-15,1 2-15 0,-5 0-1 16,4 1 13-16,-4-3-12 16,4 1 12-16,1 1 10 0,0-2-21 15,0 1 0-15,-1 1 50 0,-2-1-13 16,3-1-26-16,-5 2 23 0,4-1-24 15,1 1 18-15,-5 1-29 0,4-1 46 16,1-1-46-16,-6 1 34 0,6-3-13 16,2 1 20-16,-2 0-13 0,0-1-3 15,0 1-13-15,-1 0 0 16,4-1-13-16,-3 1 2 0,-1-1 14 16,6 0-13-16,-2 0 23 0,-1 0-26 15,-2 1 1-15,-1-1-1 0,6 1 0 16,-2-1-4-16,-1 0 4 0,3 0 0 15,-2-1 6-15,2 0 5 16,-3 0-11-16,-2-1-6 0,5 1 6 16,-3 0 0-16,3-2 16 0,-2 1-16 15,-4-1 0-15,6 1-5 0,-5 1 5 16,2 0 0-16,-2 0-39 16,0-1 37-16,0 1-21 0,2 0-16 15,-8-1 39-15,11 1-13 0,-5-1-16 16,-3 1 28-16,3 0 1 0,0-2-13 15,-1 2 13-15,1 1-2 0,-3-1-1 16,0 0 0-16,3 0-7 0,-3 1 10 16,3-1 0-16,0 1 3 0,2-1 13 15,-2 1-12-15,-1-1-4 16,1 1-1-16,0-1-1 0,-6 1 2 16,9-2 3-16,-4 2-3 0,1-1 1 15,-3 1-1-15,0 0 0 0,3-1 35 16,0 1-15-16,-1 0-17 0,-4-2 13 15,7 2-13-15,-5-1-3 0,0 0 0 16,3 0 3-16,-3 1 1 16,0-1-4-16,0 0 2 0,-7 1 14 15,4-3-16-15,0 2-5 0,-7 1 5 16,7-1 0-16,-5 1-11 16,-5-1 11-16,3-1 0 0,-1 2-11 15,-5 0 11-15,3 0 0 0,-3 0 10 16,-2 0-10-16,-3 0 0 0,-3 0 2 15,3 0-3-15,-11 0 1 0,9 0-7 16,-14 0 7-16,8 0 0 0,-3 2-24 16,3-2 24-16,-3 1 0 0,0-1-8 15,-2 1 8-15,-3-1-1 0,5 1-2 16,-5-1 3-16,0 0 0 16,0 0 13-16,0 2 12 0,0-2 4 15,0 0 20-15,0 1-4 0,0-1-13 16,0 0-29-16,0 0-3 0,0 0-3 15,0 0-71-15,0 0 42 0,6 0-4 16,-6 0-8-16,2 0 43 16,-2 0 0-16,0-1-5 0,6 1 3 15,-4 0 3-15,-2 0-41 0,3 0 15 16,-3 0-3-16,2 0-39 16,-2 0 29-16,0 0-6 0,6 1 9 15,-4-1-16-15,1 2 49 0,0-2-52 16,2 2 52-16,0-1 3 0,3 1 18 15,-2-2-17-15,4 1-1 0,-5 0-17 16,9-1 17-16,4 0 0 0,-2 0 16 16,3 0-15-16,-1 0 2 0,-2 2 1 15,3-1-4-15,-3-1-16 0,7 1 11 16,-1 1 5-16,1-1 16 0,1 0-16 16,3-1 0-16,2 0 3 15,-3 1 55-15,1-1-42 0,7 1 3 16,-2 0-15-16,-3 1 15 0,11-2 0 15,-6 0 14-15,6 0 41 0,-6 1-71 16,6-1 14-16,0 0 5 16,0 2-19-16,2-2 17 0,-2 1-1 15,5-1-19-15,-3 0 19 0,3 0 11 16,-2 1-30-16,2 0 0 16,-3 0 0-16,6 0 12 0,-1-1 1 15,-2 1 20-15,3-1-11 0,-6 2-12 16,3-1-4-16,3 1 4 0,-6 2-7 15,3-2 10-15,0-1-13 0,-2 2 1 16,5-2-1-16,-3 0 0 0,-3 2 13 16,6-2-13-16,-3 0 0 0,-3 2 2 15,6-2-3-15,-3-1 1 0,2 0 0 16,1 0 13-16,-3 0 9 16,3 0-22-16,-6 0 20 0,8 0-20 15,-5 0 3-15,1 0 26 0,1 0-26 16,-4 0 4-16,2-1 9 0,0 1-16 15,-3-2 2-15,-2 1 1 16,2 1-3-16,-2-1-4 0,0 1 4 16,-3-1 0-16,0-1-11 0,0 1 11 15,0 1 0-15,-3-1 3 0,1 1-6 16,-4-1 3-16,4 1 0 16,-3 0 13-16,-1-1-13 0,1-1 0 15,-3 2 0-15,3-1 0 0,-3 1 0 16,0-1 6-16,1 1-6 0,-1-1-8 15,-3 1 8-15,3 0 0 0,-2 0 1 16,-1 0-4-16,1 0 3 0,-1 0 0 16,1 0 0-16,-1 0 0 0,-2 1-21 15,3-1 21-15,-4 1 0 0,-1 2-1 16,-1-2-1-16,0 0 2 0,-2 0-6 16,-4 2 5-16,-1-2 1 15,-1 1-23-15,0 0 20 0,3-1 3 16,-8-1-77-16,0 0 48 0,-5 0-20 15,2 0-53-15,-2 0 57 16,2 0-13-16,-5 0-149 0,5 0-24 16,-2 0-80-16,-3 0-419 0,0 0 166 15</inkml:trace>
  <inkml:trace contextRef="#ctx0" brushRef="#br0" timeOffset="-61715.78">13364 11635 658 0,'0'0'436'15,"0"0"-110"-15,0 0-248 0,0 0-42 16,0 0 110-16,0 0 23 0,11-33-29 15,-8 25 15-15,-3 0-80 0,8-3-20 16,-3-2 0-16,3-1-34 16,-3-1-21-16,3 3 0 0,-3-2 16 15,-5 0 3-15,8 0-13 0,-2-1 10 16,-1 0-13-16,-3-2 10 16,4 0-13-16,-1-2 0 0,0-2-16 15,-2 0 3-15,5-3 13 0,-3 2-24 16,3-2-5-16,-2 1 3 0,-4 0-52 15,3 0-9-15,1-1 16 0,-4 2-33 16,4-3 88-16,-6 1 13 0,5 0-81 16,-2 1 51-16,-1 0-9 0,1 1 26 15,0-1 16-15,-3 1 1 0,0 0 4 16,0 2 8-16,2 1-10 16,-2 0-2-16,0 1 1 0,3 1-2 15,-3 0 0-15,0 2 0 0,3-1-16 16,-1 2 15-16,-2 0-22 0,3 3-23 15,-1 3-90-15,1 2-60 16,-3 0-126-16,0 3-607 0</inkml:trace>
  <inkml:trace contextRef="#ctx0" brushRef="#br0" timeOffset="-58430.59">13544 10818 755 0,'0'0'183'0,"0"0"-1"0,0 0 24 16,0 0-132-16,0 0 1 15,0 0 29-15,0 0-39 0,0 0 0 16,35-19-6-16,-25 19 45 0,1 0-23 15,2 0-3-15,1 2-75 0,7-1 36 16,-3 0 94-16,3 0-23 16,3 2-3-16,0-2-26 0,3 3-52 15,-1-2-13-15,6 1-13 0,0-2 17 16,5 2-20-16,-3-2 1 16,6 1 11-16,2 1-9 0,1-3 0 15,2 2-2-15,0-1 2 0,2-1 0 16,4 1 1-16,-4 0-1 0,4-1 7 15,2 0-3-15,-6 0-7 0,9 0 0 16,0 0 0-16,-3 0 0 0,2 0 0 16,1 0 12-16,2 0-12 15,-2 0-8-15,2-2 8 0,3 2 0 16,-3-1 0-16,0 1 20 0,3-2-20 0,0 2-8 16,0-1 8-16,-3 1 0 15,-2 0-6-15,5 0 5 0,0 0-3 16,-3 0-13-16,-2 0 17 0,5 1 0 15,-3 1-11-15,0-1 11 0,0 0 0 16,3 0 2-16,0-1 14 16,-2 1-13-16,1-1-3 15,-1 1 19-15,2-1-19 0,-3 0-9 0,0 0 8 16,3 0-1-16,0 0-1 0,0 0 3 16,0 0 0-16,0 0 7 15,0 0-7-15,0-1 0 0,-3-1 0 16,3 0 3-16,-3 0-3 0,3 1 0 15,-3-2 3-15,0 2-3 0,3 0 13 16,0-1-10-16,-2 0-3 0,-1 0-17 16,0 0 17-16,3 0 0 0,-5 0 0 15,2 0 0-15,0 1 10 0,-2-1-10 16,2 1 0-16,-2-1 0 16,-1 0 3-16,1-1-3 0,0-1 0 15,-1 3-3-15,1-1 3 0,2 0 0 16,-2 0 2-16,2-2 8 0,0 1-9 15,0 1-1-15,3-1 0 16,0 2 61-16,0-2-45 0,3 1 19 16,-1-3-35-16,4 3 13 15,-4-2 3-15,6 2-6 0,-5-1 3 0,2 1 6 16,0-1-12-16,3 1 9 0,0 0-10 16,-3 0 1-16,3 1 2 15,0-2 0-15,2 3-9 0,1-1-3 16,-4-2 0-16,1 2 3 0,3 0-6 15,-1-1 6-15,-2 0 0 0,3 0 1 16,-3 1 9-16,2-1-10 0,-2 1-15 16,2 0 15-16,-2 0 0 0,3 0 6 15,-3 0-6-15,0 0 0 0,-1 1 2 16,-1 0 4-16,1 0-6 16,1 0-10-16,-2 0 10 0,1 0 0 15,-1 1-1-15,2 1 1 0,-1-1 0 16,-1 1 3-16,-1-1-4 0,0 0 1 15,0-1-20-15,3 1 19 16,-5-1 1-16,2 0-33 0,0 0 33 16,-2 2 0-16,-1-2-1 0,3 1 1 15,-2-1 0-15,0 0-13 0,-1 1 13 16,1 1 0-16,-1-1-4 0,1 2 4 16,-3-2 0-16,0 0 3 15,0-1-3-15,-1 3 0 0,1-2-33 16,0 1 31-16,0 0 2 0,0 0-61 15,0 1 35-15,0 0 13 0,-3 1 8 16,3-2 4-16,0 1 0 0,0 2-19 16,0-3 17-16,2 0-13 0,-2 1 5 15,3-1 11-15,-1 0 2 16,1 1 15-16,-3 0-15 0,3 0 14 16,2-1-16-16,-3 0 12 0,4 0-12 15,-1 3 0-15,0-3 3 0,0 1-3 16,3 1-1-16,-3-1 1 0,0 0 0 15,1-1 0-15,2 2 3 16,-1-1-3-16,1 0-26 0,0 0 24 16,0 0-33-16,-3 0-59 0,0-2 68 15,1 1-3-15,-1-1-6 0,0-1 12 16,0 0 20-16,-2 1-23 0,-1-1 25 16,1 0 2-16,-3 0 1 15,-3-1 0-15,3 0-2 0,0-2 2 16,-3 1-2-16,3 0-1 0,-3-1-2 15,3 0 2-15,-5 1-12 0,2-2-12 16,-2 2 14-16,-1-1 9 0,1 1 2 16,0-1 0-16,-3 0 0 0,0 1 2 15,0 1-1-15,-3-2 16 0,3 2-5 16,-3 0-12-16,1-3 13 0,-4 3 26 16,3 0-10-16,-4 1 0 15,1-1 7-15,1 1-23 0,0 0 3 16,-3 0-15-16,0 0-1 0,-3 0 0 15,0 0-4-15,1 0 2 0,-6 1 1 16,0 0-7-16,0 0 8 16,-3-1 0-16,-4 0-1 15,1 3 0-15,-4-2 0 0,-3-1-35 0,-3 0 35 16,-5 0 0-16,0 0-18 0,-6 0 19 16,-2 0-2-16,-5 0 2 15,-1-1 19-15,1-2 0 0,-3 2 33 16,0 0 3-16,0-2-49 0,-3-1-5 15,1 1-1-15,-1 0 4 0,-5-2 31 16,3 1 7-16,-3-2-10 0,3 0 0 16,-1 0 1-16,4 1-4 0,-4 0-26 15,6-1 35-15,0-4-38 0,0 1 13 16,3-6-13-16,5 1 0 16,0-2-32-16,3 2 32 0,-1-3-3 15,1 2-20-15,-3-4 23 0,5-2 0 16,-2 0-10-16,2-2 10 15,-3-1 0-15,1-1 6 0,2-2-6 16,-2 2 0-16,2-2 1 0,-2 1 1 16,-1-1-2-16,1 2-29 0,-3-1 26 15,2-1 3-15,-2 2-42 0,0 1 42 16,3 0-1-16,-6 3 1 0,3-1 0 16,-3 1 3-16,1 4-2 0,-4 0-1 15,1 2 10-15,0 0 3 16,-1 4 8-16,-2 1-21 0,0 3-12 15,0 1-1-15,0 2 13 0,0-1-42 16,-2 0 39-16,-1 1-20 0,-2 0-48 16,2 0 55-16,-2 3-10 0,-3 0-35 15,2 1 45-15,-1 0 3 0,-4 0-35 16,-2 1 47-16,-1 1 2 16,-1 1 2-16,-1-1 0 0,0-2-1 15,-3 0 8-15,1 0 3 0,-6 0-10 16,3-2 0-16,-6 1-1 0,-5-3-2 15,1 2-5-15,-4-3-8 16,1-1-26-16,-9-1-55 0,1 1 72 16,-3-2-4-16,-5-1-7 0,-3 1 14 15,-3-3 3-15,-5 1 15 0,-2-1 1 16,-4-3 0-16,-1 2 4 0,-7-3-2 16,1 2 0-16,-5-2 16 15,-3-1-15-15,-3 3 26 0,-3-2 16 16,-2 0-32-16,-2 0-12 0,-6 2 2 15,0-2-1-15,-3 2-1 0,-2-3-1 16,-3 3 0-16,5-2 1 0,-5 3-1 16,-2-3-1-16,-1 3-9 0,1 2 10 15,-1-3 0-15,0 3 2 0,-2 3-2 16,-3-4-3-16,3 2-17 16,0 0-9-16,2 1 26 0,-2 1 0 15,2 0 1-15,-2 2-15 0,3-2-5 16,-1 1-43-16,0 0 10 0,1 2-3 15,-1-2-14-15,1 2 10 0,2-2 4 16,0 1-26-16,0 2 38 16,2-1-16-16,-1 2-9 0,-1-1-4 15,0 1-6-15,0-2-76 0,-3 2 105 16,1-1 39-16,2 0 9 0,0-1 4 16,0 2-13-16,0 1-26 0,0-2 39 15,-3 2 1-15,3 1 38 0,-2-2-16 16,-1 2 19-16,-2-2 56 15,0 1-53-15,-1 1-22 0,1-1 23 16,0 1-17-16,-3 0 13 0,0 0 36 16,-5 0-13-16,2 0-22 0,-2 0 44 15,-3 0-22-15,3 1-23 0,-3 2 23 16,1-1-32-16,-1-1 2 0,-3 3 21 16,3-2-30-16,1 3 13 15,-1-2-1-15,0 1-35 0,-3 1-1 16,6-1 17-16,0 0-17 0,0 0 11 15,0 1 6-15,0 0-16 0,-3 0-1 16,3-1 27-16,-1 1 0 16,-1-2-9-16,4 3 1 0,-5-1 2 15,0 0 0-15,1 0-23 0,-4 1 19 16,3 0-18-16,-2-2 1 0,2 2-2 16,-3 0 0-16,1-1-3 0,2-1 3 15,-5 2 0-15,5-3-3 16,-5 2 3-16,8 0 16 0,-3-1 1 15,-2 3 25-15,-1-1-40 0,1-1 8 16,-4 0-9-16,1 0-1 0,5-1-8 16,-5 2 6-16,8-1 1 0,-3 1-9 15,-5 0-2-15,3-1 8 0,-3-1 0 16,-1 2 4-16,-1-1 0 0,-1 2-3 16,3 0 1-16,-3 1-15 15,0 0 14-15,3-1 3 0,-3 2 2 16,1 1-2-16,-4-3 0 0,3 1 0 15,-2 0 0-15,5 1 1 16,0-3 3-16,2 4 15 0,-7-2-6 0,7-1 6 16,1 1-15-16,-3-1-2 15,2-1 20-15,1 1-22 0,2 0 4 16,0-2-2-16,3 1 1 0,0-1-3 16,0-1 13-16,2 0 6 0,3-1 17 15,-5-1-17-15,10 0 7 16,-5 1-4-16,1 0 4 0,-1-1-23 15,5 0-3-15,-5 0 0 0,0 1-3 16,6 1 3-16,-6-2 0 0,5 3-33 16,-5-2 31-16,6 0 0 0,2-2-19 15,-3 3 21-15,3-3 7 0,-2 1-5 16,7 0-2-16,-8-1 16 16,9 0-6-16,-3 0 2 0,2 0-12 15,3-1 0-15,0 0 17 0,0 0-17 16,3 0 3-16,2 0-3 0,5 0 16 15,-2-2-6-15,6 0-8 0,-4 0 7 16,4-1-8-16,-1-3-1 16,5 1 0-16,4-1-9 0,-4 0 7 15,6-1 2-15,0-2-16 0,0 0 16 16,7 1 0-16,-7-1-22 0,11-1 9 16,-4 2 13-16,1-4-42 0,0 4 42 15,5-1-13-15,0 1-58 16,0-1 29-16,0 1-6 0,0 0-5 15,8 0-8-15,-2 0 35 0,-3 2-26 16,7-1 20-16,-7 1-7 0,5 1-32 16,-3 0 9-16,3 2 61 0,0-1-14 15,-2 2-11-15,2 0-7 0,0-3 33 16,5 4 0-16,-5 0 1 16,6-1-1-16,-6 1 2 0,5 0-2 15,0 0 35-15,1 0 7 0,4 1-41 16,-2-1 58-16,-2 1 35 0,7 0-92 15,0 0 21-15,0 1-23 16,3 0-13-16,5 0 6 0,1 0 7 16,2 2 0-16,-3-2-48 0,11 4-59 15,-6 0-133-15,11-3-809 0,3 1 231 16</inkml:trace>
  <inkml:trace contextRef="#ctx0" brushRef="#br0" timeOffset="-52805.93">4648 11785 1705 0,'0'0'0'0,"0"0"-62"15,0 0-81-15,0 0 104 0,-3 37 33 16,6-15-11-16,-3 1 17 0,5 6 6 15,-5 1 59-15,6 6-29 0,-4 5 83 16,4 4-28-16,2 6-49 0,-3 3 101 16,-5 1-84-16,8 2-37 0,-3-3 14 15,3-2-13-15,-3-5-10 16,3-6-13-16,0-1-1 0,-2-5 1 16,2-2 6-16,-3-7-5 0,3-2-2 15,-3-5-11-15,0-1 10 16,-2-4-11-16,2-3 12 0,3-6-1 15,-8 2 1-15,6-5-2 0,-1 1 3 16,-3 1 0-16,4-1 11 0,-1-1 2 16,-2-1 3-16,5 0 6 15,-3-1 1-15,8 0-20 0,-5 0 1 16,11-1-4-16,-6 1-2 0,3 0-12 16,-3 0 14-16,6 0 0 0,2 1-21 15,-3 1-2-15,9 1-3 0,2 1 18 16,3 0 7-16,2 1 2 0,6-3 40 15,2 4-11-15,3-2-29 0,3 2 13 16,8-1-13-16,2 1 15 0,3 0-9 16,8 2-6-16,2-3-1 0,6 2 15 15,2-3-15-15,1 0 2 16,2 1 26-16,5-1-15 0,9 1 3 16,-4-2 5-16,4-1-20 0,2 0-1 15,0 1 14-15,2-2-13 16,6-1 18-16,-2 1-16 0,2-1-3 15,-6 1 3-15,9 0-3 0,-3-1-13 16,2 1 10-16,1 1 2 0,-3 2 1 16,-3-2 17-16,6 1 2 15,-3-2-19-15,0-1 0 0,-3 1 0 16,5 1 0-16,-2-2 3 0,0 1 18 16,-2 1-8-16,4-2-13 0,-2 0 0 15,3 0-4-15,-3 0 4 0,2 0 19 16,1 0 33-16,-1 0 2 0,-2 0 10 15,3 0-64-15,0 1 16 0,-1 0 26 16,-2 1-6-16,5-1-7 0,-7 0-20 16,2 0 15-16,-3-1-24 0,-2 0 0 15,2 0 6-15,-5-2-6 16,-3 2-3-16,1-1 3 0,-4 0 0 16,-2-1 3-16,-5 1 1 0,-3-4 2 15,-5 1-3-15,-3-1-3 16,-10-1 7-16,2-2 2 0,-5 0-2 15,-6-1 6-15,-4-2-10 0,-6-4 13 16,-6 1-16-16,-4-3 0 0,-6 0 19 16,-2-4 1-16,-9 1-8 15,1-3 17-15,-9-1 0 0,-7-1-25 16,5 0 44-16,-6 0-7 0,-2-5-25 16,0 2 29-16,-2-3-45 0,-6-2 7 15,8 1-20-15,-3-1 13 0,1-1-13 16,2 1 12-16,0-1 1 0,2 3-57 15,1-2 56-15,10 2 1 0,-2 2-52 16,2 0 52-16,0 3 0 0,3 0-24 16,0 2 22-16,0 3 2 0,0 5-38 15,0 0 37-15,-1 5 1 16,1 1-57-16,-2 1 56 0,4 5-18 16,-5 1-26-16,1 1 43 0,2 2-36 15,-3 3-17-15,0 3 22 0,0-1-9 16,1 3-25-16,-1 0 63 15,0 0 3-15,6 2 1 0,-4-1-1 16,4 0 1-16,2-4-3 0,0 3 2 16,6 0 2-16,2 0 21 0,3-2-21 15,2 3-1-15,3-4 9 16,3 1 2-16,2-3-9 0,3 0-1 16,6 1 12-16,-4-1-13 0,12-3-7 15,-4 1 7-15,1 0 19 0,2-1 7 16,3 0 19-16,0 0-19 0,0 0 0 15,8-1 12-15,-3-1-22 0,0-3-9 16,0 1 6-16,3-2-12 0,-3 0-1 16,3 2 38-16,-2-2-21 0,-1 0-17 15,0-1 16-15,-2-2-16 16,-4 4 2-16,1-3 2 0,-8 1-4 16,3 0 0-16,-6-3 3 0,-2 1-3 15,-3 1 0-15,-8-3 10 0,5 3-10 16,-10-1 3-16,0-3 16 15,-8 1-19-15,0 0 0 0,-8 0 33 16,-1 0-4-16,-4 1-20 0,-3-2 52 16,-3 0-22-16,1 1-14 0,-4 0 27 15,1 0-36-15,0-2-4 0,-1 2 6 16,1 1-18-16,-1-3-41 16,1 3 28-16,0 0 10 0,5-2-42 15,-3 3 29-15,3 2 16 0,-3-3-74 16,8 1 74-16,1 1-13 0,-1-2-35 15,3 4 47-15,0 1-2 0,0 0-51 16,2 1 53-16,1 0 1 0,2-1-39 16,3 3 39-16,0 0 0 0,2 1-33 15,3 1 33-15,3 0 0 0,-3 0-18 16,8 1 18-16,0 3 0 16,3-2 3-16,5 1 1 0,0 1 5 15,5-2-6-15,3 0 16 0,0 1-19 16,3 1 0-16,5-2 54 0,2 1-28 15,6 1-23-15,0 1 39 16,0-3-16-16,10 3-20 0,-2-1 13 16,3-1-19-16,2 0 3 0,3 2 0 15,5-3-3-15,2 4 9 0,4-3-9 16,2 0 20-16,0 1-17 16,5-1 23-16,-2-1-26 0,5 0-3 15,-1 1 2-15,-1-1 1 0,2 2-22 16,0 1 20-16,2-3 2 0,1 3-20 15,-1-4 20-15,4 1 3 0,-4 0-3 16,1 0 19-16,5 1-19 0,-6-2-16 16,4 0 16-16,-1 0 0 0,0 0-10 15,3 2 10-15,-3-2 0 16,0 3 3-16,3-3-3 0,-3 0 0 16,3 1 1-16,0 0 4 0,-3-1-5 15,1 0-20-15,-4 1 20 0,6 0 0 16,-5-1-11-16,5 0 11 0,-3 1 0 15,3-1 3-15,0 0-3 16,0 0 0-16,2-1 2 0,1 0-2 16,-1 0 0-16,1 2-7 0,2-1 7 15,-3 0 0-15,1-1 2 0,2 0 3 16,-2 1-5-16,2 0-6 16,-3 1 6-16,-2 1 0 0,3 0-29 15,-1-1 29-15,-2 1 0 0,3 0-42 16,-3 0 42-16,0 0 0 0,-1-1-20 15,1 1 20-15,-2 2 0 0,-1-1-20 16,0 0 18-16,3 1 2 0,-3 0-16 16,3 0 16-16,3 0 0 0,-1 4-4 15,-2-4 3-15,5 0 1 16,-5 1-23-16,5 1 23 0,-2 2 0 16,-3-3-19-16,2 2 19 0,-2 1 0 15,0 0-3-15,-3-1 3 0,3 0 0 16,-3 0 3-16,-2 3 0 15,-1-4-3-15,-2 1-5 0,0 2 5 16,-5-2 0-16,0-2 2 0,-3 1 4 16,0 1-6-16,-6-3 3 0,1 0 6 15,0 0-9-15,-9-2 3 16,4 0 26-16,-9-3-6 0,1 0-10 16,-6 0 25-16,-3 0-9 0,-2-4-13 15,0 0 52-15,-3-1-17 0,-2 1-25 16,-3-5 22-16,0 5-39 0,0-5 1 15,-3 2 22-15,-2-3-20 0,-6 1-2 16,0 0 16-16,1-3-26 0,-4 2 22 16,1 0-6-16,-3-2-16 0,0 2 19 15,-3-3-19-15,-2 1 0 16,0 0 10-16,-3 1-10 0,-5-3 0 16,-1 0 16-16,1-1-4 0,-5 1-12 15,-3 0 19-15,-3-3 4 0,0 1-7 16,-8-2-7-16,3-2 42 0,-3 0-45 15,-2-1 7-15,-3-2 41 16,0 0-54-16,-3-2 32 0,0 1-7 16,-2-2-25-16,-3 0 16 0,0-1 0 15,0-1-16-15,-3 0-8 0,-2-1 8 16,-3-1 0-16,3 1 0 16,-6 0 0-16,1 0 0 0,-1 2-8 15,-2 0 8-15,2 1 0 0,-5 1-31 16,3 2 31-16,2 1 0 0,-2 0-25 15,0 2 25-15,2 3 0 0,3 0-22 16,0 6 20-16,1-1 2 0,1 6-128 16,4 2 1-16,-1 3-119 0,3-2-570 15,-3 2-585-15</inkml:trace>
  <inkml:trace contextRef="#ctx0" brushRef="#br0" timeOffset="-52431.05">27862 11430 443 0,'0'0'955'0,"0"0"-938"0,0 0-17 15,0 0-75-15,0 0 75 0,0 0 19 16,0 0 66-16,32 13-33 0,-8-12 49 15,2 0 52-15,3-1-92 16,3 1-25-16,8 0-32 0,5 1-4 16,8 1-1-16,5 0-2 0,3 2-29 15,-13-2-229-15,-3-1-1264 0</inkml:trace>
  <inkml:trace contextRef="#ctx0" brushRef="#br0" timeOffset="-52071.64">28937 11330 754 0,'0'0'336'0,"0"0"-121"15,0 0-13-15,0 0 25 16,0 0-188-16,0 0-39 0,0 0 0 16,0 0 48-16,0 0 30 0,27 33 75 15,-27-14-37-15,0 2-9 0,0 1 107 16,0-2-147-16,-3 1-44 0,3 1-23 15,0 0 1-15,3-3-1 0,5 1-10 16,-3-3-93-16,1-5-198 0,-4-5-524 16,-2-2 303-16,0-4-263 0</inkml:trace>
  <inkml:trace contextRef="#ctx0" brushRef="#br0" timeOffset="-51724.49">28993 11435 2160 0,'0'0'129'16,"50"-16"56"-16,-20 6 82 0,-4 3-135 15,-2 1-29-15,-3 0-100 16,-5 0-3-16,0-4-141 0,-3 0-149 16,-2-1 112-16,-3-1 78 0,0-1-267 15,-3 0 143-15,0-1 22 0,-5 2-201 16,0-1 240-16,0 3-13 0,0 4-251 15,0-1 215-15,-2 4 212 0,2 1 388 16,-3 0-92-16,3 1-12 0,0 1-102 16,-3 5-139-16,3 6 142 0,0 5 254 15,3 5-215-15,-3 4-27 16,8-1 72-16,-3 1-153 0,3 1-49 16,3 2-31-16,-3-1-7 0,2-1-7 15,1-3-22-15,-1-2 0 0,1 0-93 16,0-8-356-16,-3-2 115 0,-1-5-46 15,-4-3-193-15,5-3 319 16,-5 0 23-16</inkml:trace>
  <inkml:trace contextRef="#ctx0" brushRef="#br0" timeOffset="-51418.47">29388 11328 173 0,'0'0'1866'0,"0"0"-1497"15,0 0-179-15,0 0-9 0,34 48 1 16,-23-25-60-16,-1-2-29 0,4-3-26 16,-1 0 48-16,3-3-17 0,0-2 10 15,-3-3-4-15,-5-2-53 0,0-3-51 16,-3-3 126-16,0-2-13 16,1-2 60-16,2-4 79 0,0-6-106 15,2-6-134-15,-2-1 93 0,-3-7-105 16,-2 2 37-16,0 1-37 15,-3 0 0-15,0-2-133 0,2 2 132 16,4-2-140-16,-1 2-306 0,3 0 255 16,2 2-99-16,4 5-403 0,4 2 223 15,3 5-51-15,3 3-422 0,-5 2 292 16</inkml:trace>
  <inkml:trace contextRef="#ctx0" brushRef="#br0" timeOffset="-51120.28">30079 11242 599 0,'0'0'326'0,"0"0"-101"0,0 0-33 16,0 0-147-16,0 0 66 0,0 0 240 15,0 0-163-15,-13 40-74 0,-3-29 171 16,-3-3-124-16,1 3-70 16,5 2 85-16,-3 1-13 0,2 0 1 15,6 1 5-15,3 2-68 0,5-1-85 16,3 2 16-16,7-1-7 0,1-1-25 15,8-4 26-15,2-1 2 16,3-5 10-16,5-3-35 0,0-3 70 16,0 0-57-16,-5-5 9 0,0-3 16 15,-8-3-41-15,-3-3 19 16,-3-2-38-16,-4-3 7 0,-4 1-150 16,-2-2 140-16,-2 0-76 0,-9 0-225 15,-2 0 121-15,-3 1-187 0,0 2-779 16,0 5-45-16</inkml:trace>
  <inkml:trace contextRef="#ctx0" brushRef="#br0" timeOffset="-50653.03">30376 11365 1691 0,'0'0'253'0,"42"27"-6"16,-23-12-40-16,-6-1-116 0,-3-3-24 15,-4 0-25-15,-1-5-29 16,-2-2-13-16,-3 0 1 0,2-1 9 16,-2 0 13-16,0-2-7 0,0-1 58 15,0 0 64-15,-2-3 259 16,-4-5-241-16,-2-3-105 0,0-6-38 16,3-1 25-16,2 2-38 0,1-2-74 15,2-1 72-15,2 0-50 0,6-1-133 16,6 0 89-16,2 2-61 0,7 2-294 15,4 1 167-15,2 6 70 0,-2 0 22 16,4 4 163-16,-2 3 29 0,-2 1 146 16,-1 1 58-16,-2 0 4 0,-5 5 73 15,-6 1-156-15,-2 2-112 0,-6 1-13 16,-5 1-22-16,0 0 22 16,-8 4-16-16,-3-2 16 0,-5 1 0 15,-2 0-65-15,-3-1 43 0,-3-4 5 16,0 3 17-16,3-3 30 0,2 1-14 15,3-1-3-15,3 3-1 16,5-1-8-16,3 0-4 0,5 4-1 16,0-3-2-16,8 3-61 0,5-4 51 15,6 1 10-15,-1 1-181 16,3-3-85-16,6 1-316 0,-11-4-313 16,2-3 216-16</inkml:trace>
  <inkml:trace contextRef="#ctx0" brushRef="#br0" timeOffset="-50369.4">30866 11569 1526 0,'0'0'614'0,"0"0"-219"0,0 0 40 15,0 0-211-15,0 0-62 16,5-41-50-16,-2 23-14 0,-1-4-22 16,-2-1-70-16,3 3 51 0,-3-3-57 15,0 0-25-15,0-2 22 0,0 1 3 16,0-4-162-16,0 1 112 0,0 1-52 15,8 2-197-15,2 2 119 16,6 5-49-16,3 3 7 0,5 3 189 16,2 4 32-16,1 2 1 0,7 1 49 15,-5 2 54-15,0 2 78 0,-8 6-43 16,-2 1-135-16,-8 2-3 16,-3 0-29-16,-3 3-122 0,-5 0-230 15,-8 1-34-15,-5-2-177 0,-1-4-692 16</inkml:trace>
  <inkml:trace contextRef="#ctx0" brushRef="#br0" timeOffset="-49618.58">30847 11330 727 0,'0'0'267'0,"0"0"-45"16,0 0-105-16,0 0-55 0,0 0 19 16,61 15 105-16,-29-15-72 0,0 0-40 15,-3 0-32-15,0 0-39 0,0 0-3 16,-5 0 1-16,-6 0-1 0,-2 0-13 15,-5 0-13-15,-6 0 6 16,-2 0 17-16,-3 1 3 0,0 0 12 16,0 2 118-16,0-1 155 0,-3 3-81 15,-5 3-43-15,0 5 62 16,3 1-108-16,2 1-51 0,3-2 71 16,6 2 21-16,7-1-54 0,3 0-22 15,5-1-14-15,5-2 13 0,3-4 16 16,3 0-4-16,0-3-91 0,-3-2 35 15,-2-2-3-15,-6-3-32 0,-3-6 31 16,-7 1 7-16,-3-8 2 0,-5 0-30 16,-3-2 53-16,-3-1-63 0,-8-3-178 15,1 1 99-15,-3 1-72 0,-6 0-234 16,6 2 245-16,-1 3-43 16,4 4-222-16,5 3 149 0,-1 4 55 15,6 3-3-15,0 1 94 0,3 0 61 16,5 4-257-16,2 4 274 0,4 4 29 15,-4 2 3-15,-2 0 37 16,-2-2 110-16,-1 2 87 0,3-2-91 16,-3 1 22-16,0 1 110 0,1-2-103 15,-4 1-37-15,4-2 19 16,-4-2-99-16,1-4-26 0,0-2 3 16,-1 1 29-16,-2-3-13 0,3-1 99 15,0 0 121-15,-3-5-66 0,5-7-145 16,-3-5 12-16,1-5-69 0,0 0 0 15,2 1 0-15,-2 1 0 0,2-2-34 16,0 0 12-16,6 0 22 0,5 2-272 16,2 3 129-16,9 2 12 0,2 4 3 15,3 0 125-15,0 6 3 16,-1 3 65-16,-4 1 123 0,-9 1-35 0,-4 2-80 16,-4 1-70-16,-5 0-3 15,-5 3-125-15,3-1 123 0,-3 5-9 16,-10 2 11-16,-9 3 26 0,-5 1-26 15,-2 0 25-15,-1 0-19 16,3-1-6-16,3 1 7 0,0 1-7 16,8 0 0-16,5 0-113 0,2 1 101 15,6 1-1-15,3 2 13 16,8-1 70-16,5 0-13 0,2-1-54 16,3-1 45-16,1-2-48 0,-1-2-421 15,-3-7 33-15,-5-2-346 0,-2-5-1267 0</inkml:trace>
  <inkml:trace contextRef="#ctx0" brushRef="#br0" timeOffset="-49022.54">27560 10301 1360 0,'0'0'1068'0,"40"-8"-1032"0,-11 3 167 15,6-2-71-15,2 2-51 0,2-2-56 16,4 3-9-16,2 0-16 16,-3 0-276-16,1-1-99 0,-14 0-379 15</inkml:trace>
  <inkml:trace contextRef="#ctx0" brushRef="#br0" timeOffset="-48622.58">28493 10088 475 0,'0'0'1069'0,"0"0"-1011"15,0 0-48-15,0 0 68 16,0 0 104-16,0 0 227 0,21 40-261 16,-13-22-28-16,0 7 83 0,0-1-97 15,-3 1-41-15,3-1-65 0,-3 0 31 16,3 0-31-16,-3-1-55 0,1 0 36 16,-1-4-136-16,0-5-245 15,-2-5 1-15,0-3-170 0,-3-5-399 16</inkml:trace>
  <inkml:trace contextRef="#ctx0" brushRef="#br0" timeOffset="-48449.99">28500 10247 1365 0,'0'0'685'0,"0"0"-251"16,43-30-211-16,-19 25-65 0,5-3 28 16,5 3-7-16,1 1-61 15,-1 0-39-15,1 3-28 16,-6 0-51-16,0 0-95 0,-3-1-48 0,-7-2-107 15,-3-1-301-15,-8 0 195 16,-3 0-24-16,-5-1-519 0,3-1 198 16</inkml:trace>
  <inkml:trace contextRef="#ctx0" brushRef="#br0" timeOffset="-48304.39">28779 10076 1597 0,'0'0'257'0,"0"0"-92"0,0 34 120 16,2-11-42-16,4 1-14 0,-1 1-8 15,3-1-99-15,2 3-61 0,4-1-55 16,-1 1 20-16,3-1-26 0,2-3-89 16,-2-6-61-16,3-1-107 15,-3-6-484-15,-1-6 71 0,-4-3 22 0</inkml:trace>
  <inkml:trace contextRef="#ctx0" brushRef="#br0" timeOffset="-48056.56">29038 10167 1763 0,'0'0'564'0,"0"0"-393"0,45 39 87 16,-29-25-84-16,3-4 28 0,-4 1-30 16,1-4-86-16,0-3-16 15,-2-2 29-15,-1-2 2 0,3-3 107 16,-6-3-38-16,3-4-94 0,1-1-67 15,-4-1 75-15,-2-2-84 0,0-1-78 16,0-1 53-16,-3 2-107 0,3-2-316 16,-2 1 152-16,-4 2-198 15,1 3-904-15</inkml:trace>
  <inkml:trace contextRef="#ctx0" brushRef="#br0" timeOffset="-47727.74">29361 10295 1012 0,'0'0'215'0,"0"0"110"16,0 0 124-16,0 0-239 16,0 0 36-16,0 0 96 0,0 0-114 15,0 0-36-15,0 0-70 0,45-11-49 16,-31-12-45-16,-1 0-12 0,0 2-6 16,0-1-10-16,3 0-45 15,-3 2 13-15,6-3-92 0,-3 3-154 16,5 2 140-16,-2 4 51 0,-1 7-23 15,-5 2 94-15,-5 4-16 0,0 0-26 16,-2 1 58-16,-1 2 13 0,0 6 164 16,0 5-3-16,1 9-116 0,-4 3-17 15,1 4 39-15,0-3-6 0,-3-1 3 16,2 2 25-16,1 0-61 16,2 0-22-16,-2-1 7 0,0-1-26 15,-3-4-118-15,0-4 12 0,0-1-28 16,-3-5-158-16,0-5 60 0,-7-2-127 15,4-2-841-15</inkml:trace>
  <inkml:trace contextRef="#ctx0" brushRef="#br0" timeOffset="-47573.82">29494 10195 1971 0,'31'-2'357'16,"1"2"-127"-16,8 4-18 0,0 1-28 15,2 6-120-15,3-1-64 0,-3 2-50 16,1 5 34-16,-6-1-189 0,-8-4-913 16,-10-2-511-16</inkml:trace>
  <inkml:trace contextRef="#ctx0" brushRef="#br1" timeOffset="-41135.32">8592 10822 1311 0,'0'0'202'0,"5"-34"45"16,-2 16-45-16,-3 3-79 0,0-1 162 15,-3 0-130-15,-5 1-22 0,-3 0 60 16,4 1-52-16,-7 1-109 0,-2 2-19 16,-7 0-26-16,-4 2-3 0,-7 3-48 15,-1 1 64-15,-5 3-2 0,-2 2-53 16,-3 3 53-16,-3 3-17 0,1 0-18 16,-6 5 35-16,5 3 2 15,3 2-48-15,-5 2 47 0,2 5-1 16,0 0-41-16,3 4 42 0,6 1 1 15,-1 4-45-15,6 2 44 16,2 4-25-16,-3 4-23 0,14 3 47 16,-5 2-27-16,12 5-19 0,1 1 48 15,10-1 13-15,3 4 41 16,8-3-34-16,6-2-1 0,7-2-6 16,0-3-12-16,11-3 38 0,2-4-29 15,6-5 25-15,2-4 4 0,6-6-14 16,5-5-9-16,0-5 20 0,8-5-27 15,0-5 53-15,5-4-5 0,0-3-12 16,0-5 10-16,-2-4-30 0,2-8-25 16,3-2 45-16,-5-6-19 0,-3-3-14 15,-6-3 33-15,-7-1-10 16,0-1 4-16,-11 0 43 0,-6 0-31 16,-4-2-48-16,-9-3 90 0,4 0-46 15,-9-2 0-15,-5-3 48 0,-3 1-6 16,-5-2-74-16,-5 0 80 0,-6-2-45 15,-7 0-31-15,-9 2 54 16,1 2-73-16,-3 5-39 0,-9 2 20 16,-4 4 19-16,0 7-106 0,-6 4 104 15,-2 5-83-15,-1 6-193 0,-7 6 195 16,3 5-16-16,-9 7-166 16,-5 11 89-16,0 10-123 0,-10 8-586 15,18-6-300-15</inkml:trace>
  <inkml:trace contextRef="#ctx0" brushRef="#br0" timeOffset="41787.82">3387 15035 1025 0,'0'0'661'0,"0"0"-372"15,0 0 74-15,0 0-247 0,0 0-45 16,0 0 36-16,0 0-20 15,0 0-20-15,-5 0-38 0,5 0-29 16,0 0-58-16,0 0-19 0,5 0 77 16,-5 2 39-16,8 0 12 0,-2 0 4 15,7 2-23-15,3-1-6 0,-3 0 19 16,11 0-45-16,-3 0 22 16,0-2-22-16,6 0 0 0,-1 1 1 15,9 0 12-15,-1 0-13 0,3 1-3 16,0-2-10-16,0 0-135 0,0 3-281 15,3-2-21-15,-5 2-74 0,-4-4-493 16</inkml:trace>
  <inkml:trace contextRef="#ctx0" brushRef="#br0" timeOffset="42459.96">4648 14853 716 0,'0'0'170'0,"0"0"29"16,13 42 136-16,-7-18-182 0,-6 3 26 15,5 3 123-15,-5 1-147 0,3 7-25 16,-3-2 12-16,0 1-84 0,0-2-22 15,0-2-17-15,0-5-19 16,0-3 0-16,0-5-61 0,5-1-56 16,-5-8-12-16,0-2-156 15,5-3 28-15,-5-2-39 0,3 0-215 16,-3-1 143-16,0-3-154 0</inkml:trace>
  <inkml:trace contextRef="#ctx0" brushRef="#br0" timeOffset="42724.19">4309 14799 947 0,'0'0'994'0,"0"0"-825"0,0 0-91 0,0 0-46 15,0 0 30-15,21-39 25 16,-2 28 16-16,2 2 17 0,13-2-55 16,-2 2-27-16,8 2 23 0,-3-1 4 15,3 4-65-15,-1 2 3 0,1 2-16 16,0 1 13-16,-6 6-413 0,9-1-18 16,-6 1-128-16,-8-1-520 15</inkml:trace>
  <inkml:trace contextRef="#ctx0" brushRef="#br0" timeOffset="43003.58">5138 14805 2374 0,'0'0'314'0,"0"0"-150"16,0 0-28-16,0 0-88 0,0 0-48 15,0 0 3-15,0 0-3 16,0 0 0-16,0 0-13 0,-42 58 13 16,23-25 0-16,1 2-2 15,-4 2 2-15,1 3 0 0,3 1 0 16,-3-1 29-16,-1-2-29 0,9-5 13 16,0-5-42-16,8-3-26 0,-3-8-256 15,0-2 72-15,2-7-43 0,6-3-293 16,0-1 197-16,0-4-55 0</inkml:trace>
  <inkml:trace contextRef="#ctx0" brushRef="#br0" timeOffset="43253.99">5143 14800 1121 0,'0'0'336'16,"0"0"41"-16,0 0-14 0,0 0-288 15,0 0 61-15,0 0 177 0,16 56-175 16,-10-25-51-16,-6 4-68 0,0-1 17 16,0 1-8-16,0 2 1 15,5 0 35-15,-2-2-64 0,2-2-16 16,3-4 16-16,-3-2 0 0,3-6-240 16,0-4 56-16,-3-5-97 0,1-7-78 15,-6-1 226-15,2-2-111 0,-2 1-498 16,0-1 8-16</inkml:trace>
  <inkml:trace contextRef="#ctx0" brushRef="#br0" timeOffset="43459.25">4889 15041 300 0,'0'0'2152'15,"0"0"-1855"-15,0 0-297 0,0 0-165 16,0 0 85-16,0 0 73 0,48 13 7 16,-16-8 0-16,2 1-6 15,0-1 5-15,6 2 1 0,0 0-360 16,2 0 3-16,9-1-30 0,-17-1-639 16</inkml:trace>
  <inkml:trace contextRef="#ctx0" brushRef="#br0" timeOffset="43972.8">6134 14905 848 0,'0'0'1176'16,"0"0"-1023"-16,0 0-153 0,0 0-217 15,0 0 217-15,8 52 26 16,-8-25 71-16,0 2 88 0,0 0-163 15,0 0-2-15,0 2 48 0,0-3-49 16,-3-3-19-16,3-4-16 0,0-8 16 16,0-2 0-16,0-6-17 15,0-3-136-15,3 0-28 0,-3-1-46 16,0-1 171-16,0-3 34 0,5-8-730 16,-5 2 171-16,0-6 189 0</inkml:trace>
  <inkml:trace contextRef="#ctx0" brushRef="#br0" timeOffset="44328.39">6147 14968 99 0,'0'0'46'16,"0"0"71"-16,0-37 157 0,0 33 342 16,0 4-160-16,0-1 31 15,0 1 117-15,5 0-436 0,-5 0-126 16,3 0-23-16,2 1 45 0,9 2 16 16,2-2-38-16,2-1 22 0,9 0-32 15,-1-7-29-15,-5-2 48 0,6-3-51 16,-6 1 22-16,-3-1-2 0,-2 0-20 15,-2 2 15-15,-4 1-5 16,-2 3-10-16,-3 2-51 0,-2 0 38 16,2 0-48-16,1 1-182 15,2-1 128-15,-6 3 12 0,4 1-49 16,-6 1 87-16,5 3 30 0,-3 8 35 16,-2 3 103-16,0 6 65 0,0 4-23 15,-7 3-104-15,1 2 23 0,-2 3 10 16,0 0-10-16,-5 3-51 0,8 0 3 15,-3-1 3-15,3-2-19 0,5-4-6 16,0-4-55-16,0-5-170 0,5-4-294 16,3-6 87-16,-3-2-102 15,-5-6-499-15</inkml:trace>
  <inkml:trace contextRef="#ctx0" brushRef="#br0" timeOffset="44753.1">6653 14897 2074 0,'0'0'68'0,"0"0"-68"16,-8 37 0-16,8-14 91 0,-5 1-10 15,-3 2 58-15,3 3 0 0,-3 3-68 16,2 2-10-16,-4 0 0 15,-1-3-19-15,8-1-13 0,-2-5-29 16,5-3 2-16,0-4 14 0,3-4 4 16,2-3-11-16,6 0 1 15,-3-4 19-15,5-1 3 0,3-2 10 16,-3-1 12-16,8-3-41 0,-2 0 0 16,-1-6 19-16,3 1-32 0,1 0-140 15,-9-1-27-15,8-1-52 0,-10 2-377 16,-3-1-109-16,-3 1-429 0</inkml:trace>
  <inkml:trace contextRef="#ctx0" brushRef="#br0" timeOffset="44944.2">6613 15099 3285 0,'0'0'0'15,"0"0"-140"-15,32 0-53 0,-13-2 193 16,-3-1 0-16,-3 0 4 0,0-1 25 16,0 1-29-16,-5-1-13 15,5 0-245-15,-7-2-210 0,-4 4-849 0</inkml:trace>
  <inkml:trace contextRef="#ctx0" brushRef="#br0" timeOffset="45209.55">6868 14892 2082 0,'0'0'142'16,"0"0"-80"-16,39 20-46 0,-31-5-16 15,3 0-19-15,-3 5 19 16,-6 2 61-16,4 2 133 0,-6 3-58 15,5 3-59-15,-5 1-71 0,0-1 20 16,-5 0-25-16,5-3 9 0,-6-3-10 16,6-4-113-16,-8-4-245 0,8-4 105 15,-5-4-69-15,3-3-387 0,-4-4 184 16,1-1 11-16</inkml:trace>
  <inkml:trace contextRef="#ctx0" brushRef="#br0" timeOffset="45487.76">6984 14947 150 0,'0'0'1729'0,"0"0"-1300"15,50-5-213-15,-28 9-22 16,-4 6-8-16,3 2-118 0,1 5-20 16,-1 0-13-16,-3 3 23 0,3-2-4 15,1 2-22-15,-4 1 64 16,-2-2-36-16,0 1-34 0,-5-1 44 15,-1-2-57-15,-2 0 12 0,-8-1 4 16,0 0 2-16,-5-1-28 0,-8 0 83 16,2-2 24-16,-13 1-40 0,3-2 30 15,-6-2-100-15,-2 2-22 0,-2-4 7 16,-1 0-61-16,-3-1-196 16,9-1 123-16,-1-3-65 0,6-3-425 15,5 0 85-15,-2-1-486 0</inkml:trace>
  <inkml:trace contextRef="#ctx0" brushRef="#br0" timeOffset="45943.72">8470 14935 776 0,'0'0'554'0,"0"0"-141"0,5 47-66 16,-2-19 68-16,-3 3-254 0,0 1-55 15,-8-1 33-15,8 4-56 16,-5-1-32-16,-3-2-44 0,5-2 25 0,-2-2-32 15,-1-7-51-15,6-3-62 16,-5-1-64-16,-3-5-158 16,8-4 144-16,-8-4-72 0,8-1-550 15,-5-2 383-15,2-1-14 0</inkml:trace>
  <inkml:trace contextRef="#ctx0" brushRef="#br0" timeOffset="46128.56">8200 14976 2602 0,'0'0'264'15,"0"0"-117"-15,0 0-28 0,42-35-103 16,-15 24-10-16,4 0 65 0,-1 4-68 16,1 3 26-16,4 2-42 0,-3 2 13 15,-3 1-320-15,5 4-54 16,-7 2-261-16,-4 2-1022 0</inkml:trace>
  <inkml:trace contextRef="#ctx0" brushRef="#br0" timeOffset="46460.93">8650 15313 1901 0,'0'0'412'0,"0"0"-28"16,0 0-345-16,8-51-39 0,5 28-32 15,-5-4 32-15,5-1 6 0,1 0-6 16,-1-2-2-16,0 0-14 0,6-2-32 16,-3 1 31-16,5 0-63 15,-3 3-85-15,1 5 84 0,-3 7-10 16,-3 6 7-16,0 4 55 0,0 4 29 16,-7 2 175-16,2 5-13 0,-3 4-69 15,3 9 40-15,0 5 15 16,-3 2-13-16,0-1 0 0,-2 3-78 15,5-1-15-15,-3 2-33 0,1 1 20 16,-1-1-29-16,-2-1 1 0,5-1 5 16,-3-3-6-16,0-3-179 0,-2-5 13 15,2-4-60-15,-5-3-168 16,0-1 40-16,-5-3-176 0,2 0-483 16</inkml:trace>
  <inkml:trace contextRef="#ctx0" brushRef="#br0" timeOffset="46660.51">8663 15159 2046 0,'0'0'437'0,"0"0"-140"0,0 0-162 16,0 0-135-16,0 0-13 0,43-20 13 16,-17 13 35-16,9 0-2 0,4-1-33 15,-4-1-45-15,-1-2-29 16,3 0-100-16,-2-1-156 0,-1-1 71 15,-5 0-124-15,-2-2-349 0,-1 3 275 16,-5-2 27-16</inkml:trace>
  <inkml:trace contextRef="#ctx0" brushRef="#br0" timeOffset="46880.5">9143 14951 225 0,'0'0'303'0,"0"0"242"0,0 0-145 16,0 0-3-16,0 0 144 16,0 0-370-16,0 0-80 0,0 0 153 15,-16 48-77-15,5-22-20 0,6 0 0 16,-3-1-33-16,5-2-47 0,-2 1-61 15,0 1 35-15,5-2-41 0,0-4-3 16,8 0 3-16,-3-1 0 0,8-3 3 16,0-2 4-16,1 0-7 15,4-5 3-15,-2 0-3 0,8-6 0 16,0-2-14-16,0 0-5 0,-1-2 19 16,4-7-162-16,-1 2 95 0,1-6-102 15,-1 0-303-15,-4-2 127 16,1-2-164-16,-7-4-686 0,-3 6 531 15</inkml:trace>
  <inkml:trace contextRef="#ctx0" brushRef="#br0" timeOffset="47131.76">9513 14946 2084 0,'0'0'531'15,"0"0"-477"-15,0 0-18 0,0 0 118 16,-39 51-35-16,31-29-16 0,-6 0-7 15,12-1 15-15,-3 2-12 0,-1 1 3 16,6-1 28-16,0 1-10 0,6-2-41 16,1-4 18-16,7 2-75 15,4-3 0-15,-2-3 76 0,11 1-98 16,-1-4 22-16,3-3-24 0,3 1 2 16,0-1-158-16,-3-2 108 0,3-1-76 15,-3-1-289-15,5-2 92 16,-7-1-247-16,-3-1-1495 0</inkml:trace>
  <inkml:trace contextRef="#ctx0" brushRef="#br0" timeOffset="47566.13">10260 15355 2387 0,'0'0'371'16,"0"0"-371"-16,0 0 0 0,0 0 112 15,0 0 138-15,6 48-58 0,-6-23 2 16,0 2-33-16,-6-1-91 0,6 2-48 15,0-3 9-15,0 0-31 0,0 1-6 16,0-3-38-16,0 0 41 0,0-4-368 16,0-1 116-16,0-5-173 15,0-5-605-15,0-2 225 0</inkml:trace>
  <inkml:trace contextRef="#ctx0" brushRef="#br0" timeOffset="48022.85">10954 14888 2584 0,'0'0'178'0,"0"0"-114"15,0 0-16-15,0 0-48 16,0 0-80-16,0 0 80 0,0 0 96 15,0 0 36-15,0 49 63 0,0-21-77 16,8 1-45-16,-5-1 20 0,-3 1 27 16,2 0-98-16,-2-4 16 0,0 1-25 15,6-2-13-15,-4-5 3 16,-2-4-3-16,3-5 0 0,-3-4-128 16,3-4 49-16,-3 0-42 0,0-2-147 15,0 0 233-15,0-3-36 0,0-7-438 16,-3-4 234-16,3-3-33 0,-3-2-293 15,1 0 184-15,2 6-36 0</inkml:trace>
  <inkml:trace contextRef="#ctx0" brushRef="#br0" timeOffset="48285.48">11010 14954 1690 0,'0'0'574'0,"0"0"-131"16,0 0 42-16,50-23-285 0,-31 18-56 15,-3-2-97-15,2 0 16 16,-2 1-63-16,8-1 3 0,-8 0-3 15,0 0 0-15,-6 2-86 0,-2 1 83 16,0 2-29-16,-5 0-105 0,-1 1 106 16,-2 1-46-16,6 0-121 0,-4 1 137 15,-2 7-22-15,0 5 83 0,0 4 0 16,0 4 38-16,-8 5 52 16,8-1 9-16,-5 2-13 0,2 1-15 15,-2 0-20-15,5-1-51 0,5-1 3 16,1-1-3-16,2-2 0 0,0-2-202 15,5-3 19-15,-3-9-164 0,1-4-628 16,2-3 262-16,-2-3-89 0</inkml:trace>
  <inkml:trace contextRef="#ctx0" brushRef="#br0" timeOffset="48552.02">11439 14950 1467 0,'0'0'1852'0,"0"0"-1718"16,0 0-134-16,0 0-188 0,0 0 188 16,-24 49 29-16,13-24 89 0,-2 0-7 15,8-3-29-15,-3 3-19 0,8-1 16 16,0 0-79-16,5-2 22 16,3-1 0-16,5-3-15 0,9-5 27 15,1 0-2-15,4-4-32 0,2-2-28 16,0-2 24-16,3-3-18 0,-6-2-120 15,1 0 98-15,-6-1-114 0,0-2-315 16,-7 0 123-16,-1-1-142 0,-13-4-617 16,5 3 330-16</inkml:trace>
  <inkml:trace contextRef="#ctx0" brushRef="#br0" timeOffset="48740.26">11415 15080 2058 0,'0'0'1188'0,"0"0"-1048"16,0 0-140-16,0 0-86 0,0 0 86 0,34 0 92 15,-12-6-92-15,-4 2-12 16,-2 2-10-16,0-3-84 0,-3 2-349 16,-7 1-29-16,1-2-243 0,-7 2-749 15</inkml:trace>
  <inkml:trace contextRef="#ctx0" brushRef="#br0" timeOffset="49268.59">11444 14939 2319 0,'0'0'468'16,"0"0"-336"-16,0 0-132 0,40-20-3 16,-14 16 3-16,4-3 7 0,-4 3-7 15,3 0-13-15,-5 1 11 16,2 3 2-16,-2 0-65 0,-5 2-22 15,5 2-6-15,-8 4-65 0,-3 0 87 16,-5 4 45-16,5-1-23 16,-8 5 23-16,-2 2 13 0,0 1 13 0,-3 2 130 15,-3 1-27-15,-5 1-54 0,3 1 6 16,-3-4-14-16,0 0 1 16,0-2-3-16,0-5-39 0,-3-3 2 15,9-3 24-15,-1-3 9 0,0-3-12 16,-2-1 44-16,5 0 29 0,-5-4 16 15,2-4-112-15,-2-7-25 0,5-3-158 16,0-1 154-16,5-4 28 0,3 2-9 16,-8 5 7-16,11-2-14 15,-9 4-224-15,6 4 70 0,-2 5 31 16,-1 1 115-16,0 0 25 0,3 2 168 16,0 2 151-16,5 2-136 0,3 8 0 15,0 5 50-15,3 1-84 16,-1 2-60-16,-5-3-48 0,11 1 41 15,-3-2-57-15,1-1 1 0,-1-4 8 16,3-2-34-16,-6-3 32 0,1-4 34 16,-6 0-13-16,0 0-25 0,0-7 161 15,-2-1-46-15,-3-2-106 0,0-1 75 16,-5-2-103-16,-3-1 34 16,0-2-3-16,0-1-40 0,-6 1-114 15,1-2 112-15,-3 0-135 0,3 1-348 16,-1-4 121-16,-2 2-327 0,3 4-1478 15</inkml:trace>
  <inkml:trace contextRef="#ctx0" brushRef="#br0" timeOffset="49910.69">13142 14968 1468 0,'0'0'426'0,"-11"40"-345"15,9-12 126-15,-1 0-55 0,0 0-6 16,3 1 61-16,0 0-104 0,0 0-36 16,6 0-57-16,-4-2 19 0,1 0-20 15,0-5-9-15,-1-4-19 16,-2-2-81-16,0-7-64 0,0-2 116 15,0-4-30-15,0-3 78 0,-2 0 4 16,-4-1 116-16,1-5-120 0,-6-6-136 16,-5-6-42-16,-2-2-220 0,5-3 206 15,-3 0 46-15,3 0 35 16,2-2 36-16,-2-2 0 0,5-1 62 16,5-1 12-16,0 1 1 0,6 3-185 15,5 2-76-15,5 2 88 0,6 4 173 16,-1 3 170-16,6 4 15 0,0 2 473 15,5 0-207-15,0 5-40 0,-2 2 52 16,-1 1-258-16,-5 4-106 0,1 5-73 16,-6-1 12-16,-8 3 3 15,-1 3-41-15,-1-1 83 0,-6 0-29 16,0 0-38-16,-8 0 47 0,0 2-41 16,-8-4 3-16,3 1-2 0,-6-4-11 15,3 0 13-15,0-2 10 16,1 2-35-16,-1-1-57 0,5-2 38 15,3-1-158-15,5-2-433 0,1 0 117 16,-1 0-220-16,3-1-656 0</inkml:trace>
  <inkml:trace contextRef="#ctx0" brushRef="#br0" timeOffset="50268.65">13293 15210 754 0,'0'0'225'0,"37"31"6"0,-19-18 137 15,-2-3-234-15,-8-1-30 0,-2-4 64 16,2-2-28-16,-6 0-1 0,1-3 52 15,-3 1-84-15,5-1 44 0,-5 0 177 16,0-5-117-16,0-5-96 0,0-6-109 16,0-3 52-16,0-2-58 15,0 0-26-15,0-1 24 0,3-1-15 16,2-2-133-16,3-1 83 0,-3 0-29 16,11 2-164-16,3 1 112 0,-1 2-33 15,3 3 11-15,3 5 170 0,0 2 107 16,0 4 312-16,-8 4-172 15,8 3-49-15,-8 9-39 0,-3 4-89 16,0 4-70-16,-5 3 0 0,3 3 16 16,-9 1 57-16,6 0-60 0,-3 2 63 15,1-1-73-15,-4 3 38 16,1-1-35-16,-3-1-6 0,0-2 13 16,-5-4-6-16,-3-2-7 0,-3-1-174 15,-2-2 111-15,0-2-80 0,-6-1-253 16,1-3 203-16,-6-5-117 0,5-5-891 15,-2 1 144-15</inkml:trace>
  <inkml:trace contextRef="#ctx0" brushRef="#br0" timeOffset="50774.5">13359 15185 1934 0,'0'0'340'15,"0"0"-249"-15,58-24-56 16,-34 17-35-16,0 1-4 0,10-3 2 15,1 1 1-15,2 2-9 0,3-3-3 16,-1 3-39-16,4-2-272 0,2-3-53 16,-3 1 88-16,3-2 285 0,0 0 4 15,0-2 82-15,-2 1 41 16,-1 0 47-16,-8-1-18 0,-4 4-87 16,-7 1-65-16,-7 1-16 0,-8 3-72 15,-8 2-77-15,0 0-34 0,0 1 102 16,-5 0 83-16,-14 2 28 0,-4 0 21 15,-9 4 40-15,0 4 62 0,3 3 97 16,2-1-26-16,1 0 12 0,5 4 136 16,-1-2-182-16,9 3-65 15,5-1-13-15,3 0-19 0,5-1-77 16,5 0 7-16,9 0-7 0,1 0 51 16,4-2 38-16,7 1 58 0,1-3-112 15,-1 1-10-15,-2 5-25 0,0-4 0 16,-5 1-213-16,-3 0 155 15,-1-1 20-15,-7 1 6 0,-2-2 29 16,-6-5 3-16,-6 3-58 0,-7 0 58 16,-11 1 42-16,0 0-13 0,-2-1 28 15,2-3-50-15,-2 0 5 0,4-3 17 16,-4-1-29-16,10-1 6 16,3-2-34-16,5 1 18 0,3-4-182 15,2-1 89-15,6-4-58 0,7-3-343 16,9-7 138-16,7 2 34 0,6-3-228 15,-8 7 156-15,2-2-131 0</inkml:trace>
  <inkml:trace contextRef="#ctx0" brushRef="#br0" timeOffset="51085.42">14299 15024 1950 0,'0'0'256'0,"37"-22"-146"16,-23 15-42-16,-12 4-45 0,-2 1 6 16,0 0 71-16,-8 2 61 0,-5 0-161 15,-6 0 10-15,-7 4-10 16,5 3 35-16,0 2 59 0,2 1 9 15,6-2 9-15,10 3 13 0,1 1-58 16,2-1-67-16,5 3-37 0,5 3 37 16,4-5 10-16,7 5 3 0,0-1 22 15,0-3-35-15,11 0 26 0,-5 3-26 16,2-1 19-16,-3-2 168 16,1 1-63-16,-6 1-124 0,-8 0-3 15,3-6 3-15,-8 1 0 0,-3-5 2 16,-5 0 52-16,0 1-16 0,-10 5-35 15,-9-2 101-15,-7 0-29 0,-1 0-68 16,-7-4 87-16,5-2-91 0,-9-1 28 16,1-1 5-16,3 0-36 15,2-1-77-15,3 0 27 0,10 0-145 16,6 0-444-16,5-1 138 0,6-1-475 16</inkml:trace>
  <inkml:trace contextRef="#ctx0" brushRef="#br0" timeOffset="52050.96">15269 15091 1220 0,'0'0'235'16,"0"0"-235"-16,0 0 19 16,0 0 20-16,5 35 254 0,3-12 125 15,-3 2-298-15,3 2 32 0,0-4 103 16,0 3-136-16,0-3-42 0,0-3-61 15,-3-2 23-15,3-1-39 0,-5-4 12 16,5-5-12-16,-6-3 7 0,1-3 6 16,-3 0 22-16,0-2 16 15,0 0 141-15,0-9-36 0,-5-5-156 16,-3-3-143-16,-3-5 44 0,3 0-20 16,-2 1-153-16,2-2 127 15,2-2 45-15,1-1-33 0,0-2 43 16,2 0-17-16,0-1-139 0,3 0-8 15,6 1-42-15,4 3-244 0,9 1 396 16,-1 3 144-16,6 4 238 0,0 4 134 16,-3 4 102-16,-2 5 249 0,-3 4-472 15,-6 2-103-15,-2 3-97 16,0 5 16-16,-2 0 0 0,-6 1 0 16,0 3 10-16,-3-2-42 0,-5 5-35 15,-3 0 64-15,-5-2-48 0,-2 0 6 16,2-2-3-16,-3-1-19 0,1-3-67 15,2-1 48-15,3 0-64 0,0 1-179 16,5-2 66-16,0 0-126 0,2-3-651 16,6-1 234-16,0 3-63 0</inkml:trace>
  <inkml:trace contextRef="#ctx0" brushRef="#br0" timeOffset="52412.46">15631 15355 1493 0,'0'0'419'16,"0"0"-134"-16,0 0 84 0,0 0-230 16,0 0-52-16,0 0 48 0,0 0-39 15,0 0-57-15,27-36-20 16,-35 15-20-16,0 1 1 0,0 0-32 16,0-1 32-16,3-3 0 0,0-1 3 15,5-2 15-15,0 0-18 0,2 1-112 16,9 0-33-16,2 2-80 0,3 1-202 15,5 6 320-15,3-2 107 0,0 8 116 16,2-1 218-16,1 8-38 0,-1 3-16 16,1 1-133-16,-3 7-61 15,-3 7-80-15,-3 2 45 0,1 5-48 16,-6 2 16-16,3 2 39 0,-3 0-58 16,-2 1-7-16,-1-1 6 0,1 0 1 15,-3 0-38-15,-3-3 22 0,-5 0-89 16,6-4-173-16,-6-2 146 15,-6 0-51-15,4-6-182 0,-9-1 63 16,-2-4-159-16,2-2-950 0</inkml:trace>
  <inkml:trace contextRef="#ctx0" brushRef="#br0" timeOffset="52598.5">15703 15120 2635 0,'0'0'466'0,"0"0"-466"0,37 10-35 16,-18-4 35-16,-4 0 19 15,1 0-19-15,0-1-29 0,0 1-167 16,0-3-485-16,-5 1-76 0,-1-3-414 0</inkml:trace>
  <inkml:trace contextRef="#ctx0" brushRef="#br0" timeOffset="53242.18">15684 14718 1982 0,'0'0'460'15,"0"0"-227"-15,0 0-188 0,0 0 45 16,0 0 51-16,0 0-44 0,0 0 18 16,16 38-13-16,5-32 25 0,6-4-12 15,-1-3-36-15,1-6 13 0,-1-5-19 16,1-3-42-16,-1 1 41 0,-4-1-72 15,-9 2-53-15,-3-2 18 16,-2 1-40-16,-8 1-87 0,0-1 150 16,-2 2-46-16,-9 1-197 15,-2 3 121-15,-6 3 19 0,1 3-54 0,-6 2-21 16,3 5 6-16,0 4-52 0,5 3 139 16,2 2 6-16,9 3-133 15,5 2 58-15,3 2-166 0,2-6-659 16</inkml:trace>
  <inkml:trace contextRef="#ctx0" brushRef="#br0" timeOffset="53754.41">16995 15392 2774 0,'0'0'77'0,"-26"-34"-77"0,18 12-20 16,3 1-34-16,-3-1 15 16,8-1 33-16,0-2 2 0,0 0 4 15,5-1-61-15,3-2-39 0,3 1-133 16,2 0-276-16,5 1 158 0,1 0 13 16,5 4-220-16,2 2 369 0,3 3 189 15,0 4 359-15,1 3 71 0,-1 4-33 16,-3 6 29-16,-2 1-339 0,-3 6-2 15,-2 6 12-15,-6 2-97 16,0 5-13-16,1 2 0 0,-7-1 13 16,1 2 55-16,-2 0 61 0,-4 1-116 15,1-1 0-15,-3 0-113 16,0 0 39-16,-3 0-30 0,-7-5-172 16,-1 0 52-16,-2-3 32 0,-3-2-137 15,-2-3 166-15,-4 1-42 0,6-5-530 16</inkml:trace>
  <inkml:trace contextRef="#ctx0" brushRef="#br0" timeOffset="53898.93">17085 15219 2120 0,'0'0'0'0,"61"-14"29"15,-24 8-10-15,3-2-19 16,0 0-28-16,-3-2-300 0,-8 3-195 15,-2 0-295-15</inkml:trace>
  <inkml:trace contextRef="#ctx0" brushRef="#br0" timeOffset="54069.5">17570 15122 1997 0,'0'0'386'0,"-13"44"-318"0,13-21 9 15,0-4-9-15,0-3-61 0,5 1-4 16,0-3-3-16,1 0 0 0,-1-4-136 16,0-3-158-16,1-3-135 15,-4 0-463-15,-2-2 351 0</inkml:trace>
  <inkml:trace contextRef="#ctx0" brushRef="#br0" timeOffset="54255.74">17382 14956 2745 0,'0'0'433'0,"50"-14"-433"0,-13 10-130 16,3 3 130-16,3 0 0 0,2 1-115 15,0 2-20-15,5 2-123 0,-13 0-897 16</inkml:trace>
  <inkml:trace contextRef="#ctx0" brushRef="#br0" timeOffset="54585.38">18497 15045 245 0,'0'0'1838'0,"16"46"-1563"16,-5-20-246-16,4 2 123 0,1-1-52 16,-2-3-85-16,4 1-15 15,-2-3-206-15,3-1-31 0,-4-5-106 16,-1-3-608-16,-6-5 247 0</inkml:trace>
  <inkml:trace contextRef="#ctx0" brushRef="#br0" timeOffset="54863.42">18783 14967 2289 0,'35'5'462'0,"-4"9"-388"0,1 5 77 16,-5 2-32-16,-9 1-119 0,1 1-56 15,-9 2 55-15,-2 0 1 0,-5-1 0 16,-6 2 45-16,-5-3-45 16,-5 1-51-16,-5-2 25 0,-4-4-9 15,-2-2 35-15,3-5 6 0,-3-2 13 16,3-4-16-16,0-3 39 0,5-2-42 16,3 0-154-16,2-5-71 0,3-6-163 15,0 2-883-15</inkml:trace>
  <inkml:trace contextRef="#ctx0" brushRef="#br0" timeOffset="55081.24">19059 15142 1821 0,'0'0'221'0,"10"40"-78"0,-5-22 216 15,1-1-282-15,-1-1 29 0,3-4 77 16,3 1-49-16,2-2-38 0,3-1-41 15,2-3 15-15,6-1-38 0,3-2-29 16,2-4 70-16,0 0-73 16,-3 0-50-16,-2-4-65 0,-3 0-103 15,-5 0-521-15,-2-1-1 0,-7-1-245 0</inkml:trace>
  <inkml:trace contextRef="#ctx0" brushRef="#br0" timeOffset="55228.13">19180 15139 2985 0,'0'0'32'0,"38"-9"-32"0,-17 5-174 0,-3-1 10 16,-2-1-204-16,-5 2-906 16</inkml:trace>
  <inkml:trace contextRef="#ctx0" brushRef="#br0" timeOffset="55378.36">19088 14976 3246 0,'0'0'0'0,"45"-2"-189"0,-13 2 80 15,-1 0 3-15,4 0-232 0,-11 0-291 16,-1-1-1223-16</inkml:trace>
  <inkml:trace contextRef="#ctx0" brushRef="#br0" timeOffset="56003.86">20306 15024 1895 0,'0'0'71'15,"-11"56"75"-15,9-27 268 0,2 1-278 16,0 2-43-16,2-7 23 0,4-1-58 16,2-2-36-16,5-5-22 0,0-2 45 15,3-4 10-15,5-2 50 16,0-3 26-16,3-3-22 0,0-2-71 16,0-1 13-16,0 0-51 0,-3-2-241 15,-5-3 81-15,0 0-107 0,-6-3-430 16,-2-1 47-16,-5 3-83 0</inkml:trace>
  <inkml:trace contextRef="#ctx0" brushRef="#br0" timeOffset="56166.53">20272 15156 336 0,'0'0'2882'16,"0"0"-2792"-16,34-5-78 0,-7 0-12 15,2 0 0-15,0 0-35 0,-3-1-80 16,-2 1-157-16,-5-3-837 0,-9 2-252 16</inkml:trace>
  <inkml:trace contextRef="#ctx0" brushRef="#br0" timeOffset="56337.43">20293 14979 2504 0,'0'0'758'16,"0"0"-758"-16,0 0 0 16,40-28-70-16,-9 19 66 0,4 5 4 15,-3-1-150-15,-3 3-17 0,0 1-158 16,0-1-749-16,-11 0-185 0</inkml:trace>
  <inkml:trace contextRef="#ctx0" brushRef="#br0" timeOffset="56788.38">20685 15174 1868 0,'0'0'159'0,"-11"42"-114"0,9-19 44 0,-1-9-15 16,-2-1-54-16,2-5-19 16,3-3 0-16,0-3 1 0,0 1-2 15,0-2-13-15,0-1 13 0,3-7 71 16,2-8-71-16,0-7-16 0,0-2-52 15,1 0 29-15,2-2-3 0,0 1-39 16,0-3-7-16,0-1-9 16,5 1-85-16,0 1 0 0,6 2-33 15,2 4 114-15,0 2 101 0,0 4 189 16,3 3 425-16,0 5-215 0,-3 6-18 16,-5 1 29-16,-3 6-321 0,0 4-89 15,-5 2-54-15,-2 3 54 0,-6 0 0 16,0 3 1-16,-6 1-39 15,-4 1-13-15,-6-2-151 0,0 0 144 16,-3 0-16-16,-2-1-22 0,0-2 96 16,0 0 0-16,0-2 3 0,2-3-3 15,1-1 16-15,2 0-3 16,5-2 64-16,3-1 19 0,5-1 33 16,1-2-8-16,2 2-18 0,5 2 72 15,8 4 97-15,6 1-121 0,7 1-91 16,1 1 15-16,5 0-75 0,-6-2-164 15,3-1 60-15,3 1-92 0,-3 1-401 16,3-4 14-16,-6-3-554 0</inkml:trace>
  <inkml:trace contextRef="#ctx0" brushRef="#br0" timeOffset="57487.5">22118 15059 1923 0,'0'0'178'15,"26"49"-6"-15,-10-21 193 0,-3-4-249 16,0 1-87-16,-2-1-19 0,0-1-20 16,-3-5-28-16,-3 0-140 0,0-6 114 15,-5-3 12-15,0-2-17 16,0-5 69-16,0-2 29 0,-5 0 220 16,0-1-50-16,-3-6-90 0,-3-4-83 15,-2-5 6-15,5-3-32 0,-3-2-94 16,6 1 59-16,2-4 35 0,3 0-13 15,0-1 0-15,11-1-32 0,2 2-158 16,6 1 93-16,7 2 7 0,3 4 44 16,0 1 59-16,1 7 155 15,1 3 170-15,-4 6-183 0,-1 0-97 16,-4 9-45-16,-4 1-1 0,-2 2-15 16,-5 1-58-16,-6 0 16 15,-5 2-87-15,-5 2-71 0,-9-2 54 0,1 1-100 16,-8-2-7-16,2 0 252 15,-4-2 17-15,-1-1 46 0,2 1 97 16,1-4 38-16,3 1 143 0,5-1-121 16,2 2-19-16,6-3-46 0,2 0-98 15,3-2-40-15,5 1-13 0,9 3 13 16,7 1 0-16,5 2-28 16,6-3-91-16,0 0-148 0,-3-3-667 15,-8 0-282-15</inkml:trace>
  <inkml:trace contextRef="#ctx0" brushRef="#br0" timeOffset="57835.67">22610 15080 1735 0,'0'0'296'0,"0"36"-260"0,0-13 284 15,0-1-171-15,6-1-39 0,-1-1 41 16,3-2-42-16,2 1-25 0,4-5 2 15,1 1-2-15,4-3-1 0,2-3-48 16,-2 1 29-16,5-2-36 16,-1-5-18-16,1 0 31 0,-3-2-41 15,1-1-265-15,-4-1 19 0,-2-3-96 16,-3 2-565-16,-5-3 161 0</inkml:trace>
  <inkml:trace contextRef="#ctx0" brushRef="#br0" timeOffset="57990.26">22655 15142 1441 0,'0'0'1705'0,"0"0"-1705"0,53-12-93 16,-29 9 93-16,-3 1-119 0,-2-3-429 15,-6 1-436-15,0-2-378 0</inkml:trace>
  <inkml:trace contextRef="#ctx0" brushRef="#br0" timeOffset="58129.55">22714 15001 925 0,'0'0'1248'15,"37"-13"-1248"-15,-11 11-582 0,1 1 364 16,-6 0-261-16</inkml:trace>
  <inkml:trace contextRef="#ctx0" brushRef="#br0" timeOffset="58490.57">23119 15309 1098 0,'0'0'328'16,"0"0"-328"-16,0 0 16 0,0 0-16 15,-24-34 13-15,13 12 0 0,6-3 136 16,0 2-25-16,2-3-94 16,3 0-30-16,0-1-88 0,3-2-61 15,7 2-196-15,4 2 29 0,1 2-30 16,4 4-181-16,5 4 527 0,2 1 41 16,1 5 517-16,-1 1-248 15,3 5 2-15,-2 3 167 0,-3 2-213 16,0 5-23-16,-3 4 65 0,-3 5-208 15,-2 2-42-15,-5 4 6 0,-1 2-6 16,-2 2-22-16,3-2 70 0,-6 3-10 16,1-2-80-16,1 1 6 0,-4-2-12 15,0-2-10-15,-1 0 0 0,-2-4-26 16,0-2-12-16,-2-2-251 16,-4-2 118-16,-1-1-20 0,-7-2-438 15,1-4 62-15,0-3-143 0</inkml:trace>
  <inkml:trace contextRef="#ctx0" brushRef="#br0" timeOffset="58644.72">23140 15184 3071 0,'0'0'154'0,"34"-17"-154"16,-7 11-13-16,2 0 10 15,5 1 3-15,-2 1-64 0,3 0 64 16,-4 0-93-16,1-2-474 0,-3 1-68 15,-7 0-398-15</inkml:trace>
  <inkml:trace contextRef="#ctx0" brushRef="#br0" timeOffset="58956.72">23635 14996 2839 0,'0'0'266'0,"0"0"-122"15,3 37-144-15,-3-15 70 0,-3-1-54 16,1-2 13-16,-4 1-29 16,-2-1-38-16,3-1 38 0,-6-3-29 15,6 1-13-15,0-5 42 0,2 0 0 16,1-6 3-16,2-1 16 0,0 0-19 16,0 1 16-16,0 0-13 15,7 0 22-15,7-4-25 0,7 0 55 16,5 0-55-16,4-1 2 0,-4 1 1 15,0 1-3-15,1-2 0 0,-3 0 0 16,0 0 0-16,-1 0-122 0,-4 0-9 16,0 0-52-16,-1 0-236 0,-5 0 119 15,1-5-96-15,-6-2-473 0,-3-1 161 16</inkml:trace>
  <inkml:trace contextRef="#ctx0" brushRef="#br0" timeOffset="59166.99">23972 14967 1979 0,'0'0'947'0,"0"0"-845"0,18 41 49 16,-10-18-46-16,-5 3 0 0,-1-3 3 16,-2-3-79-16,0 1 31 15,0 1-60-15,3-2-60 0,5 0 16 0,-5-1-42 16,5-4-333-16,-1-4 49 15,1-4-37-15,3-2-347 0,-3-4 125 16,-3-1-163-16</inkml:trace>
  <inkml:trace contextRef="#ctx0" brushRef="#br0" timeOffset="59674.32">24499 14994 2073 0,'0'0'602'0,"0"0"-564"16,-37-12-5-16,18 9-28 16,-2 3-5-16,0 0 0 0,-1 5 4 15,4-1 48-15,2 2 9 0,3 2 35 16,2 0-12-16,6 4-72 0,5 1 14 15,0 1-16-15,5 0-10 0,6 3-16 16,2-4 15-16,6 2-3 0,-4-1-105 16,4 3 80-16,0-2-22 15,-4 2-57-15,1-1 107 0,-5 2 0 16,-3-5-22-16,-3 3-99 0,-5-5 12 16,0 0 74-16,-5-2 36 15,-3-1 23-15,-5-2 58 0,-3-1-17 0,0-3-28 16,-3-2-33-16,3 0-3 15,3-1-14-15,0 0-76 0,8-5-20 16,-1 3-87-16,4-3-319 0,2-1 15 16,0-5-57-16</inkml:trace>
  <inkml:trace contextRef="#ctx0" brushRef="#br0" timeOffset="59880.94">24748 15057 1076 0,'0'0'1570'16,"0"0"-1454"-16,26 37 35 16,-23-20 52-16,2 2-34 0,-2 1-29 15,-3 1-13-15,2-3-54 0,-2 1-73 16,0 0-9-16,0-5-7 0,0-2-89 16,0-3-175-16,-2-7 200 15,-1 1-35-15,-5-1-200 0,-3-3 47 16,-2-3-134-16,-3-7-619 0,6 2 252 15</inkml:trace>
  <inkml:trace contextRef="#ctx0" brushRef="#br0" timeOffset="60148.24">24790 14980 199 0,'0'0'613'0,"58"-2"-313"16,-26 6-105-16,-11 2-29 0,0 1 137 15,-2 1-70-15,-3 4-38 0,-3 1-66 16,-2 0-61-16,-3 4 65 16,-3 1 73-16,-2 1-67 0,-3 2 8 15,0-1 58-15,0 3-27 0,0-3-44 16,-3 3-74-16,3-3 10 0,-3 0-70 16,3-4 22-16,-2 0-22 15,-1-4 0-15,0-1-162 0,3-5 32 16,0-2-96-16,0-1-446 0,0-1 160 15,0 0-200-15</inkml:trace>
  <inkml:trace contextRef="#ctx0" brushRef="#br0" timeOffset="60522.14">25336 14951 851 0,'0'0'1230'0,"0"0"-1107"0,0 0-87 16,-35-16-36-16,14 16 3 0,-3 0 42 16,3 5 59-16,2 3 12 15,3 6 26-15,3 0-68 0,5 3-35 16,3 0 6-16,5 2 35 0,3 0 20 16,5 1 15-16,5 0-48 0,3 3-67 15,2-1 26-15,1 1-27 0,2 0 1 16,3 1-16-16,-6-3 16 15,1 2 0-15,-3-2-16 0,-6-3-3 16,1 3-109-16,-8-8-39 0,-1 2 167 16,-2-6 0-16,-8 0 12 0,-2-4 14 15,-4-4 6-15,-7-1 7 16,3 0 6-16,-3-4-45 0,2-4-4 16,-2-2 3-16,5-1-72 0,0-5-140 15,5 2 75-15,4-4-37 0,4-2-171 16,3 1 50-16,3-4-101 0,4 0-460 15,4 3 378-15</inkml:trace>
  <inkml:trace contextRef="#ctx0" brushRef="#br0" timeOffset="60910.59">25492 15005 1406 0,'0'0'601'15,"0"0"-257"-15,13 46 8 0,-13-28-127 16,0 2-21-16,0-1-54 15,3-1-51-15,-3-1-26 0,5-1 29 16,0-3-42-16,-2-3-48 0,2-7 58 16,1 0-13-16,4-3-32 0,1-1 107 15,5-4-19-15,-1-6-74 16,1-6 51-16,3 1-90 0,-3-2-22 16,5-3 22-16,-2 2 0 0,-1-4-111 15,1-1 109-15,-1 1-71 0,3 3-337 16,-2-1 98-16,2 5-199 0,-5 3-707 15,0 4 596-15,-8 5 413 0,-3 3 209 16,-2 1 381-16,-1 4-32 16,-2 6 113-16,0 9-148 0,-5 3-29 15,0 4 73-15,0 0-232 0,-1 0 8 16,1 0 58-16,2-1-74 0,3 1-29 16,0 0-22-16,6 0-1 0,-1 2-66 15,0-5-54-15,6-3 0 0,-3-1-82 16,2-5-206-16,1-3 94 15,-1-5-94-15,4-2-582 0,-6-3 282 16,-3-1-75-16</inkml:trace>
  <inkml:trace contextRef="#ctx0" brushRef="#br0" timeOffset="61162.57">26037 14986 2342 0,'0'0'259'0,"-8"40"-121"0,0-13 167 16,1 0-189-16,-1-4-68 15,0 2-16-15,2 0 82 0,1 0-56 16,5-1-36-16,0-3 35 0,5 0-57 16,6-2 13-16,5-6 22 0,0 0-26 15,5-3 7-15,3-2 41 0,5-4-57 16,3-2 32-16,-1-2-67 15,1-1 28-15,-5-4-205 0,-1-3 37 16,-7-2-197-16,-3 2-992 16,-3-2-124-16</inkml:trace>
  <inkml:trace contextRef="#ctx0" brushRef="#br0" timeOffset="61320.58">26159 15162 2955 0,'0'0'485'16,"0"0"-469"-16,0 0-16 16,0 0-41-16,53 5 39 0,-32-5-107 15,-2 0-252-15,-1-2-71 0,-4-2-352 16</inkml:trace>
  <inkml:trace contextRef="#ctx0" brushRef="#br0" timeOffset="61473.71">26350 14892 2896 0,'0'0'125'0,"34"3"-125"0,-12 3-331 16,-1 0-34-16,-8-2-628 0</inkml:trace>
  <inkml:trace contextRef="#ctx0" brushRef="#br0" timeOffset="62550.57">26652 15421 3253 0,'0'0'549'0,"0"0"-514"15,0 0-35-15,0 0-50 16,0 0-111-16,0 0-153 0,0 0-658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3:30:33.13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25656 5044 401 0,'0'0'313'0,"0"0"78"15,0 0-326-15,0 0-29 0,0 0 176 16,0 0-46-16,0 0-30 0,0 0 85 16,0 0-133-16,40 13 6 0,-22-10 35 15,9-2-80-15,-1-1 0 0,3 0 61 16,6 0-33-16,5-1-19 0,2 1 10 15,3-1-20-15,5-1-16 0,6 2-28 16,-1 0 26-16,9 0-30 0,5 0 0 16,2 0 29-16,6-2 6 15,8 6-25-15,0-3 12 0,7 0-22 16,6 1 13-16,3-2-6 0,5 1-5 16,3 0 46-16,4 3 3 0,7-2-28 15,1 1-1-15,7 0 7 16,1 2-29-16,4-1 16 0,2-1-3 15,0 3-13-15,3-1-7 0,-1 1 7 16,1-1 0-16,0 1 4 0,0-2-4 16,-1 2 0-16,1-1 1 15,-3 0 5-15,-5 0-6 0,0-1 16 16,-6 1-10-16,-2-2 23 0,-6 0-10 16,-4 3 36-16,-6-3-43 0,-8-1 8 15,-6 2 15-15,-7-1-35 0,-8-1 22 16,-8 0-6-16,-11 2-16 0,-10-2 13 15,-11-1 3-15,-5 0-16 0,-17-1 12 16,-4 1-12-16,-6-1 7 0,-5 0 5 16,0 0 68-16,-5 0-51 15,-6-2-29-15,-4-2-13 0,-7 1-22 16,-4 1-169-16,2 1 51 0,0 0-94 16,0-1-396-16,6 1-137 0,2 0-456 15</inkml:trace>
  <inkml:trace contextRef="#ctx0" brushRef="#br0" timeOffset="778.26">25958 5354 205 0,'0'0'2022'16,"0"0"-1806"-16,0 0-86 0,0 0-119 16,0 0-10-16,0 0 1 0,0 0 43 15,0 0 16-15,0 0-6 0,5 47 32 16,-5-25-26-16,3 2-23 0,-3 0-38 15,0 0 58-15,0 0-48 0,0-1 9 16,0-1-16-16,5-4-3 16,0-2-28-16,1-3 27 0,-1-2 1 15,-2-3-45-15,-1-5-32 0,1 2-32 16,0-4-123-16,-1-1 122 0,1 0 16 16,-3-3-100-16,0-6 35 15,0-5-36-15,-5-2-88 0,-3-2 91 16,-3 0-7-16,1-1-127 0,-4 1 108 15,1-1 48-15,2 4-179 0</inkml:trace>
  <inkml:trace contextRef="#ctx0" brushRef="#br0" timeOffset="966.24">25884 5403 290 0,'0'0'649'15,"0"0"-300"-15,0 0 41 0,0 0 175 16,0 0-348-16,-6-33-8 0,9 29 68 16,8-2-142-16,2 3-17 0,8-4 32 15,6 3-29-15,4-2-32 0,1 0-20 16,0 1 36-16,2 1-49 0,-2 1-43 15,0 2 25-15,-6 1-38 0,-7 1-123 16,0 2 63-16,-9 2-76 16,-2 1-333-16,-5 4 160 0,-3 0-46 15,-11 2-394-15,1-2 228 0,-4-4-186 0</inkml:trace>
  <inkml:trace contextRef="#ctx0" brushRef="#br0" timeOffset="1403">25918 5484 1412 0,'0'0'313'16,"0"0"-144"-16,0 0-14 16,0 0 121-16,0 0 5 0,58-1 63 15,-26-7-199-15,0 3-72 0,-3-4-66 16,3 2 28-16,0 1-35 0,0 1 0 16,-3 0 0-16,-3 0 0 0,1 0-75 15,-6 2 5-15,0 1-30 0,-8-1-109 16,-2 1 90-16,-6 1-36 0,-2 1-191 15,-3 0 138-15,0 0 46 0,0 5 162 16,-8-2 42-16,-5 5 33 16,-3 2 68-16,0-1-17 0,0 2 13 15,5 1 65-15,1 2-88 0,-1 1 10 16,6-2 0-16,2 1-27 0,1 0-41 16,4-3-29-16,6-1 12 15,5 0-34-15,6-3 9 0,5-4 32 16,2-3 3-16,3 0 13 0,3-4 25 15,-3-5-35-15,0 0-35 0,-5-2 45 16,-3 0-55-16,-5 1 20 16,-5 2 12-16,-3-3-9 0,-5 1-26 15,-3 1 48-15,0 1-54 0,-3 1-159 16,-10-2 77-16,-1-2-68 0,-7 1-160 16,3 4 165-16,2 1-9 0,5 1-98 15,3 3 122-15,3 1-12 0,2 0-163 16,1 0 48-16,-1 0-75 0,3 2-431 15,0 1 291-15</inkml:trace>
  <inkml:trace contextRef="#ctx0" brushRef="#br0" timeOffset="1856.66">26482 5484 307 0,'0'0'459'0,"0"0"-152"16,0 0 87-16,0 0-245 0,32 33 30 16,-27-24 107-16,1-3-199 15,-1 2 1-15,0-3 25 0,1 1-22 16,-4-4 9-16,4 1 15 0,-4-1-35 15,-2-2 17-15,0 0 131 0,3-2-27 16,-3-2-77-16,2-6-98 16,-2-2 25-16,0-4-51 0,3-4 19 15,-3-1-21-15,3 2 2 0,2-1-80 16,3 0 80-16,5-2 0 0,3 0-95 16,3 5 75-16,5-1-18 0,-1 4 38 15,4 0 35-15,-3 6 93 0,0 2 49 16,-6 5-44-16,-2 1-133 0,-8 1-9 15,0 3 9-15,-3 0 0 0,-2 2-16 16,-1 5 0-16,-2 3 16 0,-7 2-79 16,-7 3 63-16,-2 0 13 15,-5-3-73-15,0-1 57 0,-3 1 13 16,0 0-144-16,3-3 109 0,0 0-10 16,2 2-122-16,6-4 125 15,3-1 48-15,2-1-55 0,0 1 39 16,5-3-6-16,3-3-80 0,0 0 101 15,3 2-17-15,7-1 18 0,6 2 42 16,5-2 31-16,3-1 72 16,3-3-33-16,-3 1-74 0,-1-1-25 15,-1 0-26-15,-1 1 13 0,-3-2-259 16,1 0 40-16,-1-3-103 0,-2 0-584 16,-5-1 411-16,-3-2-144 0</inkml:trace>
  <inkml:trace contextRef="#ctx0" brushRef="#br0" timeOffset="2075.13">26935 5378 737 0,'0'0'1695'0,"0"0"-1424"0,0 0-139 16,0 0-78-16,0 0 7 0,0 0 23 16,0 0-27-16,0 0-2 0,35 31-33 15,-33-14-19-15,1 2 32 16,0-3-35-16,-1 1-26 0,-2 0 26 15,3 1 0-15,-3-1-37 0,0 0-31 16,0-2-63-16,-3-4-217 16,1-3 116-16,-1-4-173 0,3-3-770 15,-3-1 399-15</inkml:trace>
  <inkml:trace contextRef="#ctx0" brushRef="#br0" timeOffset="2371.98">27009 5492 1038 0,'0'0'1119'0,"0"0"-704"15,51-33-219-15,-33 23-22 0,1 0-11 16,-1 0-51-16,-2 3-51 0,-3-1-52 16,1 0 30-16,-1-1-39 15,-5 3-86-15,0-1 82 0,-3 4-69 16,-2 0-107-16,-1-3 120 0,1 4 5 16,-3 0 10-16,0 2 29 0,0 0-61 15,-5 3-143-15,-3 8 178 16,-3 2 42-16,-2 6 50 0,0 0-2 15,2-2 20-15,3 2-13 0,0-3 6 16,6 4-61-16,-1-5-13 16,3 3 13-16,0-4-2 0,5-1-1 15,3-3 3-15,0-2 0 0,3-4-29 16,2 0-3-16,3-3-81 0,0-1-256 16,0-6 77-16,0 0-20 0,-1-3-339 15,-1 1 116-15</inkml:trace>
  <inkml:trace contextRef="#ctx0" brushRef="#br0" timeOffset="2609.58">27322 5463 924 0,'0'0'488'15,"0"0"-94"-15,0 0-284 0,0 0 17 16,0 0 129-16,0 0-133 0,-35 45 3 16,33-29 83-16,2-4-54 15,0-1-24-15,5-2-6 0,6 1-10 16,2-1-13-16,5-2 6 0,6-3 28 15,0-4-15-15,3 0-87 0,-4 0 45 16,4-5-79-16,-1-2 31 16,-4-2 3-16,-4 1-34 0,-5 0-211 15,-2 0 135-15,-6 2-70 0,-2-3-281 16,-3-1 125-16,-5-4-173 0,-1 1-1037 16,-4 1 733-16</inkml:trace>
  <inkml:trace contextRef="#ctx0" brushRef="#br0" timeOffset="2858.77">27579 5423 2136 0,'0'0'278'0,"0"0"-155"16,0 0-55-16,0 0-49 0,13 33-3 16,-13-19 17-16,0 0 18 0,-3 3-15 15,1-3-30-15,-4-3 23 16,6 0-29-16,-2-6 3 0,-1 3 7 15,3-4-10-15,0 3-34 0,0-3 34 16,5 3 32-16,6-2-13 16,5 0 49-16,5-3-17 0,0-2-35 15,3-1-6-15,-5-2-10 0,2-2-309 16,-5-1 34-16,2-1-114 0,-2-3-440 16,-5 3 406-16,2 0-83 0</inkml:trace>
  <inkml:trace contextRef="#ctx0" brushRef="#br0" timeOffset="3293.93">27865 5410 2046 0,'0'0'39'0,"0"0"-16"16,0 0 207-16,-3 38-117 0,3-27 13 16,3 0 25-16,-1 0-44 0,4 2-11 15,-4-1-48-15,1-3-3 16,2-2-42-16,-5-2-3 0,3-1 36 15,0-1-11-15,-1-1-22 0,1-1 49 16,0-1 2-16,-1 0 13 16,4-5 13-16,-6 0-80 0,5-5-172 15,-2-2 102-15,-1-2-16 0,3-3-118 16,3 2 53-16,-2 1-33 0,4 2-14 16,4 1 108-16,1 2 35 0,4-1 42 15,0 2 13-15,2 3 155 0,0 2 249 16,0 2-73-16,-2 1-132 0,-6 5-81 15,0 3-70-15,-5-1-48 0,0 1 1 16,-3 1 11-16,3 3 14 0,-5 3-7 16,2 4 9-16,-5-5-28 15,-5 1 3-15,-3 0 41 0,-3-2-25 16,-2 1-9-16,0-3 40 0,-3 0-50 16,0-1 7-16,3-5-7 15,0 2 0-15,5-5-130 0,0 3 95 16,5-5-45-16,0 0-179 0,1 0 96 15,-1 0-56-15,3-5-531 0,0 2 60 16,0-7-92-16</inkml:trace>
  <inkml:trace contextRef="#ctx0" brushRef="#br0" timeOffset="3622.74">28350 5388 885 0,'0'0'498'0,"0"0"-192"0,0 0 220 15,0 0-371-15,0 0-155 0,0 0 0 16,-43-5 9-16,27 11 23 0,6-2-9 16,4 0-21-16,1 1-2 15,2-3-31-15,3 5-18 0,0-3 26 16,0 4 23-16,6-2 62 0,4 5 9 16,6-1 74-16,3 1-51 0,-3-1-17 15,2-1-9-15,-5-3-1 16,-2 2 58-16,-3-2-38 0,-3-2-64 15,-2-1-23-15,2 1-62 0,-5 0 62 16,3-1 20-16,-3 3-14 16,-3-3 58-16,-5 2-42 0,-5 1 10 15,-3-1 38-15,-5 1-50 0,5-3-8 16,0-1-2-16,0 2-10 0,3-1-278 16,0-1 63-16,2 0-133 0,6-2-1068 15</inkml:trace>
  <inkml:trace contextRef="#ctx0" brushRef="#br0" timeOffset="4282.3">28779 5334 2095 0,'0'0'524'0,"0"0"-334"15,0 0-190-15,0 0-3 0,0 0-23 16,0 0-26-16,-43-13-44 16,33 13 76-16,2 3-9 0,2-1-29 15,4 2 45-15,-4 0-13 0,1 0-19 16,2 5 23-16,1-2-46 0,2-1-94 16,5 2 133-16,6 2 29 0,2 0 9 15,8-1 127-15,-2-2 23 0,-1 2 51 16,-5-2-130-16,-2-2-15 0,-3-1-46 15,-3 1 8-15,-2-1-27 0,0-2 0 16,-1 4 38-16,1-2 1 0,-3 3-26 16,0-2 38-16,-3 3-19 15,-2-3-10-15,-6 3 52 0,1 0-4 16,-9 1-3-16,3-2-12 0,0 0-55 16,6-4-16-16,7-1-3 15,-2-1-1-15,5-1-248 0,0 0 101 16,0 0-46-16,0-2-353 0,3-4-178 15,2 0-230-15</inkml:trace>
  <inkml:trace contextRef="#ctx0" brushRef="#br0" timeOffset="4621.78">28908 5382 455 0,'0'0'1431'16,"0"0"-1126"-16,0 0-104 0,0 0 28 15,0 0-142-15,0 0-26 0,0 0-13 16,0 0 17-16,0 0-14 0,16 27-12 15,-13-20 22-15,0 1-26 16,2-3-16-16,3 1 55 0,2-1-7 0,6-2 13 16,5-3 53-16,3 0-50 15,0-5-51-15,-3-4 37 0,-2 4-69 16,-3-2 29-16,0 2-23 0,-8 0-6 16,-3 1-54-16,0 3 52 0,-5 0 2 15,3-1 0-15,-3 2 3 16,0-1-3-16,0 1-114 0,0 0 54 15,-3 2-23-15,-2 2-35 0,0 5 102 16,-3 1 16-16,2 4-16 16,4-1 16-16,-1 0 0 0,6-1-45 15,-1-1 44-15,4 1 1 0,2-1-28 16,2-1 28-16,-2 1-138 0,3-3-475 16,-1-1 69-16,1-3 137 0,-6-2-877 15</inkml:trace>
  <inkml:trace contextRef="#ctx0" brushRef="#br0" timeOffset="4933.34">29263 5565 2547 0,'0'0'293'0,"0"0"-148"16,0 0 69-16,0 0-74 0,0 0-22 16,0 0-38-16,29-45 11 15,-21 32-49-15,0-1-30 0,0 1 32 16,-2 2-44-16,-1-2-56 0,3 2 54 15,-3-1 2-15,0 3-73 0,1 1 70 16,-1 4-20-16,0-1-81 16,3 1 101-16,3 0-44 0,-1 2-100 15,-2 0 131-15,0 2-35 0,-2 5-61 16,4 4 111-16,1 2-31 0,-3 3-6 16,2 1 37-16,-4-2 1 0,2 0-23 15,-3 2 22-15,0-1 1 0,0-1 0 16,-2 0 48-16,0-2-48 0,-1-4-19 15,-2-3-42-15,0 1-55 0,-2 0-238 16,-4-1 69-16,-4 2-169 16,-1-3-823-16</inkml:trace>
  <inkml:trace contextRef="#ctx0" brushRef="#br0" timeOffset="5076.47">29356 5512 766 0,'0'0'665'16,"48"-10"-558"-16,-22 3-87 0,1 2-8 16,2-1-12-16,0 1-26 0,0-3 2 15,-10 3-58-15,-1-1-445 0</inkml:trace>
  <inkml:trace contextRef="#ctx0" brushRef="#br0" timeOffset="5279.39">29721 5422 864 0,'0'0'557'0,"0"0"-336"0,0 0 16 15,-21 37 49-15,19-24-221 0,-1 0 16 16,3 0-17-16,0 0-38 0,5-2 13 16,1 1 27-16,4-1-47 15,-2-2 10-15,5 1-9 0,1-2 12 16,-1-3-32-16,3 1-116 0,0-3-153 15,-1-2-166-15,-1 0-848 16</inkml:trace>
  <inkml:trace contextRef="#ctx0" brushRef="#br0" timeOffset="5637.49">29925 5560 2154 0,'0'0'530'0,"0"0"-378"16,0 0-49-16,0 0 51 0,19-44-23 15,-8 29 44-15,-1-3-38 0,1 1-106 16,-1 3 4-16,4 1-38 0,-4 1 3 16,3 0-48-16,-2-1 48 15,2 3 0-15,-2 0-44 0,2 5 41 16,0-1-16-16,-5 5-147 0,0 1 150 15,-3 0-25-15,1 2-87 0,2 7 112 16,0 2-32-16,0 3-55 16,-3 2 103-16,0 0-3 0,-2-4-29 15,0 1 32-15,-1 3 39 0,1-2-20 16,-1 0 23-16,4-1-42 0,-6 3 0 16,0-4 16-16,2-3-16 0,-2-1-20 15,-2-2-102-15,2-3-90 0,-8 0-389 16,0-1 35-16,0-2-258 0</inkml:trace>
  <inkml:trace contextRef="#ctx0" brushRef="#br0" timeOffset="5810.64">30034 5461 2297 0,'0'0'503'0,"34"0"-416"16,-10 4 35-16,0 1 9 0,-3-2-79 15,3 2-52-15,-3-1-10 0,-2 2 7 16,-3 0 3-16,-3 3-301 16,0-1-180-16,-5-3-607 0</inkml:trace>
  <inkml:trace contextRef="#ctx0" brushRef="#br0" timeOffset="13204.23">25566 7346 827 0,'0'0'606'0,"0"0"-209"0,0 0-297 16,0 0-41-16,0 0-4 15,0 0-13-15,0 0 7 0,0 0-10 16,3-15-39-16,-3 15 0 0,0 0 2 16,2 0 14-16,-2 2 0 0,3 1 49 15,0 2 6-15,-1 5 20 0,1 6 77 16,2 6-72-16,0 1-25 0,1 4-6 16,-4-5-43-16,-2 3-22 0,3-1 0 15,0 0 3-15,-3-3-3 16,5-1 4-16,-2-2 15 0,-1-3-19 15,4-4-178-15,-1-4 33 0,-2-2-20 16,2-3-159-16,0 0 110 0,0 0-92 16,3-2-111-16,-2 0 141 15,2-5-256-15</inkml:trace>
  <inkml:trace contextRef="#ctx0" brushRef="#br0" timeOffset="13450.21">25749 7351 1499 0,'0'0'205'0,"0"0"-88"0,0 0-23 15,0 0 36-15,0 0 0 0,42 22 119 16,-29-5-126-16,1 2-33 0,-4 1 3 16,1-1-61-16,-1 3-32 0,-2 0 13 15,3 0 12-15,-3 1-25 16,-3-4 4-16,3 0-4 0,-3-5 0 15,-2-2-26-15,2-4-64 0,-5-3 6 16,3 0-126-16,0-3 64 0,-1 2-48 16,-2-2-274-16,0-1 71 15,0-1 32-15</inkml:trace>
  <inkml:trace contextRef="#ctx0" brushRef="#br0" timeOffset="13688.01">25775 7352 2242 0,'0'0'77'0,"0"0"20"0,40-15 81 16,-16 8-65-16,2-1 9 0,3 2 74 15,3-2-90-15,0 4-33 16,-6 2-60-16,1 2 6 0,-9 0-19 15,1 3-143-15,-6 3-40 0,-2 2-81 16,-6 2-325-16,-5 1 43 0,0-1-144 16</inkml:trace>
  <inkml:trace contextRef="#ctx0" brushRef="#br0" timeOffset="13888.27">25828 7492 1739 0,'0'0'441'0,"0"0"-24"16,0 0-281-16,0 0-36 0,50-12 76 16,-26 6-57-16,5 1-65 0,-5-1-51 15,3 2 45-15,-6 0-48 0,3 1-53 16,0 1 51-16,-3-2-85 0,3 1-168 16,-3 0 103-16,0-3-83 0,-2 0-365 15,-1 0 112-15,-2 0 3 16,-3 0-391-16</inkml:trace>
  <inkml:trace contextRef="#ctx0" brushRef="#br0" timeOffset="14060.8">26289 7371 276 0,'0'0'414'0,"0"0"108"0,0 0-164 16,0 0-108-16,0 0 29 0,0 41-159 16,0-22 13-16,0 5 93 0,0 0-113 15,3-2 16-15,-3-3-65 0,5 1-42 16,0-6-19-16,1 0 13 0,-1-4 6 15,0-3-22-15,-2-3-131 16,2 1-68-16,-2-1-79 0,-1-2-475 16,1 0 53-16</inkml:trace>
  <inkml:trace contextRef="#ctx0" brushRef="#br0" timeOffset="14263.05">26146 7326 2215 0,'0'0'517'15,"0"0"-366"-15,0 0 0 0,0 0-100 0,0 0-50 16,0 0 2-16,50-16 55 16,-23 16-58-16,2 0-42 0,0 3 39 15,3 3-35-15,0 1-396 16,-9-2-210-16,1 0-511 0</inkml:trace>
  <inkml:trace contextRef="#ctx0" brushRef="#br0" timeOffset="15781.87">26927 7346 345 0,'0'0'485'0,"0"0"-32"15,0 0-293-15,0 0 19 0,0 0 22 16,0 0-107-16,0 0-16 0,0 0 0 16,0 0-55-16,0 0-10 0,14-21 32 15,-9 26 27-15,3 5 34 16,0 6 153-16,5 2-108 0,-2 3-64 15,2 1-26-15,-3 0 16 0,-2-2-35 16,3 5-32-16,-3-4 41 0,0 0-51 16,0-3-10-16,-3-5 10 15,0-4 0-15,-2-6 2 0,0 0 14 16,-1-1 6-16,4-1 4 0,-1-1 191 16,0-6 56-16,3-4-93 0,5-7-95 15,3-4-85-15,-2-3 37 0,-1 2-40 16,0 2 3-16,-2-1-167 0,-1 3 120 15,-2-1-89-15,0 2-271 16,0 1 124-16,0 4-103 0,-3 1-399 16,1 6 326-16,-4 1 120 0,1 2-62 15,0 0 242-15,-1 1 28 0,3 1 40 16,1 0 91-16,-4 2 0 0,4 5 52 16,-4 1 131-16,1 7 110 0,0 0 89 15,-3 4-291-15,0-3 68 16,0 3 180-16,0-3-157 0,0 2-30 15,-3 0 76-15,3-1-115 0,0-2-10 16,0-1 69-16,0-2-105 0,3 1-15 16,2-7 9-16,-2 2 32 0,5-2-41 15,2-2-23-15,3-1 93 16,3-1 6-16,3-2-61 0,-1 0 6 16,-4-2-44-16,4-1-29 0,-5-1-16 15,-2 1-80-15,-3 2-211 0,-3 0 101 16,-2 0-33-16,-1-1-286 0,1-2 103 15,-3 2-24-15,0 0-617 16</inkml:trace>
  <inkml:trace contextRef="#ctx0" brushRef="#br0" timeOffset="15965.79">27311 7442 1483 0,'0'0'471'0,"0"0"-292"15,0 0-66-15,45-17-39 0,-31 14 11 16,-1 0-5-16,-3 0-61 0,1 1-19 16,-3 1-61-16,-3 0-74 15,-2 0-31-15,0 0-230 0,-1 0 22 16,1 0 13-16,-3-1-428 0</inkml:trace>
  <inkml:trace contextRef="#ctx0" brushRef="#br0" timeOffset="16466.06">27383 7357 283 0,'0'0'423'0,"0"0"-149"16,0 0 0-16,0 0-43 0,0 0-85 16,13-35-103-16,-2 29 18 0,2 0 63 15,0 2 6-15,0 3 22 0,-2 1 59 16,-6 1-114-16,1 4-20 0,2 5 49 16,2 3-7-16,1 3-25 0,-3 0-17 15,-3 0-42-15,-2-3-35 16,2 1 13-16,-5 1-4 0,0 0-9 15,0-4 17-15,0 1 5 0,0-4-22 16,-3-3-3-16,1-1 3 0,2-3 0 16,0 0 3-16,0-1 35 15,0 0 26-15,-3-1 45 0,3-5-109 16,3-7-6-16,-1-4-173 0,4 0 105 16,-1-1 7-16,0 2-78 0,6-3 109 15,-1 6-9-15,4-2 0 0,1 2 45 16,-1 2 13-16,2 4 48 0,-6 0 33 15,1 5-24-15,-3 2-31 16,-3 0 3-16,-2 0-42 0,-1 3-7 16,4 4 7-16,-4 3 0 0,-2 2 0 15,0 5 10-15,-8 0-10 0,-2 0-2 16,-1-1 2-16,1-1 0 0,-1 0 1 16,3 1-2-16,0-1 1 0,0 1-36 15,5-2 36-15,1-2-35 16,2 0-13-16,0-1 48 0,5-4-1 15,3 1-18-15,3-1 19 0,2-3 19 16,3 3 74-16,2-5-48 0,-2-1-45 16,0-1-151-16,0 0 19 15,-3-2-100-15,0-4-348 0,1 2 46 16,-6-3 69-16</inkml:trace>
  <inkml:trace contextRef="#ctx0" brushRef="#br0" timeOffset="16905.37">27759 7385 1625 0,'0'0'549'0,"0"0"-449"15,0 0-77-15,0 0 90 0,0 0 58 16,13 43-48-16,-8-29-40 0,1-1 24 16,-1-2-53-16,-2 2-54 0,2-5 3 15,-2 1 23-15,-1-4-23 16,-2-1 10-16,3-1 6 0,-3 0-9 15,0-1 0-15,0-1 22 0,0-1 22 16,0-2 77-16,0-2-29 0,0-7-102 16,3-4-133-16,-3-1 88 15,2 0-31-15,1-2-133 0,2 3 148 16,-2-1-26-16,7 0-122 0,1 2 128 16,2 2 3-16,3-1 4 0,5 4 74 15,-2 0 16-15,2 6 317 0,-2 0-217 16,-4 3-36-16,1 1 13 15,-2 5-19-15,-4 3-42 0,1 4-22 16,-3 0 67-16,-3 3 6 0,-2 1 6 16,-3 0-16-16,0 1-63 0,-3 1 12 15,-5-1 7-15,0-2-29 0,-2-1-68 16,-1-3 66-16,0-1-37 0,1-1-111 16,2-3 102-16,0-4-52 0,3-1-157 15,-1-1 119-15,1-1-49 16,0 0-209-16,-1-3 133 0,4-3-72 15,2-5-166-15,5-4 103 0,3 1 0 16</inkml:trace>
  <inkml:trace contextRef="#ctx0" brushRef="#br0" timeOffset="17126.3">28061 7396 760 0,'0'0'228'16,"0"0"-140"-16,0 0 19 0,0 0 125 15,0 0 116-15,0 0-69 0,10 43-143 16,-12-30-32-16,-1 0 61 0,3-1-91 15,0-2 0-15,3 0 37 16,2 1-37-16,0-3-13 0,6 1 10 16,2-1-13-16,0-3-7 0,6-1 147 15,0-3-80-15,-1 0-89 0,3 0-29 16,-2-1-25-16,-3 0-84 0,-3-2-275 16,0 1 13-16,-5-1-131 0,-5-1-526 15,-1 1 252-15</inkml:trace>
  <inkml:trace contextRef="#ctx0" brushRef="#br0" timeOffset="17294.37">28151 7428 1835 0,'0'0'597'0,"0"0"-313"0,0 0-272 15,0 0 8-15,40-10 31 0,-27 6-12 16,0 1-39-16,-2 1-33 0,-6 1-58 15,0-2-151-15,-5 3-367 16,3-3 11-16,0 1-44 0</inkml:trace>
  <inkml:trace contextRef="#ctx0" brushRef="#br0" timeOffset="17780.56">28180 7340 735 0,'0'0'570'15,"0"0"-472"-15,0 0-56 16,0 0 108-16,45-25-46 0,-26 19-23 15,2 2 16-15,-3 2-28 0,-2 2 12 16,0 0 282-16,-5 3-267 0,-3 2-96 16,-3 0-74-16,-2-1 74 0,-1 3 65 15,4 3 132-15,-6 6-88 16,0-2-77-16,0 2-25 0,-3-5 31 16,-2-1-9-16,-1-1-22 0,1-3 25 15,2-1-19-15,1-1-10 0,-1 0 29 16,0 3-29-16,1-5 13 0,-1 0-32 15,0-2 10-15,3 0-17 16,0 0 10-16,0-3 13 0,0-3-77 16,0 0 39-16,0-2-20 0,0 1-61 15,6-1 15-15,-1 3-25 0,-2 0-10 16,5 4 103-16,-3 0 25 0,3 1 11 16,-3 1 55-16,3 2 48 0,-3 4 68 15,6 2-58-15,2 1-19 16,0 1 42-16,3 5-49 0,0-5-23 15,0 1-58-15,-3-5 55 0,1-1-13 16,-1-1-48-16,0-1 73 16,-2-4-15-16,-3 0-14 0,0 0 52 15,-3 0-23-15,-2-3-32 0,-1-1 64 16,4-2-29-16,-4-3-58 0,3-5 61 16,-2 1-79-16,-3-2-164 0,0 3 82 15,0-1-109-15,0 1-327 16,0 1 183-16,3-2-160 0,-1 4-540 15,4 2 504-15</inkml:trace>
  <inkml:trace contextRef="#ctx0" brushRef="#br0" timeOffset="18060.87">28675 7321 207 0,'0'0'371'0,"0"0"-45"16,0 0-261-16,0 0-6 0,0 0 358 16,0 0-212-16,0 0-117 0,0 0 64 15,0 0-80-15,-18 40 22 16,7-30 16-16,1 3-61 0,2-2-14 15,8-1 1-15,0-1-36 0,0-3-3 16,0 1-13-16,5-2 16 0,6 6 22 16,2-1 17-16,5 0-23 0,-2 2 0 15,3-2 43-15,-9-3 44 16,1 3-80-16,-3-2-23 0,-3-2-20 16,-2-2-2-16,-1 0-17 0,-2 0 20 15,3 1 19-15,-3 0 9 16,-3 0 43-16,-2-2 6 0,-3 2 16 15,-5-4-19-15,0 0-55 0,-1-1-64 16,4-2-85-16,5-2-90 0,-3 0-521 16,8 3 43-16,-6-9-47 0</inkml:trace>
  <inkml:trace contextRef="#ctx0" brushRef="#br0" timeOffset="18639.88">28869 7361 1072 0,'0'0'426'0,"0"0"62"0,0 0-265 15,8 34-38-15,-3-19-11 16,0 0-77-16,0 0-29 0,-2-4-39 16,2-1-4-16,-2-1-8 0,0-3-8 15,-3-2 39-15,2-3-28 0,-2 2-11 16,0-2 36-16,0-1-13 0,0 0 55 16,0 0 89-16,0-3-26 0,-2-3-55 15,-1-6-34-15,0-1-61 16,1-4 15-16,2 1-15 0,0-3 0 15,0 4-120-15,2-2 47 0,6 1-55 16,0 1-83-16,6 0 209 16,4-1-24-16,1 5 26 0,-1-1 80 15,3 6 61-15,-2 2 56 0,-3 3-103 0,-6 1-94 16,-2 0-156-16,-2 1 143 16,-4 3-22-16,1 1-45 0,0 6 80 15,-1 0 23-15,-2 3-11 16,-5-1 36-16,-3 0-48 0,0 0 29 15,0-1-26-15,0 2-3 0,0-2-13 16,3 2 10-16,0-3 3 0,2 0-12 16,3 0 9-16,0-1 3 0,0-2-54 15,3-2 52-15,2 0 2 0,0 0 0 16,6 1 32-16,-1-2-32 0,6 1-235 16,0-5 123-16,-5-1-29 0,-1 0-366 15,1-1 82-15,-6-3-138 16,1 0-525-16</inkml:trace>
  <inkml:trace contextRef="#ctx0" brushRef="#br0" timeOffset="18870.66">29200 7323 1373 0,'0'0'339'15,"0"0"-222"-15,0 0 113 0,-14 39-94 16,12-26 0-16,2 0 26 15,0-1-101-15,0 0 10 0,5 0 82 16,0-1-41-16,3 4 4 0,3-6-26 16,5 2 9-16,-3-3-7 0,3-1-28 15,0-2-42-15,0-2-22 0,0 0-111 16,-3-3 60-16,0 0-93 0,-5 0-313 16,0-1 89-16,-3-2-243 0,-5 2-711 15</inkml:trace>
  <inkml:trace contextRef="#ctx0" brushRef="#br0" timeOffset="19044.23">29274 7384 2191 0,'0'0'604'0,"0"0"-572"16,0 0 42-16,48-1 96 0,-30 0-58 15,-2-1-99-15,0 0 22 0,-3 2-35 16,-2-3 0-16,-3 2-142 15,-3 0-73-15,-2 0-152 0,-1-1-557 16,1 0 246-16</inkml:trace>
  <inkml:trace contextRef="#ctx0" brushRef="#br0" timeOffset="19482.93">29367 7275 1486 0,'0'0'338'16,"0"0"-146"-16,0 0-33 0,39-15 3 15,-31 14 35-15,-2 1-120 0,-1 0-9 16,0 0-13-16,0 3-29 0,1 3-25 16,-1 2 121-16,3 4 32 15,-5 4-52-15,2 2-47 0,-2 0-4 16,-1 1-32-16,1-4-13 0,-3 2 23 16,2 0-29-16,1-2 19 0,0-3-9 15,-1-1-10-15,1-3 13 16,-3-4-13-16,3-1 12 0,2-1-5 15,-2-1 79-15,5-1 2 0,2-1 77 16,6-7-36-16,0-3-82 0,0-1-21 16,0-2 21-16,-6 1-47 0,4-2 40 15,-4 3-36-15,3-3-4 0,-5 5-155 16,0 1 126-16,-2 4-27 0,-4 3-87 16,4-3 140-16,-4 2-9 0,1 1-87 15,-3 2 96-15,0 0-41 16,0 0-26-16,0 6 70 0,0 2 38 15,3 4-10-15,-3 2-15 0,2-1-13 16,1 0 26-16,-1-4-17 16,4 2-9-16,2 0 29 0,0-1 6 0,2-1-35 15,-2-1-121-15,3-1-32 16,-1-2-35-16,-2-2-256 0,-2 0 92 16,-1-2-252-16,-2-1-682 0</inkml:trace>
  <inkml:trace contextRef="#ctx0" brushRef="#br0" timeOffset="19812.03">29811 7311 1218 0,'0'0'716'0,"0"0"-353"0,0 0-172 16,0 0-101-16,0 0 58 0,-18 35 219 15,13-19-134-15,2 2-112 16,3-1 21-16,3-4-6 0,2-2-57 15,3 1-57-15,0-2 73 0,8-2-52 16,0-4-39-16,0-2 113 16,2-2-61-16,1 0-44 0,-1-4 69 15,-2-1-81-15,0-2 16 0,-5-1-16 16,-1-1 0-16,-5-1 25 0,1 1 9 16,-6-3-34-16,0 1-115 0,-3-3 114 15,-2 2-109-15,-3 2-217 16,3 1 248-16,-1 1-70 0,4 5-246 0,-1-1 251 15,3 1-71-15,-3 1-351 16,3 0 50-16,0 0-37 0,0 2-497 16</inkml:trace>
  <inkml:trace contextRef="#ctx0" brushRef="#br0" timeOffset="20186.09">30045 7361 468 0,'0'0'786'0,"0"0"-340"0,13 36-83 16,-11-23 120-16,-2-2-290 0,3 0-106 15,-3-2-42-15,0-2-22 0,0-2-20 16,0-1 13-16,0 2 26 0,-3 0-26 16,1-1-7-16,-1-2 17 0,1 0-10 15,2-3-16-15,-3 0 112 16,3-4-13-16,0-7-70 0,0-3-29 16,3-3-48-16,4 0-192 0,4-2 102 15,2 5-62-15,8-2-120 16,1 4 210-16,4 2 94 0,3 0 16 15,-2 1 2-15,-1 4 56 0,-5 1 114 16,1 3-75-16,-12 1-33 0,1 0-37 16,-6 0-27-16,-2 1-29 0,-1 3-42 15,-2 0 52-15,0 0 19 0,-5 4 103 16,-5 4-54-16,-4 1-43 0,1 4-6 16,0-2-13-16,2 2 7 15,6-4 6-15,0 2 13 0,2-3-13 16,3 0 1-16,0 0 8 0,5-1 11 15,3-1-4-15,3-2-16 0,2-2-32 16,0-3-292-16,3-2 176 16,-3-1-102-16,-5 0-827 0</inkml:trace>
  <inkml:trace contextRef="#ctx0" brushRef="#br0" timeOffset="20637.14">30399 7333 855 0,'0'0'883'15,"0"0"-552"-15,11 45-69 0,-8-32-13 16,2 1-149-16,0-1-23 0,1-1-35 16,-1-1 93-16,0-4-109 15,-2-1 0-15,-1-1-20 0,1-1-6 16,0-1-6-16,-1 2-30 0,-2-3-50 15,3-2 57-15,-3-2 29 0,3-7 0 16,-3-2-45-16,2-5 22 0,-2 1 21 16,3-1-59-16,0 1 3 15,-1-2-75-15,4 2-213 0,-1 0 152 16,3 3 109-16,5 3-107 0,0 1 121 16,3 2-1-16,0 4 69 0,0 0 2 15,3 2 1-15,-1 1 169 0,-2 2-3 16,5 5 12-16,0 0 230 15,-5 1-95-15,0 2-88 0,-5 3-30 16,-3 0-61-16,-3 1-16 0,-2-1 44 16,-3 3-4-16,0-3-98 0,-6 2-29 15,-4-2 4-15,-1-1-35 0,-2-2 25 16,0-4-25-16,-1-1 0 0,1 1-7 16,3-3 5-16,-1-1 2 15,0 0-321-15,6-2 60 0,0 1-116 16,0-2-846-16,2 0-388 0</inkml:trace>
  <inkml:trace contextRef="#ctx0" brushRef="#br0" timeOffset="20796.81">30786 7537 3022 0,'0'0'304'16,"0"0"-304"-16,0 0-23 15,0 0 23-15,0 0 0 0,0 0-239 16,0 0-308-16,0 0-829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3:36:16.89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15997 12779 276 0,'0'0'323'16,"0"0"-170"-16,0 0-9 0,0 0 110 15,0 0-105-15,0 0-18 16,0 0 93-16,0 0-113 0,0 0 6 16,-8-8 74-16,8 8-116 0,0 0-59 15,0 0-16-15,5 0 14 0,-2 0-1 16,-3 1 113-16,3 0-110 0,-1 3 33 16,-2 2 67-16,8 4-29 0,-5 5-3 15,2 5 7-15,0 0-37 16,-2 4-28-16,0 0-16 0,-1 1 32 15,1 5-20-15,0-3-12 0,-1 3 34 16,1-1-15-16,0-2-25 16,2-2 28-16,0-2-32 0,0-4 1 15,1-1 21-15,-4-2-22 0,6-3 16 16,-8-2-13-16,6-2-3 0,-4-4-19 16,1-2 18-16,0 0-66 0,-3-2-152 15,2 0 48-15,1-1-74 0,-3 0-355 16,0-2 69-16,0-2-124 15</inkml:trace>
  <inkml:trace contextRef="#ctx0" brushRef="#br0" timeOffset="581.51">15896 12914 882 0,'0'0'434'16,"0"0"-327"-16,-2-34 147 0,4 24-36 15,4 0-137-15,2 0 39 0,2-1 68 16,3 2-81-16,3-1-23 0,5 2 7 16,-2 0-10-16,7-1-1 0,-2 4 30 15,3 0-33-15,-1 3-16 0,-2 1-10 16,0 1 36-16,-6 3-46 0,-2 5-34 15,-5 2-14-15,0 1 7 16,-6 0-38-16,-2 2 36 0,-3-1 2 16,0-1 0-16,-3 1 19 0,-5-1-16 15,-3 1 16-15,1-1-6 0,-6-1-13 16,3 0-35-16,-3-3 33 16,2 0 2-16,4 0-22 0,2-2 19 15,3-3 3-15,2 0-70 0,-2 2 70 16,-1-1-35-16,6 0-81 0,0 1 94 15,6 0 2-15,4 1 20 0,9 2 23 16,-1 0-23-16,1-2 2 16,-3 4 11-16,5 1 32 0,-8-2 51 15,0 3-13-15,1 1-35 0,-1 1-48 16,-5 3 58-16,-3 0-45 0,0 3 6 16,-2 0 16-16,-3 0-32 0,-3 0 19 15,-4-1 4-15,-4-3-10 0,0-1-7 16,-5 1 39-16,1-3-32 15,-4-2 3-15,0-1 16 0,1-1-35 16,-1-1 13-16,1-4-13 0,2 0 0 16,0-3-121-16,3 0 60 0,2 0-70 15,-2-3-254-15,5-4 86 0,-3 1-129 16,4-2-652-16</inkml:trace>
  <inkml:trace contextRef="#ctx0" brushRef="#br0" timeOffset="940.44">16495 12934 91 0,'0'0'1047'0,"40"-23"-696"16,-22 13-113-16,-5 2 2 0,-5-1 68 15,0 2-114-15,-5 3-10 0,0 0 151 16,-3-1-98-16,0 2-68 15,0-3-33-15,-3 4-34 0,-2 1-102 0,-3 1-64 16,-11 2 61-16,1 8-13 16,-6 1-38-16,5 4 53 0,-2 0 1 15,2 2-41-15,4 1 41 0,-1 3 32 16,2 2-23-16,1 2 39 16,3 5-48-16,2-2 19 0,5 1-16 15,3-5-3-15,3-2 3 0,5-5 16 16,5 0-19-16,5-5 3 0,4-1 7 15,1-4-10-15,4-1 25 0,2-4-19 16,0 0-6-16,-2-2-161 16,-1 0 94-16,1 0-86 0,-4-2-347 15,-1-1 80-15,-1-5-131 0,-5 4-628 16</inkml:trace>
  <inkml:trace contextRef="#ctx0" brushRef="#br0" timeOffset="1544.49">16884 12920 2255 0,'0'0'449'15,"0"0"-299"-15,0 0-149 0,0 0-1 16,0 0 112-16,-13 49 26 0,8-27 12 16,-1 1-16-16,4 0-38 15,-1 0-74-15,0 3 16 0,1-2-38 16,2-4 0-16,0-2-13 0,0-1 13 15,2-5 0-15,1-6-19 0,0-1 19 16,-3-2 0-16,2 0 13 16,1 1-13-16,0-4 0 0,-1 0 22 15,1-8-44-15,2-3 22 0,-2-10-149 16,2-1 114-16,-5-4-32 0,5-2-87 16,-2 1 152-16,0 0-59 0,5-1-160 15,2 3 134-15,6 3-13 0,-3 0 35 16,6 6 65-16,-3-1 39 15,2 4 117-15,1 2 27 0,-1 3 22 16,-4 5 73-16,4 1-101 0,-7 2-79 16,-3 0-92-16,-3 2 13 0,-2 2-19 15,-1 3-72-15,4 4 72 0,-6 4 0 16,-3 3 3-16,-5 1-3 16,-5-3 0-16,-6-1 22 0,-2 3-16 0,0-2-6 15,-3 3-66-15,0-3 63 16,0 2-13-16,3-2-101 0,0 2 116 15,3-7-41-15,4 3-66 0,4-4 95 16,4-2 13-16,4 0-57 16,2-2 44-16,0-3 13 0,5 5 0 15,6 2 35-15,7 1 70 0,3-1 16 16,3 0 25-16,0-3-33 0,-5 0-37 16,2 1 34-16,-3-2-110 0,1 3 47 15,-3-3-47-15,2 1 0 0,-2 0-7 16,0-1 7-16,-3 0 0 0,3-1-132 15,-8 1 37-15,11-3-145 16,-9-1-302-16,4-2 108 0,-7 0-276 16,1-2-1101-16</inkml:trace>
  <inkml:trace contextRef="#ctx0" brushRef="#br0" timeOffset="1829.43">17528 12995 2535 0,'0'0'226'0,"0"0"-5"0,0 0 64 15,0 0-138-15,0 0-20 0,0 0-16 16,0 0 5-16,0 0-72 0,39-23-28 15,-23 20 50-15,6 1-66 0,-4 1 38 16,1 1-38-16,-3 0 0 16,-1 1-68-16,-4 4 46 0,-3-3-22 15,-3 0-390-15,1 2 188 0,-4 2-75 16,-2-2-614-16,3 2-52 0</inkml:trace>
  <inkml:trace contextRef="#ctx0" brushRef="#br0" timeOffset="2018">17456 13106 2496 0,'0'0'187'0,"0"0"-180"0,0 0 22 16,0 0 0-16,0 0 141 0,0 0 98 16,35 3-89-16,-14-6-58 0,5-1-96 15,-2 2 15-15,-5 2-40 0,5 0-174 16,-11 0-69-16,5-1-197 0,-4 0-1291 15</inkml:trace>
  <inkml:trace contextRef="#ctx0" brushRef="#br0" timeOffset="4923.54">18714 12356 1278 0,'0'0'104'0,"0"0"-104"0,0 0-91 15,0 0 22-15,0 0 69 0,0 0 119 16,0 0-25-16,-5 34 10 0,-3-14 69 16,-3 3-76-16,1-1-19 0,-1-1 29 15,1 2-65-15,-1-4 36 0,3 0-45 16,-2 0-33-16,4-5-20 15,1-1 18-15,0-5-1 0,2-1 1 0,3-4 2 16,0-1 1-16,0 1 1 16,0-1 1-16,0-2 49 0,3-7 19 15,5-6-42-15,0-5-29 0,2-4-19 16,-2 0 6-16,-3 0 12 0,3-3 2 16,-5 0 16-16,2 2-17 15,-2-3-13-15,0 0-19 0,-3 0-7 16,5 3 39-16,-2 4-65 0,2 0 39 15,0 4 0-15,-2 4 8 0,-1 5 18 16,1 0 0-16,0 3 88 0,-1 2 18 16,1 0-54-16,0 1-51 15,5 5-1-15,0 6 52 0,5 7 65 16,3 5-53-16,0-1 4 0,-1 1 6 16,-1 0-29-16,-1 1-13 0,0-1-22 15,-2 2 29-15,-1 1-33 0,1-1 1 16,-3-4 9-16,2-3-16 15,1-2 0-15,-6-5 16 0,1-6-14 16,-1-1 1-16,-2-2 29 0,-1-2 0 16,4 0 58-16,-1-4 112 0,0-5 18 15,3-9-55-15,-3-3-38 0,-2-4-124 16,0 0 47-16,2-2-50 16,-2-1 0-16,-1-2-12 0,4-1 12 15,2 1 0-15,-3 0-106 0,3 4 46 16,0 4-67-16,0 2-160 0,-3 8 147 15,0 4-24-15,-2 3-184 0,2 3 151 16,1-1-11-16,-1 0-295 16,3 2 122-16,-3 1-39 0</inkml:trace>
  <inkml:trace contextRef="#ctx0" brushRef="#br0" timeOffset="5344.22">19104 12260 1688 0,'0'0'32'0,"0"0"72"0,0 0 318 16,16 35-270-16,-11-22 0 16,3-3 45-16,-3 0-98 0,0 0-31 15,3-2-30-15,6-1 1 0,-7 2-39 16,7-2 22-16,-4-2-15 0,1-2-7 16,2-2 13-16,-5 0-33 0,-3-1-41 15,3 0-209-15,0-2 112 16,-2-1-26-16,-1-2-212 0,3-3 133 15,-6-4 3-15,4-2-186 0,-4-2 224 16,-2 3 49-16,3-2 7 0,-3 1 166 16,3 2 78-16,-3 4 105 15,0 1-56-15,2 4 88 0,-2-3 186 16,0 3-131-16,3 0 29 0,-3 3 99 16,0 0-326-16,3 2-69 0,-3 10 124 15,0 1-15-15,2 8 24 0,-2 2 43 16,0-1-50-16,0 0-40 0,0 0-41 15,0 0 19-15,0 2-67 16,0 0 3-16,0-1-3 0,0-3 0 16,0-1-57-16,6-1-17 0,-4-5-25 15,1-3-154-15,0-2 166 0,-1-5-77 16,1-2-176-16,-1-1 74 0,4 0-166 16,-1-5-486-16,0-2 285 0</inkml:trace>
  <inkml:trace contextRef="#ctx0" brushRef="#br0" timeOffset="5628.55">19432 12229 1686 0,'0'0'406'0,"0"0"-115"0,0 0 9 16,0 0-280-16,0 0-11 0,0 0 114 15,8 51-8-15,-8-29-15 0,0-1 2 16,0 1-22-16,0-1-70 0,3-2 12 15,-3 1-19-15,2-3-3 0,1 1-27 16,0-4 24-16,2-2 3 16,0-3-134-16,-2-5 64 0,2 0-30 15,-2-2-141-15,5-1 134 0,-3-1 1 16,3-5-117-16,0-4-20 0,-3-9-20 16,0 3-144-16,-2-5 270 15,0 1 10-15,-3 1-202 0,2-2 32 16,1 6-39-16</inkml:trace>
  <inkml:trace contextRef="#ctx0" brushRef="#br0" timeOffset="5812.57">19562 12260 919 0,'0'0'463'16,"0"0"-69"-16,0 0 115 15,0 0-393-15,0 0-6 0,0 0 42 16,24 46-52-16,-22-24-20 0,4 2 7 16,-1-2-13-16,3 1 3 0,-3-1-45 15,0 2 9-15,3 1-41 0,-2-3 1 16,2-2 9-16,-3 0-10 15,6-5-34-15,-6 0 15 0,0-5-81 16,0-2-163-16,-2-3 92 0,-3-2-78 16,0-2-501-16,0 0 89 0,-3-2-62 0</inkml:trace>
  <inkml:trace contextRef="#ctx0" brushRef="#br0" timeOffset="6264.79">19435 12235 2242 0,'0'0'0'0,"0"0"0"0,39-19 90 16,-17 11 11-16,1 3-8 0,1-1 17 15,0 1-36-15,3-2-29 0,-1 3-38 16,3-3 13-16,-2 4-20 0,-1 1-32 15,-2 2 30-15,-3 0-18 0,0 0-34 16,-5 2 21-16,3 4-67 16,-6-1-74-16,0 2 109 0,1-1-42 15,-7 2 62-15,1 2 43 0,-2 1 0 16,-4 1-15-16,-2 3 17 16,0 2 1-16,0 0 35 0,-5 4 45 15,0-2-6-15,-3 4 18 0,-3 0-47 16,1 0-21-16,-1 2 76 0,0-1-69 15,6-2-19-15,3-6-7 0,2-1 1 16,0-4-7-16,5-4 0 16,5 2 16-16,4-1 35 0,2-5 68 15,7 0 10-15,4-2-7 0,-1-1 6 16,6 0-58-16,-3-1-70 0,0 0 6 16,-2 0-9-16,-3 0 3 0,-3 1-59 15,-3 0 57-15,-2 0-137 0,-5 0-385 16,-3 0 61-16,-5 0-148 0,-3 0-709 15</inkml:trace>
  <inkml:trace contextRef="#ctx0" brushRef="#br0" timeOffset="6470.39">19970 12419 2523 0,'0'0'123'15,"37"0"-39"-15,-19-1 2 0,1-1-24 16,-1 0-14-16,-4-1-7 0,2 1 24 16,-3-1-65-16,-3 0-8 15,-2 0-11-15,-2 0-26 0,-4 0-316 16,1-1 171-16,-3 0-121 0,3 1-629 16,-9-5-218-16</inkml:trace>
  <inkml:trace contextRef="#ctx0" brushRef="#br0" timeOffset="6641.53">19986 12208 137 0,'0'0'1952'15,"0"0"-1473"-15,42-14-346 0,-13 12-14 16,3-3-13-16,0 2-13 0,5 1-29 16,2 1-35-16,4 1-1 15,-3 0-28-15,-1 2-76 0,-4 5 53 16,-6 0-192-16,-8 1-671 0,-5 1-405 15</inkml:trace>
  <inkml:trace contextRef="#ctx0" brushRef="#br0" timeOffset="7204.07">18558 12763 1208 0,'0'0'488'16,"0"0"-263"-16,0 0-40 0,0 0-10 15,0 0-82-15,0 0 11 16,0 0 51-16,-34 8-84 0,34-8-42 16,0 0-23-16,0 1 4 0,2 0 22 15,9 2 129-15,13 0-14 0,5 0-28 16,8-2-46-16,11-1 16 0,2 0-19 16,13 0-19-16,14-2 41 15,11-2-26-15,10 0 4 0,5 2 34 16,6 1-104-16,-1 0 31 0,6 1-31 15,3 0 0-15,-4 0-15 0,1 0 15 16,3 2 0-16,-1 1-38 16,-4 2 38-16,-6 0 0 0,-3 4-99 15,-10 0-94-15,-3-2-110 0,-16 1-462 16,-21-5-257-16,-11 0-389 0</inkml:trace>
  <inkml:trace contextRef="#ctx0" brushRef="#br0" timeOffset="7830.8">18751 12994 121 0,'0'0'1708'16,"0"0"-1624"-16,-2 50 62 0,2-30 71 15,0 2-165-15,0 1-16 0,2-2-36 16,1-3 16-16,2 2-14 0,1-7 22 16,4 0-11-16,-2-4-12 0,5-6 17 15,1 0-2-15,2-3 7 0,-1-6 41 16,4-4 11-16,2-2 18 0,0-4 7 15,3-3-26-15,3-4-20 0,-4-1 1 16,1 1 25-16,-2 0 0 16,-7 2-19-16,-1 6-58 0,-9-1-3 15,-5 5-365-15,0-1 133 0,0 7-53 16,0-1-402-16,-3 4 156 16,-5 0-105-16</inkml:trace>
  <inkml:trace contextRef="#ctx0" brushRef="#br0" timeOffset="8015.93">18897 13098 1014 0,'0'0'475'16,"-5"34"-192"-16,5-18 29 0,0-2-24 15,2 1-194-15,4-3-16 0,2-1 0 16,2-2-26-16,3-2 12 0,1 0-22 16,2-4-3-16,5-1-27 0,-3-2-12 15,4 0 0-15,-1-6-57 0,0-1-224 16,3-2 25-16,-3-4-107 0,0 2-502 15,-8 1 239-15</inkml:trace>
  <inkml:trace contextRef="#ctx0" brushRef="#br0" timeOffset="8307.18">19207 13053 1403 0,'0'0'698'0,"0"0"-468"15,0 0-49-15,0 0 6 0,0 0-64 16,-29 39-20-16,26-21 22 0,3 0-16 15,3-2-4-15,7-3-19 0,-2-3 6 16,6-1-15-16,4-4-27 16,1 0 42-16,2-5-48 0,0 0-40 15,3-5 71-15,0 0-31 0,-3-4-34 16,0-2 53-16,-5 0-63 0,-3-2 34 16,-5 1-9-16,0-2-25 0,-5 0 28 15,-3 0-75-15,-3-1 44 0,-2-1-306 16,-8 1 170-16,-1 2-65 15,1 0-111-15,0 3 119 0,2 1-53 16,3 5-259-16,6-2 297 0,2 4-98 16,0 0-43-16,0 1 49 0,0 1-199 15</inkml:trace>
  <inkml:trace contextRef="#ctx0" brushRef="#br0" timeOffset="8670.64">19517 12972 900 0,'0'0'479'16,"0"0"-95"-16,40-8 109 0,-38 7-309 15,1 1-26-15,-3 0 52 0,0 0-69 16,0 0-115-16,0 0 9 16,-8 2-22-16,-3 2 38 0,1 2-6 15,-4-2 25-15,9 2-38 0,0-4-19 16,2 2-22-16,3 1 9 0,0 2-90 16,3 4 87-16,7 1 3 0,6 1-29 15,3-1 29-15,2-5 0 0,-2 0-66 16,4-3 66-16,-1 3 0 0,-4-4 3 15,1 3 36-15,-6-2-39 0,0 3-21 16,-2-3 5-16,-6 2 16 16,-2-2-25-16,-1-1 25 0,1 0 0 15,-3 3-26-15,0-2 26 0,-3 4 29 16,-5 3 3-16,-7-3 10 0,-1-2 6 16,-3 3-26-16,6-6 26 15,2 2-48-15,3-3 16 0,0-1-17 16,6 0 1-16,-1-1-58 0,0 1 55 15,3-1-35-15,0 0-103 0,6 0 6 16,7-3-145-16,6-4-397 16,2-3 98-16,-3 5-158 0</inkml:trace>
  <inkml:trace contextRef="#ctx0" brushRef="#br0" timeOffset="8866.91">19967 13067 778 0,'0'0'492'16,"0"0"-362"-16,0 0 33 15,0 0 227-15,0 0-153 0,0 0-53 0,0 0 88 16,0 0-134-16,0 42-35 16,-8-27 29-16,0 3-71 0,3-4-1 15,2 1-44-15,1 1 23 0,2-3-39 16,-3-4-23-16,3-3 20 16,0 0 3-16,3-2-118 0,-3 3 9 15,2-3-65-15,1-2-255 0,-1-2 27 16,-2 0-236-16</inkml:trace>
  <inkml:trace contextRef="#ctx0" brushRef="#br0" timeOffset="9109.33">19766 13008 2505 0,'0'0'142'0,"0"0"-55"0,0 0 83 15,0 0-89-15,0 0 18 16,0 0-13-16,37-13 20 0,-11 9-23 16,6 2 18-16,3-1 14 0,4-3-36 15,6 0-57-15,6-2 72 0,7 0-68 16,3 2-17-16,-6-1 55 0,1 4-64 16,-14 2-157-16,-5 0-106 15,-13 1-348-15,-3-3-2141 0</inkml:trace>
  <inkml:trace contextRef="#ctx0" brushRef="#br0" timeOffset="12451.9">16076 14017 871 0,'0'0'130'16,"0"0"-62"-16,0 0 95 0,0 34 16 15,8-16-10-15,-5 4 27 0,2 0 60 16,-2 2-165-16,2 2-29 15,-2-2-28-15,0-2-32 0,-1-1 0 16,3-3 6-16,1-5-8 0,-4-3-16 16,1-3 12-16,-3-4-15 0,3-2 3 15,-3 0 15-15,2-1 1 16,-2 0 6-16,0-5 82 0,0-6-88 16,0-6-49-16,-2-2 17 0,-1-2 30 15,0 0 2-15,1 0 2 0,-1-1-1 16,0 0 12-16,-2 0-12 0,3-1-1 15,2-1-3-15,0 2 3 16,2 0-23-16,6 2 20 0,0 2-9 16,5-1 10-16,1 6 4 0,4 0 177 15,-2 3-14-15,0 1 9 0,2 3 26 16,-2 1-101-16,0 5-35 0,-3 1-32 16,-2 7 4-16,-6-4-36 0,3 4-20 15,-2 4 20-15,-1 5 0 0,-2-1 4 16,-3 4-4-16,-3-1 0 15,-8-1-13-15,1 1 13 0,-4-3 0 16,-1 3-45-16,-1-5 32 0,-3 3 10 16,1-4-63-16,-1 0 65 0,0-3-18 15,4-2-58-15,4 0 58 0,0-2-13 16,6-2-68-16,2-2 55 16,3 1-16-16,0-1-101 0,0 0 104 15,3 0 32-15,5-1 26 0,8 4 36 16,-5-2 70-16,10 1 30 15,-5 3-85-15,-3-1 7 0,0 6-54 16,-2-1-4-16,-3 2 0 0,2 2-8 16,-4-2 8-16,1 1 0 0,-1-1-117 15,2-2-106-15,-3-2-120 0,-2-2-398 16,2-4 298-16,-2-3-79 0</inkml:trace>
  <inkml:trace contextRef="#ctx0" brushRef="#br0" timeOffset="12799.38">16413 14130 382 0,'0'0'788'0,"0"0"-573"15,0 0 36-15,0 0 38 0,0 0-88 16,0 0 48-16,0 0-168 16,0 0-16-16,0 0 19 0,-29 14-16 15,23 7-30-15,4 1 17 0,2-4 9 16,0 3-15-16,5-1-30 15,0-5 48-15,3 2-38 0,5-4-26 16,1-3 36-16,2-2-20 0,-1-4-16 16,1-3 42-16,3-2-10 0,2-8 4 15,-2-2 50-15,2-2 10 0,-3-3-26 16,-2-1-12-16,-3-2-46 0,-5 1-2 16,-2 0 28-16,-6 1-41 0,0 0-12 15,-6 0-1-15,-4 0-54 0,-3 1-210 16,-6 2 114-16,3-1-91 15,-2 5-369-15,2 3 44 0,2-1 85 16,4 5 15-16,10 0 218 0,-3 1 78 16,1 0 20-16</inkml:trace>
  <inkml:trace contextRef="#ctx0" brushRef="#br0" timeOffset="13034.86">16757 13987 1450 0,'0'0'423'16,"0"0"-326"-16,0 0 40 0,0 0-8 15,0 0-57-15,37 9-11 0,-32 1 55 16,-2 3-28-16,2 2-27 0,-2 2 13 16,-3-1-10-16,8 0-15 0,-5 2-27 15,-3-1 17-15,5 0-39 0,-2 3 10 16,-1-1-23-16,1-1 13 15,-3 0-39-15,0-1-35 0,0 1-65 16,-5-3-433-16,-1-4 29 0,-2 0-125 16</inkml:trace>
  <inkml:trace contextRef="#ctx0" brushRef="#br0" timeOffset="13253.05">16643 14285 1332 0,'0'0'663'0,"0"0"-326"0,0 0-23 16,50-13-169-16,-34 12-30 0,3 1 43 15,-1-1-66-15,1 0-24 0,-3 0-65 16,2 0 19-16,-2 0-22 0,0 0-39 16,-3-2 37-16,1 2 2 0,-1 0-160 15,-2-1-113-15,-9 1-98 0,3-1-538 16,-2-2 202-16,0-1-81 0</inkml:trace>
  <inkml:trace contextRef="#ctx0" brushRef="#br0" timeOffset="13468.23">16670 13986 2104 0,'0'0'302'0,"0"0"-286"16,0 0 42-16,45-4-10 0,-29 4 65 15,2 0-80-15,1 3-33 0,4 0-33 16,-4 1 30-16,10 2-100 0,0 0-522 16,-8-3-101-16,6 0-407 0</inkml:trace>
  <inkml:trace contextRef="#ctx0" brushRef="#br0" timeOffset="13919.71">17562 14041 1599 0,'0'0'335'16,"0"0"-76"-16,0 0-201 0,0 0-55 15,0 0 98-15,43-2 145 0,-22 1-153 16,0 0-29-16,-3 1-25 15,4 0-16-15,-4 0-23 0,-2 0-36 16,0 4-2-16,-5-2-208 0,-1-1-532 16,-2 0-32-16</inkml:trace>
  <inkml:trace contextRef="#ctx0" brushRef="#br0" timeOffset="14109.71">17573 14085 1845 0,'0'0'383'0,"0"0"-234"15,0 0-127-15,0 0-6 0,45 2 36 16,-21-1-14-16,-6 2-38 16,1-2 0-16,2 3-84 0,-5-2-292 15,0-2-362-15</inkml:trace>
  <inkml:trace contextRef="#ctx0" brushRef="#br0" timeOffset="18370.4">18815 13540 261 0,'0'0'499'0,"0"0"-287"15,0 0-23-15,0 0 61 0,0 0-97 16,0 0 20-16,0 0 96 0,0 0-175 15,18-36-22-15,-18 32 76 16,0 2-80-16,0 1 7 0,0-1 25 16,-2 1-6-16,-1 1-62 0,1 0-32 15,-6 0-20-15,0 3-9 0,-8 4-19 16,0 3 47-16,-3 4-15 0,1-1-15 16,-1 1 29-16,3 3 2 0,-2 0 0 15,-1 6 68-15,6 0 0 16,2 2 0-16,1 3 2 0,2 0-31 15,8 1-16-15,0-1 11 0,3 1-34 16,7-5-7-16,3-1 5 0,3-5 2 16,8-2-19-16,0-5 19 0,5-1 0 15,-2-3 19-15,2-2-9 16,2-2-10-16,-4-3-119 0,-1 0-97 16,-4 0-127-16,-6-1-619 0,-6-2-15 15</inkml:trace>
  <inkml:trace contextRef="#ctx0" brushRef="#br0" timeOffset="19030.18">19130 13617 1372 0,'0'0'293'16,"0"0"-72"-16,0 0 52 0,0 0-144 16,0 0-48-16,0 0 64 0,0 0-38 15,0 0-17-15,0 0-90 0,13-29-22 16,-13 35 22-16,-5 3 9 15,0 8 88-15,-6 0-33 0,-2 4 7 16,2 1-13-16,1-3-58 0,-1-2 22 16,3 2-25-16,3-5 3 0,0 0-48 15,-1-5 45-15,6-2 3 0,-2-2-116 16,-1-3 7-16,3 2-37 0,0-2-199 16,0-2 98-16,0 0 36 0,0 0-46 15,3-7-68-15,-1-4 2 0,4-2-143 16,-4-3 342-16,-2-1 124 15,0 2 46-15,0 2 133 0,0-2-101 16,3 1-29-16,0 1 59 0,-1 4 84 16,1 3 69-16,-1 0-147 0,-2 5 94 15,3-1 182-15,-3 1-147 16,3 1-55-16,-1 0-113 0,1 3 2 16,2 7 4-16,3 2 51 0,3 7-48 15,0-3-10-15,2 1-16 0,-3-2-1 16,4-2-47-16,-4-2 3 15,1 0 12-15,5-2-5 0,-3-5-17 16,0 0 45-16,0-3-16 0,-2-1-26 16,2-4 65-16,-2-1-33 0,-3-4 13 15,0-2 35-15,0 0-26 0,-6 0-47 16,4-3 63-16,-6 2-57 0,0-1 0 16,0 1 10-16,-3 0-29 0,0 0-91 15,1 1 91-15,-4 2-95 16,6 0-144-16,-2 6 98 0,2 0-58 15,-3-2-201-15,3 4 134 0,0-1-45 16,0 1-418-16,3 0 120 0</inkml:trace>
  <inkml:trace contextRef="#ctx0" brushRef="#br0" timeOffset="19218.77">19329 13632 842 0,'0'0'437'15,"0"0"-40"-15,0 0 200 0,0 0-387 16,0 0-48-16,39 34 50 15,-23-23-112-15,-2-2-68 0,4-1-13 16,-5-2 26-16,6-2-45 0,-1 2-19 16,-4-3 19-16,4-2 0 0,-5-1-119 15,3 0-6-15,-2-1-53 0,-6-2-252 16,0-1 73-16,-3 1-46 0,-3 0-219 16,1 1 257-16,-3-6-53 0</inkml:trace>
  <inkml:trace contextRef="#ctx0" brushRef="#br0" timeOffset="19404.87">19551 13648 378 0,'0'0'333'15,"0"0"208"-15,0 0-222 0,0 0 38 16,0 0 181-16,0 0-409 0,0 0-87 16,0 0-10-16,0 0 62 0,0 0 2 15,-26 28 42-15,26-11-32 16,0 0-36-16,0-1-38 0,2-2 13 16,1 3-45-16,0-3-8 0,-1 0 8 15,4-3 0-15,-1-1-77 0,-2 0-32 16,2-6-35-16,-2 1-240 15,-1-2 100-15,3 0-102 0,-2 1-506 16,0-3 250-16</inkml:trace>
  <inkml:trace contextRef="#ctx0" brushRef="#br0" timeOffset="19642.08">19641 13634 1871 0,'0'0'256'0,"0"0"-42"16,0 0 119-16,0 0-317 0,0 0 26 16,0 0 54-16,6 34 1 0,-6-19-30 15,0 3-38-15,0-5 13 16,0 4-42-16,2-3 12 0,4 0-15 16,-6-4 3-16,5-2-54 0,-3-2 22 15,1-3-100-15,2 2-106 0,3-2 15 16,0-1-186-16,0-2-612 15,-2 0 58-15</inkml:trace>
  <inkml:trace contextRef="#ctx0" brushRef="#br0" timeOffset="19858.14">19819 13665 1744 0,'0'0'416'0,"0"0"-261"0,-3 44 13 16,3-28-55-16,0-4-45 0,0 1-16 16,0 0-43-16,8 0-6 0,-5-3-3 15,5-1 3-15,-3-2 7 16,-2-3-10-16,2 0-83 0,0 0-72 16,-2-1-107-16,2-1-342 0,-2-1-21 15,-3-1-174-15</inkml:trace>
  <inkml:trace contextRef="#ctx0" brushRef="#br0" timeOffset="20266.31">19694 13633 1974 0,'0'0'0'0,"0"0"-26"15,43-12 26-15,-25 9 0 0,1-2 35 16,5 1 76-16,-3-1-1 0,3 2-26 16,2 0 7-16,-2 1 28 0,0 2 14 15,-3 0-88-15,-3 3-45 16,-2 1-12-16,-2 3-2 0,-1 0 12 16,-3 0-9-16,-4 2-31 0,-1-1 41 15,0 2-1-15,-5 4 2 0,0-1-1 16,0 1 2-16,-2-3 1 15,-4 0 21-15,4 0-23 0,-4-2 2 16,4-4 17-16,-1 0-16 0,3-1 10 16,0-2-15-16,0 4 4 0,0-2 16 15,5-1 43-15,3 1 6 0,8-4 43 16,0 0-4-16,3 0-20 0,-1-4-76 16,-2 2 18-16,-3-1-28 0,3 1-43 15,-5 1 41-15,-1-2-91 0,-2 1-229 16,-5 2 51-16,0 0-244 15,-1 0-824-15</inkml:trace>
  <inkml:trace contextRef="#ctx0" brushRef="#br0" timeOffset="20468.9">20036 13669 1994 0,'0'0'763'15,"0"0"-656"-15,0 0-69 0,0 0-6 16,40-20 39-16,-24 17-20 0,-6 0-44 16,1-2 16-16,-1 3-23 0,-4 0-64 15,-1 1 38-15,-2 0-102 0,-1 0-246 16,-2-4 89-16,0 3-98 0,0 0-632 16,0 0 206-16</inkml:trace>
  <inkml:trace contextRef="#ctx0" brushRef="#br0" timeOffset="20629.02">20065 13565 1465 0,'0'0'417'0,"0"0"-38"16,0 0 128-16,0 0-314 0,0 0-94 15,0 0-54-15,0 0-6 0,0 0-36 16,50-14 16-16,-31 14-22 16,2 0 3-16,3 0-54 0,2 3 51 15,1-1 3-15,-3 4-147 0,-3 1-159 16,-3-2-250-16,-4-1-1249 0</inkml:trace>
  <inkml:trace contextRef="#ctx0" brushRef="#br0" timeOffset="20827.41">20399 13657 1755 0,'0'0'739'16,"0"0"-259"-16,0 0-323 0,0 0 3 15,0 0-93-15,42-11 22 0,-15 6-89 16,2 1 25-16,0 1-25 0,5 2 0 16,1 1-48-16,-1 0 47 0,-5 2-96 15,0 0-532-15,-7 2-361 16,-1-4-504-16</inkml:trace>
  <inkml:trace contextRef="#ctx0" brushRef="#br0" timeOffset="21656.96">20873 13557 1186 0,'0'0'195'0,"0"0"-176"0,0 0 313 16,0 0-69-16,16 37-32 0,-8-19 8 15,-3 3-149-15,0-1-25 0,1-1 76 16,1 1-77-16,-4-2-22 15,5-2-36-15,-3-4 23 0,3-2-29 16,-2-3 23-16,2-3-4 0,2-4 16 16,3 0 49-16,3-2 24 0,-2-7 4 15,1-1 25-15,1-1-13 16,0-3-92-16,-3-2-10 0,6-4 19 16,-3-1-41-16,2 0 19 0,-2-2-16 15,-5 5-3-15,0 1-57 0,-4 2 54 16,-4 5-187-16,-3 2-354 15,3 3 283-15,-3-1-114 0,-6 4-366 16,1 1 119-16,-5 1-79 0</inkml:trace>
  <inkml:trace contextRef="#ctx0" brushRef="#br0" timeOffset="21829.05">21056 13620 295 0,'0'0'707'16,"0"0"-391"-16,-6 47 6 0,6-35 175 15,3 1-287-15,0-2-74 0,-1 0 39 16,1 2-101-16,0-4-20 15,2-1-47-15,-3-3 6 0,4 2-13 16,2-3 2-16,0 2-3 0,0-3 1 16,5-1-61-16,0-2-75 0,0 0-90 15,-2-2-364-15,-3-6 60 16,0 4-213-16</inkml:trace>
  <inkml:trace contextRef="#ctx0" brushRef="#br0" timeOffset="22124.83">21270 13624 1820 0,'0'0'256'0,"0"0"-16"0,0 0 19 16,-11 44-143-16,11-31-10 0,3 0-22 16,0-5-1-16,7 1-19 0,1-4 36 15,2 2-1-15,3-4-19 0,3-3-55 16,-3-2 45-16,2-6-10 15,-2 1 17-15,3-3 18 0,-6-1-95 16,0 0 31-16,-5-1-2 0,-3 1-29 16,-2 0 25-16,-3 1-25 0,-3-1 0 15,-2 1-199-15,-6 0 110 16,-2 0-67-16,-3 4-216 0,0 1 227 16,3 2-71-16,5 2-240 0,3 1 239 15,0 0 41-15,2 0-286 0,3 0 48 16,0 1-117-16</inkml:trace>
  <inkml:trace contextRef="#ctx0" brushRef="#br0" timeOffset="22471.09">21490 13557 889 0,'0'0'576'16,"0"0"-328"-16,0 0-63 0,0 0-46 16,0 0-44-16,0 0-8 0,0 0 4 15,0 0-65-15,0 0 61 0,0 0 39 16,24 8-55-16,-27-3-16 15,3 2-20-15,0 0 7 0,0-1-32 16,0 3-1-16,8-1 24 0,5-3-11 16,8 4-9-16,1-4 103 0,2 2-52 15,-3-3-55-15,-3 3 56 16,-5-2-18-16,-2 2-47 0,-3 0 0 16,-3-3-1-16,-2 0-31 0,2 4 20 15,-5 1 12-15,0 6-46 0,-8-4 46 16,-5 2 0-16,0-4-4 15,-3-2 4-15,3-2 17 0,-3-1-5 16,5 1 8-16,-2-2-20 0,2-2-16 16,3 0 3-16,6 0-10 0,-4-1-144 15,6 0 84-15,-2 0-40 0,2-3-183 16,2 0-142-16,6-6-118 0,0 4-626 16</inkml:trace>
  <inkml:trace contextRef="#ctx0" brushRef="#br0" timeOffset="22670.26">21821 13649 1017 0,'0'0'258'0,"0"0"207"0,0 0-189 16,0 0-120-16,-3 44 99 0,1-31-168 15,2-3-25-15,0 1-46 0,0-2-13 16,2-2-3-16,1-3 0 15,-3 1-39-15,3 0-57 0,-3-2-218 16,0 0-56-16,0 0-76 0,0-2-806 16</inkml:trace>
  <inkml:trace contextRef="#ctx0" brushRef="#br0" timeOffset="22875.59">21636 13562 2041 0,'0'0'301'16,"0"0"41"-16,0 0-103 0,0 0-82 16,0 0-17-16,0 0-53 0,0 0-40 15,47-21-31-15,-23 20 61 0,-3 1-77 16,3 0-23-16,-8 0 11 16,0 0 12-16,0 0-192 0,0 0 32 15,-3 0-77-15,3-1-247 0,0-2 156 16,-3 0-218-16,-2 0-835 15</inkml:trace>
  <inkml:trace contextRef="#ctx0" brushRef="#br0" timeOffset="23081.15">21998 13436 1322 0,'0'0'251'0,"0"0"35"0,35-11 268 15,-19 11-324-15,-3 0-76 0,0 4 4 16,0 4-59-16,1 3-48 0,-4 2-44 15,1 3 6-15,-1 1-13 16,-2 2-7-16,3 1 7 0,-6 2 0 16,1 4-47-16,-4 2 46 0,-2 0 1 15,0 0-122-15,0-1 10 16,-2-6-130-16,-4-1-568 0,1-7 58 16</inkml:trace>
  <inkml:trace contextRef="#ctx0" brushRef="#br0" timeOffset="23829.38">18931 14052 1740 0,'0'0'474'16,"0"0"-180"-16,0 0-94 0,0 0-168 16,0 0-16-16,0 0 7 0,0 0 12 15,0 0 20-15,0 0 9 0,0 0 10 16,48 3-32-16,-27-1-33 15,3 3 87-15,3-3-9 0,4 1-49 16,1-2 10-16,8 0-48 0,5 2 25 16,5-2-12-16,6 0-13 0,7 1 0 15,6 0 0-15,5-2 0 0,9 0-30 16,7 0 27-16,5 0 3 0,11-1-32 16,10-2 32-16,9 1 38 0,5 1 4 15,10-1 25-15,0 1-67 0,9 1-20 16,2-1 20-16,5 0 0 15,0 1 4-15,1 0-4 0,-4 0 0 16,-2 0-8-16,-5 1-17 0,-9 5 25 16,-1-2-249-16,-12-2 66 0,-10 3-51 15,-13-3-387-15,-33-1-65 16,-12-1-652-16</inkml:trace>
  <inkml:trace contextRef="#ctx0" brushRef="#br0" timeOffset="24499.41">20046 14253 1617 0,'0'0'115'15,"0"0"-113"-15,0 0 366 0,0 0-164 16,0 0-39-16,11 45-3 0,-3-27-69 16,-3 0-12-16,3-3-30 0,0-2 33 15,0-1-52-15,0-1-32 16,0-2 25-16,3-3-15 0,-1-2 0 15,3-2 47-15,-2-2-18 0,0-2 38 16,2-6 60-16,0 1-16 0,3-2-54 16,0-3 5-16,0-4-72 0,0 1 22 15,2-2-22-15,-5 0 0 0,1 4-86 16,-6 1-6-16,0 0-122 0,-3 2-357 16,-2 3 170-16,-3 3 25 0,0-2-83 15,0 4 238-15,-3 0-20 16,-2 0-277-16,-3 2 97 0</inkml:trace>
  <inkml:trace contextRef="#ctx0" brushRef="#br0" timeOffset="24660.32">20216 14298 665 0,'0'0'369'15,"0"0"12"-15,0 0 236 0,-16 40-361 16,16-30-91-16,0 2 3 0,3-2-100 16,2-5-7-16,-2 2-39 0,2-4-2 15,6 4-18-15,2-3 8 16,5 1 11-16,-2-3-21 0,3-1-174 15,-1-1-39-15,-2-7-137 0,3 2-642 16,-9-1-8-16</inkml:trace>
  <inkml:trace contextRef="#ctx0" brushRef="#br0" timeOffset="24970.33">20457 14290 1620 0,'0'0'425'0,"0"0"-101"15,0 0 31-15,0 0-213 0,0 0 2 16,0 0 39-16,-32 41-52 0,32-32-74 16,0-2-9-16,6 0 56 15,4 1-24-15,9-4-61 0,-1 1 66 16,1-5-79-16,2 0 32 0,0-6-16 16,0 0 19-16,-2-2-3 0,-3 2 44 15,-6-1-82-15,-2 1 25 16,-2 1-19-16,-4 0-6 0,1-3 12 15,-3-3-55-15,0-1 43 0,-3-1-246 16,-7 0 170-16,-1 3-57 0,-2 2-176 16,2 0 216-16,3 5 16 0,3 1-87 15,2 1 110-15,1 0-27 0,-1 1-225 16,3 0-116-16,0 0-215 0,0 0-520 16</inkml:trace>
  <inkml:trace contextRef="#ctx0" brushRef="#br0" timeOffset="25342.01">20772 14248 228 0,'0'0'737'0,"0"0"-620"15,0 0-81-15,0 0 221 0,0 0-45 16,0 0-7-16,0 0 152 0,-50 16-147 16,37-12-29-16,-1 0 42 0,9 0-117 15,0-1-16-15,5 0-55 16,0 0-32-16,0 3-3 0,0-2-48 15,5 3 48-15,11 0 16 0,5 1 4 16,6 1-11-16,-1-2-9 0,1 0-52 16,-1 0 20-16,-2-3 28 0,0 2-8 15,-3 0 10-15,-3 2-18 0,-4-1-115 16,-1-3 135-16,-5-1 0 0,-3 1-40 16,-2 0 40-16,-3-1-32 0,0 2-3 15,-8-1 35-15,-8 0 42 16,-3 1-7-16,1-3 10 0,-3-2-13 15,2 0-3-15,3 0 29 0,3 0-32 16,2 0-23-16,4-2 23 0,4 1-26 16,0-1 1-16,3-1 21 15,0 1-22-15,3-2-99 0,7-2-56 16,9 0-35-16,5-1-276 0,-3-1 66 16,6 2-121-16</inkml:trace>
  <inkml:trace contextRef="#ctx0" brushRef="#br0" timeOffset="25531.03">21114 14310 750 0,'0'0'521'0,"0"0"-283"0,0 0-20 16,0 0-88-16,0 0 35 0,0 0 98 15,0 0-121-15,0 0 4 0,0 0-5 16,21 34-89-16,-21-27-26 0,-3 1-20 16,3-1-6-16,0 1-1 0,0-4-12 15,0 1 11-15,0-2-11 16,0 0-141-16,-2-1 11 0,2-2-70 15,0 0-248-15,-3 0 3 0,0-2-112 16</inkml:trace>
  <inkml:trace contextRef="#ctx0" brushRef="#br0" timeOffset="25720.38">21003 14227 1299 0,'0'0'375'0,"0"0"83"15,0 0-209-15,0 0-75 0,0 0 39 16,0 0-103-16,42-13-17 0,-21 11 9 16,6 2-6-16,-1-1-19 0,1 1-55 15,7-2 17-15,0 1-36 0,1 0 25 16,2 1-28-16,-3 0-19 0,-2 0-400 16,0 0 10-16,-11-3-353 0</inkml:trace>
  <inkml:trace contextRef="#ctx0" brushRef="#br0" timeOffset="28376.81">15994 15184 209 0,'0'0'577'0,"0"0"-277"0,0 0 6 15,0 0-209-15,0 0-48 0,0 0-49 16,0 0 24-16,0 0-4 0,8 7 262 16,-8 7-67-16,0 3-50 15,-5 3 42-15,-3 3-130 0,8 0-25 16,-5 0 0-16,-3 1-36 0,2-1-14 15,1-3 21-15,0-3-7 16,2-3-16-16,3-5-7 0,-2-3 7 16,2-3 0-16,0-1 4 0,0-2 2 15,0 0-6-15,0 0-35 0,0-4 15 16,2-6-61-16,6-7-70 0,-3-3 66 16,1 0 21-16,-1 0-43 15,0 2 29-15,-2 2-3 0,2-2-133 16,-2 3 38-16,0-1-36 0,-1 1-94 15,-2 3 72-15,6 3-11 0,-6 3 138 16,2 2 107-16,1 0 75 0,-1 0 446 16,-2 2-205-16,3 0-30 0,0 2-212 15,-1 6 46-15,4 4 39 0,-1 5 42 16,0 4-136-16,3-1-4 0,0 1 11 16,-3-1-53-16,1-1-16 15,-1 1 13-15,0-1-12 0,-5-4-4 16,8-2 3-16,-5-2-3 0,-3-5 0 15,3-2 2-15,-3 3 8 16,2-5 12-16,-2 2 1 0,3-2 64 16,-3 0 113-16,0-5 120 0,3-6-237 15,2-6-83-15,3-3 20 0,0-2-20 16,2-2 0-16,4 1-59 0,-1-1 56 16,0 2-10-16,3 0-205 15,-3 5 64-15,0-2-207 0,-2 5-955 16,-3 3 182-16</inkml:trace>
  <inkml:trace contextRef="#ctx0" brushRef="#br0" timeOffset="29175.52">16302 15202 801 0,'0'0'528'15,"0"0"-70"-15,0 0-367 0,0 0-87 16,0 0-4-16,0 0 159 16,0 0 6-16,0 0 62 0,-14 42-143 15,9-24-29-15,-3-2-14 0,3 0-18 16,-1-1-23-16,1 1 3 0,0-2-3 16,2-3 0-16,1-3-13 0,2-2 12 15,0-4 1-15,0 2-2 16,0-3 2-16,0 0 16 0,0-1 33 15,0-2-1-15,5-8-48 0,0-4-130 16,-2-2 27-16,2-3 22 0,0 4-36 16,-5-1 43-16,3 1-33 0,-3 0-136 15,0-1 57-15,0 1-19 0,3 2-247 16,-1 0 256-16,1 5 115 0,0 1 55 16,-3 5 26-16,2-1 19 15,-2 2 209-15,3 0-81 0,0 1-46 16,-1 2 182-16,1 8-81 0,0 6-10 15,-1 1 100-15,3 3-195 0,-2-3-52 16,-3 0 36-16,8 1-36 16,-5 1-3-16,-1 0-26 0,4-2 33 15,-1-1-49-15,0-3 2 0,1-4-2 16,-4-3 2-16,1-3 8 16,-1-1 9-16,4-1-6 0,-4-1 58 15,4 0 80-15,-1-6 23 0,0-5-2 16,3-6-60-16,-2-1-64 0,2-4-42 15,-8 2 36-15,7 0-42 0,-4 3-65 16,0-3 30-16,-1 1-157 0,4 3-413 16,-4-1 217-16,4 4-275 0,-4 2-728 15</inkml:trace>
  <inkml:trace contextRef="#ctx0" brushRef="#br0" timeOffset="29530.16">16460 15216 1869 0,'0'0'149'16,"0"0"-55"-16,0 0 172 0,8 46-185 16,-5-33 12-16,0 2 27 15,5 0-66-15,-3 0 11 0,3 0 25 16,0-3-52-16,0-1-12 0,0-3-23 15,-3-4 36-15,0-2-20 0,1 1 10 16,2-2 45-16,-1-1 50 0,1-1 137 16,6-7-68-16,-4-5-82 0,3-4-61 15,1-2 41-15,-6-1-72 0,0 1 9 16,0 2 19-16,-3-3-47 0,0 0 10 16,-2 3-26-16,-1 0 16 15,9 3-336-15,-6 1 139 0,1 4-57 16,-4 5-99-16,1-2 134 0,2 3-75 15,-2 2-364-15,0-1 72 0,2 2 74 16</inkml:trace>
  <inkml:trace contextRef="#ctx0" brushRef="#br0" timeOffset="30345.64">17512 15105 1219 0,'0'0'235'0,"0"0"67"16,0 0-36-16,0 0-71 0,0 0 64 16,0 0-133-16,0 0-23 15,0 0-36-15,0 0-34 0,0 0-1 16,18-11 39-16,-2 9 25 0,3 2-16 15,-1 0 3-15,1 0-9 0,-3 0-58 16,8 2 6-16,-6 0-22 16,3 1 0-16,-5 0-70 0,0 2 34 15,0-2-127-15,-5 1-297 0,-6-2 104 16,0-1-105-16,-5 0-646 0,0 1 481 16</inkml:trace>
  <inkml:trace contextRef="#ctx0" brushRef="#br0" timeOffset="30549.82">17501 15193 349 0,'0'0'1926'16,"0"0"-1670"-16,0 0-231 0,0 0-8 16,0 0 115-16,0 0 32 15,45 0 9-15,-26 1-80 0,-1 1-35 16,1 2-49-16,-3-2 1 0,0 1-10 15,2 0-90-15,-2 1-3 0,3 0-106 16,-3-1-346-16,-3-1-39 16,-3-2-503-16</inkml:trace>
  <inkml:trace contextRef="#ctx0" brushRef="#br0" timeOffset="38298.29">18749 14963 1062 0,'0'0'241'0,"0"0"-43"0,0 0 28 16,0 0-226-16,0 0 0 0,0 0 110 16,0 0 7-16,0 0 6 0,0 0 65 15,2 42-103-15,-2-21-8 0,3 6 56 16,-3 2-59-16,0 1-10 16,0 0 14-16,0 1-56 0,0 2-9 15,-3 0-7-15,3-4 4 0,0-1-10 16,0-9-103-16,0-1-6 15,0-4-24-15,3-4-71 0,-3-3 62 16,0-5-11-16,0-1-197 0,0-1 57 16,-3 0-66-16,1 0-469 0</inkml:trace>
  <inkml:trace contextRef="#ctx0" brushRef="#br0" timeOffset="38549.5">18648 15010 1180 0,'0'0'319'16,"0"0"-49"-16,0 0-56 16,0 0 39-16,50-28-97 0,-28 19-53 15,4 1 36-15,1 0-36 0,2-1-26 16,2 1-16-16,1 2-22 0,-3 2-39 15,-2 2-37-15,-6 2 35 16,-5 1-74-16,-3 3-356 0,-5 0-12 16,-5 0-28-16,-3 1-469 0</inkml:trace>
  <inkml:trace contextRef="#ctx0" brushRef="#br0" timeOffset="38751.47">18688 15146 2161 0,'0'0'74'0,"34"-10"-9"0,-13 2 45 16,1 2-81-16,1 1 26 16,-1 3-39-16,-1 1-16 0,0-1-39 15,-2 1-245-15,-1 1-174 0,-5 0-105 16,-2 0-376-16</inkml:trace>
  <inkml:trace contextRef="#ctx0" brushRef="#br0" timeOffset="39250.03">18969 15132 466 0,'0'0'799'15,"0"0"-584"-15,-6 44-10 0,4-30-53 16,2 1-97-16,0-2 4 0,0 0-42 15,0 0-7-15,0-2-10 0,0-1-15 16,0-2 14-16,0-3-1 0,0-2-34 16,-3 1-6-16,3 0 12 0,-3-3 23 15,1 1 7-15,-4-2 52 0,4-5-37 16,-1-3-14-16,-2-2-2 16,2-8-33-16,3 0-5 0,3-3 4 15,2 2 35-15,3 0-4 0,5 1-28 16,3 0-7-16,3 1 13 0,2 1 26 15,0 2 84-15,-2 3 150 16,2 1 29-16,-5 5 41 0,-6 3-220 16,-2 2-75-16,-2 0-9 0,-4 0-22 15,1 5-4-15,-1 0-19 0,-2 3 42 16,-2 3 2-16,-6 5 1 0,-5 1 0 16,-3-3 0-16,0 0-99 15,0-2 57-15,3-1 39 0,-3 0 3 16,5 1 7-16,-2-3-7 0,5-1-7 15,3-2 4-15,2-1 0 0,0 0-20 16,1 0 21-16,2 0 1 0,0 0 1 16,0 0 39-16,2-1 67 0,4 3 107 15,2-3-113-15,0-1-78 0,0 2-15 16,0 0 9-16,2 1-16 16,3 2-47-16,1 0 43 0,-1 0-82 15,0-2-208-15,-2-1 32 0,-1-1-85 16,-4-4-695-16,-4 0 305 15</inkml:trace>
  <inkml:trace contextRef="#ctx0" brushRef="#br0" timeOffset="39545.78">19244 15102 1200 0,'0'0'420'16,"0"0"-251"-16,0 0-4 0,0 0-90 16,0 0-30-16,0 0 20 0,-26 51 65 15,20-31-69-15,1 0 7 0,2-1 32 16,1 1-3-16,2-2-74 16,0 0 25-16,5-2-17 0,0-4-31 15,6-1 0-15,-1 0 13 0,4-4-13 16,-1-1 23-16,5-2 60 0,-2-3-57 15,-2-1-26-15,1 0-1 0,-4-1-141 16,0-2-229-16,-3 1-21 16,-6-1-154-16,1 1-739 0</inkml:trace>
  <inkml:trace contextRef="#ctx0" brushRef="#br0" timeOffset="39752.08">19236 15195 1990 0,'0'0'305'0,"0"0"-157"0,0 0-95 15,0 0-21-15,0 0 27 0,42-7-34 16,-26 3-8-16,-2 2-17 16,-4-1-9-16,-2 2 8 0,-3 0-43 15,-2 1-344-15,0-1 47 0,-3-1-17 16,0 1-459-16,0 0 178 0</inkml:trace>
  <inkml:trace contextRef="#ctx0" brushRef="#br0" timeOffset="40049.43">19273 15077 1050 0,'0'0'163'0,"0"0"-43"0,45-19 4 16,-26 13-111-16,-1 1-13 0,-2-1-21 15,0 2 20-15,0 0-18 0,-3 1 19 16,-5 2 1-16,0 0 80 0,-3 1 153 16,-2 0-75-16,0 1-3 0,-1 3 65 15,1 3-115-15,0 5-15 0,-3 4 67 16,0 1-10-16,-3 2-26 16,0-1 16-16,1 1-48 0,2-1-36 15,-3 0-50-15,3 1 28 0,0 1-32 16,0-2-6-16,0-2 3 0,3-2 3 15,2-4-93-15,-2-4-3 0,2-2-67 16,-2-2-337-16,2-2 33 16,0 0-83-16,0 0-551 0</inkml:trace>
  <inkml:trace contextRef="#ctx0" brushRef="#br0" timeOffset="40326.23">19488 15184 1384 0,'0'0'572'0,"0"0"-121"0,0 0 113 16,0 0-350-16,8-33-73 0,0 26-24 15,2-1-9-15,6-3-79 0,3 3-1 16,-1-1-40-16,1 3 12 0,-3 0-76 16,-3 1 60-16,0 0 16 0,0 1-54 15,-5 2 22-15,-2 2 32 0,-1 0-194 16,-3 0 126-16,1 0-18 16,-3 3-65-16,0 3 136 0,0 4 14 15,-3 6 2-15,-2 1 54 0,0 4 54 16,0-1-10-16,-1 0-22 0,1-1-29 15,2 0-13-15,3 0 17 16,0-1-52-16,6-2-35 0,-1-1 19 16,3 0 16-16,2-2-118 0,-2-2 15 15,0-2-108-15,6-3-299 0,-6-3 57 16,-3-2-185-16</inkml:trace>
  <inkml:trace contextRef="#ctx0" brushRef="#br0" timeOffset="40562.93">19795 15160 2028 0,'0'0'450'0,"0"0"-211"16,0 0-210-16,0 0 86 0,-5 45-18 15,2-26 25-15,3 0-33 0,0-3-89 16,0 1 26-16,0 1-26 0,3-3 0 15,-3 3-16-15,2-3-10 0,1-1-6 16,2-3-102-16,-5-5 28 16,3-2-110-16,-3-1-275 0,0-2-6 15,0 0-275-15</inkml:trace>
  <inkml:trace contextRef="#ctx0" brushRef="#br0" timeOffset="40919.91">19662 15134 2156 0,'0'0'350'0,"0"0"-111"16,0 0-201-16,0 0-35 16,0 0 46-16,48-9-17 0,-29 6-22 15,-1 3-7-15,-2-1 13 0,0 1-16 16,3-1-61-16,-6 1 61 0,3 0-1 15,-3-2-80-15,-3 1 39 16,4 1 7-16,-4-1-78 0,-4 1-19 16,-1 0 31-16,0 0-19 0,1 0 95 15,-1 0-5-15,0 1 28 0,-2 2 2 16,2 2 3-16,-2 0 108 0,-1 5-8 16,-2 4-32-16,3 4 81 15,-3-1-36-15,0 1-42 0,0-2 32 16,0 0-61-16,3-1-45 0,-1 0-10 15,-2 0 10-15,3-3 0 0,2-1-115 16,1-4 44-16,-4-1-109 0,1-1-351 16,2-3 86-16,-2 1-138 0</inkml:trace>
  <inkml:trace contextRef="#ctx0" brushRef="#br0" timeOffset="41406.93">20052 15153 1802 0,'0'0'450'0,"0"0"-259"15,2 35 32-15,-2-16 44 0,-2-3-148 16,2 0-68-16,-3-2-32 16,3-1 12-16,0-1-31 0,0-3-32 0,0 0 32 15,0-6 0-15,3 0-32 16,-3 2 30-16,2-5 2 0,-2 2-141 15,0-2 80-15,3 0 13 0,0-2-65 16,-3-7 49-16,2-2-23 0,-2-3-52 16,0-2 42-16,0-1 3 0,3 0-136 15,0 2 32-15,-1 0-50 0,4 0-351 16,2 3 303-16,-3 5 178 16,3 1 118-16,-3 1 196 0,6-1 101 15,5 2 243-15,-1 0-290 0,1 4 3 16,0 2 197-16,0 5-227 0,0 3-72 15,-3 2 9-15,-2 1-6 16,-1 2-33-16,-2 3-3 0,3-1 9 16,-6 0-39-16,1 1-22 0,-4-3 42 15,-2 1-108-15,0-1 34 0,-2-3-31 16,-6 2-3-16,-3-3 19 16,0-1 13-16,-4-2-32 0,-1-2 34 0,-3-1-23 15,1 1-11-15,-1-3-166 16,-2-3 164-16,2 0-102 0,3 0-95 15,1-4 138-15,-1-1-139 0,2-1-436 16,4 1 135-16,5-2-244 0</inkml:trace>
  <inkml:trace contextRef="#ctx0" brushRef="#br0" timeOffset="41734.86">20346 15150 2255 0,'0'0'210'0,"0"0"-49"0,0 0 136 15,-13 51-118-15,13-30-54 0,-3-1-58 16,3-4-16-16,0 1-51 0,0-2-13 16,0 0 13-16,0-4 0 0,3-1-112 15,-3-5 64-15,2-1-41 0,1-1-164 16,2 0 125-16,0-2-105 16,1-1-259-16,2-1 382 0,2-8-128 15,-2 3-948-15</inkml:trace>
  <inkml:trace contextRef="#ctx0" brushRef="#br0" timeOffset="42218.84">20446 15183 695 0,'0'0'1094'16,"0"0"-786"-16,0 0 187 16,-18 45-263-16,15-28-68 0,1 0 73 15,2-4-56-15,2 1-31 0,4 1-106 16,1-1 51-16,4-2-54 0,5-1-3 15,2-2 100-15,4-3-100 0,-1-3-19 16,3-3 59-16,0 0-78 0,-1-1 42 16,-4-3-20-16,-1-1-22 0,-4 0-99 15,-6 2 68-15,-3-2-60 0,-2 0-98 16,-1-1 189-16,1-1-19 16,-3-2-76-16,-3 2 93 0,-2 1 2 15,-6-4-13-15,-2 3 13 0,0 1 0 16,-3 1 4-16,5 2 37 0,3 1-3 15,0 1-32-15,6 1 67 16,-1 0-73-16,1-3 16 0,2 3-39 16,0 0 23-16,0 0-155 0,2 0 155 15,6 0-1-15,5 0 14 0,6 3-38 16,-3-3 18-16,0 1-164 16,-6-1 129-16,1 1-5 0,-3 0-17 0,-3-1 64 15,-2 1 0-15,-1 0-6 16,4 1 6-16,-4 0 13 0,1 1 51 15,0 2 57-15,-3 2 12 0,0 4-3 16,-3 2 9-16,0 0-130 0,1-3 39 16,-1-2-36-16,3-3-12 0,0 2-53 15,-3-2 31-15,3 2-29 16,-2-2-221-16,2 0 132 0,0-2-77 16,-3 0-481-16,0 0-123 0,1-3-608 0</inkml:trace>
  <inkml:trace contextRef="#ctx0" brushRef="#br0" timeOffset="44547.97">21265 15131 267 0,'0'0'428'0,"0"0"158"15,0 0-296-15,0 0-59 0,18 51 100 16,-10-31-179-16,0 0-3 0,0 1-43 15,-3-1-57-15,3 1-43 0,0-4-3 16,-2 0-3-16,2-5 0 0,-3-5 4 16,-2-3-4-16,2-2 2 0,-5-1 43 15,5-1 87-15,3-1 42 16,-3-6 120-16,6-5-125 0,-3-5-74 16,3 0-57-16,-4 0 26 0,1-2-64 15,0 1 22-15,0 0-3 0,0 2-19 16,-2 0-54-16,1 2 32 0,-4 1 15 15,2 2-253-15,1 1 132 16,-4 2-41-16,1 3-172 0,0 2 95 16,-3 1-133-16,2 1-567 0,-2 0 141 15</inkml:trace>
  <inkml:trace contextRef="#ctx0" brushRef="#br0" timeOffset="44873.17">21540 15150 1119 0,'0'0'303'16,"0"0"-59"-16,0 0-137 0,0 0 56 15,0 0 164-15,11 33-175 0,-11-11 13 16,2-3 54-16,-2 4-138 0,0-5-17 15,0-2 45-15,0 2-77 16,6-2-26-16,-4-1 10 0,4-6-9 16,-4-3-7-16,6-1 3 0,0 2 35 15,3 0-31-15,2-2 6 0,-2-2 25 16,-1-3-38-16,1 0 16 0,-3 0-32 16,-3 0 16-16,0-1-258 0,1-2 87 15,-4 1-74-15,1-2-468 16,0 0-38-16,-3-4-299 0</inkml:trace>
  <inkml:trace contextRef="#ctx0" brushRef="#br0" timeOffset="45047.97">21564 15214 1410 0,'0'0'1381'15,"0"0"-1153"-15,0 0-228 0,0 0 0 16,37-9 23-16,-21 4 45 0,-3 2-68 15,1 2-100-15,-4-1 87 0,-5 1-54 16,1 1-216-16,-4-2-24 16,1 0-183-16,-3 0-698 0,3 0 526 15</inkml:trace>
  <inkml:trace contextRef="#ctx0" brushRef="#br0" timeOffset="45520.19">21670 15110 954 0,'0'0'251'0,"0"0"52"0,42-2 152 16,-31 8-235-16,0-1-51 0,-3 2-69 16,-3 3-68-16,0-1-6 0,3 5 19 15,-3 0 1-15,-2 0-17 0,-3-2-29 16,0 0 3-16,0-4 13 16,0 0-10-16,0-2-2 0,0-2-2 15,-3 0 11-15,3 0 16 0,-2-1-28 16,2-1 5-16,0-2 75 15,0-3-7-15,0-5-74 0,5-7-2 0,0 1-18 16,6-3-12-16,-1 3 32 16,4 1-3-16,4 2-55 0,-4 1 56 15,4-1 2-15,-2 4 22 0,0 1 85 16,-6 2 11-16,1 4 20 16,-6 0-72-16,1 0-66 0,-4 4-54 15,1 0 54-15,0 2 6 0,-3 3 4 16,-3 4 34-16,-2-1-34 0,-6 2 16 15,0 0-1-15,1-2-25 0,-3-3 10 16,2 1-10-16,0 0 0 0,1-3 2 16,5-1 11-16,-1-1-13 0,4 0-33 15,-1 2 29-15,0-2 4 0,3 2-54 16,0 1 54-16,0-4 13 16,6 4-10-16,4-5 55 0,3 3-58 15,1-2 32-15,2-3-45 0,-3-1 13 16,3-1-243-16,-6-1 76 15,4-4-78-15,-1-1-434 0,0-2 142 16,-8 3-17-16</inkml:trace>
  <inkml:trace contextRef="#ctx0" brushRef="#br0" timeOffset="45968.03">22012 15145 238 0,'0'0'1482'15,"0"0"-1017"-15,0 0 71 16,0 0-468-16,0 0-7 0,0 0 93 15,0 0-39-15,0 45-35 0,2-28-70 16,-2-2 28-16,0-3-38 0,0-1-32 16,0-3 32-16,0 1 0 0,0-7-99 15,0 2 99-15,0-1 0 0,0 1-164 16,0-3 113-16,0 1-23 16,0-2 71-16,3-5-52 0,0-4-61 15,2-5-29-15,0-2 129 0,3-2-16 16,0 1-43-16,3-3 23 0,2 0 38 15,5-1 14-15,4 1 1 16,1 1 16-16,1 3 199 0,-2 4-26 16,-4 5-16-16,1 5 6 0,-9 2-119 15,1 1-30-15,-3 4-27 0,-3 1 63 16,3 6-10-16,-3 4 10 0,1 1 51 16,-4 0-7-16,-2-1-4 15,0-1-3-15,-5 0-79 0,-3-2-6 16,0 0 41-16,-3-1-60 0,1 0 22 15,-3-3-3-15,-3 0-19 0,2-3 34 16,1 0-31-16,0-2-3 0,5-1-113 16,-3-2 94-16,9-1-37 0,-4 0-248 15,-1 0 187-15,4-3-65 0,-2-1-380 16,5-4 132-16,0-1-134 16,2 0-798-16</inkml:trace>
  <inkml:trace contextRef="#ctx0" brushRef="#br0" timeOffset="46204.54">22406 15105 699 0,'0'0'1439'0,"0"0"-1035"0,0 0-220 16,0 0-65-16,0 0 61 0,-18 43 99 15,10-25-40-15,3 3-52 0,-1-1-24 16,4-3-40-16,-1 1-123 0,3-3 0 16,0 1 0-16,0-5 0 0,0 2-125 15,0-2 84-15,0-1-123 0,0-2-395 16,0-3 83-16,0-3-340 16</inkml:trace>
  <inkml:trace contextRef="#ctx0" brushRef="#br0" timeOffset="47156.12">23111 15179 552 0,'0'0'372'16,"0"0"-222"-16,0 0-27 16,0 0 105-16,0 0-19 0,0 0-40 15,0 0 68-15,0 0-150 0,0 0 14 16,0 0 67-16,21-35-81 0,-21 32-3 15,3 0 16-15,-1-1-10 0,-2 2-6 16,0 1 38-16,3 0-42 16,-3 1-80-16,0 0-64 0,0 1 39 15,0 7 25-15,0 4 126 0,0 4 56 16,3 6-45-16,-1 1-54 0,1 0-1 16,0-1-35-16,-1 0-31 0,3 0 29 15,1-3-45-15,-1 2-69 16,0-6 66-16,-2-2-127 0,2-5-314 15,-5-3 139-15,3 0-212 0,-3-4-895 16,0-1 620-16</inkml:trace>
  <inkml:trace contextRef="#ctx0" brushRef="#br0" timeOffset="47671.51">23651 15161 1334 0,'0'0'361'15,"0"0"-10"-15,0 0 41 0,0 0-279 16,0 0-19-16,0 0 28 0,0 0 103 16,0 0-20-16,21 46 5 15,-21-26-111-15,0-5-55 0,0-2-31 16,0 0 19-16,0-2-32 0,0-4-36 15,3-1 34-15,-3-2 2 0,0-1-236 16,3 0 45-16,-3-2-69 0,0-1-580 16,0-1 333-16,0-4-265 0</inkml:trace>
  <inkml:trace contextRef="#ctx0" brushRef="#br0" timeOffset="47907.29">23760 15095 2111 0,'0'0'430'16,"0"0"-243"-16,42 9 10 0,-31 1-85 16,-3 2 13-16,0 1 63 0,-1 1-26 15,-4 0-32-15,-3 1-51 0,0 0 31 16,-3 0-103-16,-2 0 34 0,-3-3-16 16,-2-1-25-16,-1 1 25 0,-5-5 16 15,3 2-41-15,-3-3-60 16,0-2 57-16,3-2-85 0,0 0-181 15,5-2 149-15,0 0-97 0,2-3-458 16,4 0-5-16,-1-3-543 0</inkml:trace>
  <inkml:trace contextRef="#ctx0" brushRef="#br0" timeOffset="48327.52">23913 15301 965 0,'0'0'550'16,"0"0"-163"-16,0 0 15 15,0 0-211-15,0 0-10 0,0 0 41 16,0 0-97-16,0-43-10 0,3 29-3 15,0-3-10-15,2 0-41 0,0 2-61 16,0-1 54-16,3-2-54 0,6 3-58 16,-4-1 58-16,6 2-22 0,0 1-35 15,0 4 57-15,-3 2 0 0,0 2 1 16,-2 5 34-16,0 0-35 16,-6 1 25-16,3 7-25 0,-3 1 0 15,0 6 20-15,1 2 94 0,-4 2-67 16,1-1-28-16,-3-1 67 0,3-1-86 15,-3-1 6-15,2 1-6 16,-2-4 0-16,0 0-41 0,0-1 22 16,0-3-16-16,0 0-197 0,-2-2 108 15,-1 0-94-15,-2-5-297 0,-1 1 43 16,1 0-113-16</inkml:trace>
  <inkml:trace contextRef="#ctx0" brushRef="#br0" timeOffset="48842.37">24003 15169 1392 0,'0'0'471'16,"40"-26"-315"-16,-13 11-88 0,-1 3 7 15,1 0 3-15,-4 2-20 16,-4 1-58-16,-3 1-19 0,-6 2-39 16,-2 4-74-16,-5 1 132 0,0-2 55 15,-3 3 188-15,2 0-139 0,-2 3-43 16,-5 6 168-16,-6 7-75 0,1 5-80 15,-1 1 6-15,1 1 3 0,4-4 7 16,1 2-4-16,2-3 57 16,3 0-111-16,3-3 6 0,5-1-40 15,3-5 2-15,-1-2 0 0,6-1 9 16,0-3 7-16,2 0-6 0,4-3 69 16,-6 0-79-16,-1-2-16 0,-1 0 3 15,-4 0-60-15,-2 0-171 16,-5-2 170-16,0 2 14 0,-3-2 60 15,0-1 12-15,0 0 27 0,0-1-36 16,-8 1 93-16,-3 2 2 0,0-2-34 16,-2 1 34-16,5 2-9 0,3 0-29 15,2 0 34-15,3 1-84 16,-2-2 30-16,2-1-7 0,8-1-33 16,5-1-159-16,8-2 157 0,3 2-14 15,-3 0-161-15,0 1 78 0,-2 1-18 16,-1 1 11-16,-2 2 106 0,-3 1 23 15,-2 0 12-15,-3 5 79 16,-5 1-114-16,-1 2 4 0,1 0 46 16,-3 3 42-16,-3 4-41 0,1-1 28 15,-1 1-79-15,-2-4-69 0,2-2 50 16,-2-2-99-16,2-3-293 0,0 0 13 16,1-1-262-16</inkml:trace>
  <inkml:trace contextRef="#ctx0" brushRef="#br0" timeOffset="49578.52">25624 14934 1713 0,'0'0'91'0,"0"0"133"0,-47 12-1 16,28-4-87-16,0 3 16 0,1 0 16 15,2 7-62-15,0-2-9 16,0 6 53-16,3 4 1 0,0 2-27 16,5 5 23-16,3 1 5 0,5 0-48 15,0-3-63-15,10-3 38 0,1-1-79 16,7-4-38-16,1-4 36 0,5-2 2 15,-1-4-218-15,1-3 132 16,-3-5-15-16,1-3-110 0,-1-2 131 16,-5-1-70-16,0-5-188 0,0-3 50 15,-3-2-104-15,-3-4-353 0,-4 4 231 16,2-1-116-16</inkml:trace>
  <inkml:trace contextRef="#ctx0" brushRef="#br0" timeOffset="49799.84">25767 15082 2475 0,'0'0'74'0,"0"0"-19"0,6 35 145 15,-4-16-78-15,1 1-36 16,-1 0-38-16,4-2 1 0,-1-1-49 16,0-1-10-16,1-2 9 0,-4-5 1 15,1-2-93-15,0-2 29 0,-1-4-29 16,-2 0-114-16,3-1 40 15,-3 0-2-15,0-6-161 0,0-4-21 16,0-5-124-16,-5-5-344 0,-1 6 489 16</inkml:trace>
  <inkml:trace contextRef="#ctx0" brushRef="#br0" timeOffset="50029.46">25807 15041 512 0,'0'0'489'0,"34"-25"273"15,-12 16-483-15,-1 4-4 0,0 5 65 16,0 0-208-16,-2 6-42 0,-1 4-4 15,-5 0-31-15,1 3-39 0,-6 3 74 16,-3 0 31-16,0 2-3 0,-5 2 9 16,0-1-13-16,-5 0-92 0,-3-1 1 15,-5-2 37-15,0 0-48 16,-3-3 17-16,-3-2 21 0,-2-1-50 16,0-2 44-16,2-2-16 0,1-3-28 15,-1 0-62-15,3-3 61 0,3 0-89 16,2 0-265-16,6-3 154 15,2 0-87-15,1-3-540 0,2 0-223 16,2-6 53-16</inkml:trace>
  <inkml:trace contextRef="#ctx0" brushRef="#br0" timeOffset="50221.99">26090 15105 1615 0,'0'0'1095'15,"0"0"-902"-15,-10 54-61 0,4-35-17 16,1 2-16-16,3-2-86 0,-1 0 12 16,0-4-25-16,3 1 0 0,0-4-55 15,0-3 54-15,3-1-43 0,0-3-180 16,2 0 80-16,0-1-69 16,8-4-460-16,3 0 282 0,-3-4-266 15</inkml:trace>
  <inkml:trace contextRef="#ctx0" brushRef="#br0" timeOffset="50561.4">26310 15060 1876 0,'0'0'240'16,"0"0"26"-16,-42 4-137 15,23 3-126-15,3 5-3 0,0 1-12 16,6 1-24-16,5 1 13 0,2 1-21 15,3-1-43-15,8 1-23 0,2-1-49 16,4 0 3-16,2-1 39 0,0-2 23 16,-1 0 94-16,1-1 19 0,-5 0 134 15,-3-3-68-15,-3-2-1 16,-2-1 221-16,-1-1-137 0,-2 1-62 16,0 2 14-16,-2 1 15 0,-6-2-58 15,-5-1 13-15,-1-2-10 0,-2-3-35 16,1 0-42-16,1-5 29 0,4-2-32 15,-1-3-71-15,3-1 30 0,3-2-84 16,0-4-252-16,5 0 15 16,2-3-63-16,4 0-666 0,1 5 458 15</inkml:trace>
  <inkml:trace contextRef="#ctx0" brushRef="#br0" timeOffset="50906.32">26387 15064 1212 0,'0'0'471'0,"0"0"211"15,0 0-453-15,5 40-3 0,-10-18 110 16,2 0-150-16,-2-1-53 0,5-3-76 16,-3-2 35-16,3-3-92 0,0-4 3 15,3-1-4-15,0-6 1 0,-1 2 0 16,1-4 35-16,8 0 25 16,2 0 19-16,8-9 34 0,0-3-113 15,3 0 3-15,-8-1-34 0,0 2 9 16,-3 0-186-16,0-3 151 0,-5 5-16 15,-2 2-140-15,-1 2 187 16,-3 0-12-16,1 2 38 0,-3 1 38 16,3 1 23-16,-3 1-7 0,-3 2 79 15,-5 7-63-15,0 6-19 0,-2 5 75 16,2-3-79-16,2 2-44 0,4-3 82 16,2 0-85-16,0-3-50 0,2-2 34 15,4-3 16-15,2 0-230 16,5-3 97-16,3 0-48 0,5 2-152 15,-2-7 224-15,-1 0-110 0,1-4-422 16,-4-2-78-16,-1 1-56 0</inkml:trace>
  <inkml:trace contextRef="#ctx0" brushRef="#br0" timeOffset="51201.79">26710 15171 2233 0,'0'0'556'0,"0"0"-143"16,0 0-118-16,-34 14-117 0,28 0 1 15,1 1-75-15,5-1 26 16,5-1-87-16,6-2-15 0,8-1 0 16,4-3-28-16,4-2 22 0,5-4-19 15,2-1-3-15,0-1 3 0,1-4 16 16,-1 1-19-16,-7-2-109 0,-3-1 50 16,-8 0-8-16,-6-1-90 0,-2-2 154 15,-5-1-19-15,-6-2-92 16,-5-1 111-16,-8 1-54 0,-5-2-216 15,0 2 149-15,0 1-52 0,-1 3-29 16,4 2 185-16,2 2-34 0,3 1-86 16,5 3 72-16,3-1-103 0,5 1-286 15,0-1 132-15,8 1-156 16,-3-1-546-16</inkml:trace>
  <inkml:trace contextRef="#ctx0" brushRef="#br0" timeOffset="51764.43">27033 15100 778 0,'0'0'701'15,"0"0"20"-15,0 0-495 16,0 0-68-16,19 45 174 0,-22-29-69 16,-2 0-50-16,-3 0-32 0,0-2-51 15,0-2-82-15,3-1-23 0,-1-4 19 16,4-2-44-16,-1-2-32 0,3 0 31 16,-3 0 1-16,3-1-91 15,0 0 90-15,0-2-37 0,3-4-101 16,0-5 107-16,2-3-38 0,3-4-73 15,-3-2 130-15,1 4 13 0,-1 1-131 16,0 3 70-16,0 2-22 0,1 5-20 16,-1-2 103-16,3 3 13 0,0 0 54 15,3 2 103-15,2 6-26 16,3 3 31-16,2 3-23 0,-2 1-38 16,3-2-35-16,2 1 43 0,0-2-90 15,3-3 2-15,-3 1-6 0,3-3-28 16,-6-3 22-16,1-2-22 0,-1 0 0 15,-4 0-103-15,-4-1 53 16,-4-2-83-16,-1-2-158 0,-2-1 218 16,-1-3-16-16,1-2-74 0,-3-4 112 15,0 2-52-15,0 1-218 0,-3 1 82 16,3 1-118-16,-2 3-107 16,2 3 457-16,0 2 7 0,0 2 319 15,0 0-50-15,0 0 3 0,0 2-140 16,0 7 36-16,0 6 28 0,0 1-7 15,-3 2-96-15,3 0-45 0,0-2-26 16,0-1 16-16,5 1-38 0,1-3 32 16,4-1-29-16,1-2 35 0,2 1-31 15,3-3 37-15,2-3-34 16,1 0 25-16,-1-3 3 0,4-2-38 16,-4 0 28-16,-2-1-15 0,-3-2-13 15,-2 1-282-15,-6-1 36 0,1 0-24 16,-4-3-285-16,-2 0 32 0,0-1-193 15</inkml:trace>
  <inkml:trace contextRef="#ctx0" brushRef="#br0" timeOffset="51894.74">27457 15190 1569 0,'0'0'412'0,"0"0"-23"0,0 0-263 15,0 0 13-15,50-8-23 0,-29 8-45 16,-5-3-58-16,-2 2-13 0,-4 0-110 15,-2 1-145-15,-5-1-227 0,-3-1-1013 16</inkml:trace>
  <inkml:trace contextRef="#ctx0" brushRef="#br0" timeOffset="52060.77">27428 15087 16 0,'0'0'1639'16,"0"0"-831"-16,0 0-576 15,0 0-209-15,0 0-23 0,0 0-1 0,0 0-22 16,37-19-32-16,-26 19 55 16,-4 0-126-16,4 0-710 0,-6 0-327 15</inkml:trace>
  <inkml:trace contextRef="#ctx0" brushRef="#br0" timeOffset="52483.43">27094 15008 2081 0,'0'0'498'0,"0"0"-498"15,0 0-61-15,0 0 61 0,0 0 67 16,0 0-67-16,0 0-16 16,0 0 16-16,0 0 1 0,0 0 16 15,29 5-5-15,-23-3 5 0,-4-2 25 16,1 0 16-16,0 0 12 0,-1 0 43 15,1 0-17-15,-1-2-22 0,1 2 22 16,2-1-7-16,1-1-31 0,-4 1-58 16,9 0 60-16,2 1-41 0,3-1-12 15,5 1 28-15,3 0-35 16,3 0-45-16,-4 1 45 0,7 1 0 16,-1 0-144-16,0 2-42 0,-3 0-106 15,-5-2-757-15,-2-2-483 0</inkml:trace>
  <inkml:trace contextRef="#ctx0" brushRef="#br0" timeOffset="53672.14">27836 15191 2104 0,'0'0'279'0,"-8"42"-59"0,8-25-159 16,0-2-61-16,0-5-55 15,0-1-77-15,0-5-17 0,0-2-117 16,0 0 221-16,0-2 45 0,0 0 171 15,2-2-84-15,-2-4-57 0,3-5-27 16,0-3 17-16,2-2-18 0,-2-2 15 16,2 3-17-16,0-2-16 0,1 1 16 15,1-1 0-15,4-1 0 16,-3 1-61-16,3 1-147 0,2 1-12 16,0 3 132-16,0 0 88 0,3 5 250 15,-3 1 310-15,-5 3-325 0,0 3-71 16,0 0-109-16,-5 3-44 15,5-1-11-15,-5 3-19 0,-3 1 19 16,2 4 0-16,-2-3 1 0,-2 3 15 16,-4 3-3-16,-4 2-3 0,-4-2 6 15,4-2-7-15,-1 1 7 0,3-1 36 16,0 0 34-16,3 1-80 0,2 0 23 16,3-2-29-16,0-3-58 15,0 2 58-15,8-3 0 0,3-1 16 16,5-1-16-16,2 0 0 0,4-4-12 15,-4 0-11-15,3-2-114 0,3-3-242 16,-5 0 49-16,2-1-218 0,-8-1-1015 16</inkml:trace>
  <inkml:trace contextRef="#ctx0" brushRef="#br0" timeOffset="53846">28241 15092 2160 0,'0'0'806'0,"0"0"-537"15,0 0-170-15,0 0 63 0,-11 47-16 16,11-29-70-16,8-1-13 16,0-4-63-16,0-1 0 0,5-3-25 15,1 0 25-15,-4-2-215 0,-2-1-1 16,-3-2-34-16,1-3-251 0,-4 0 103 16,4 0-222-16</inkml:trace>
  <inkml:trace contextRef="#ctx0" brushRef="#br0" timeOffset="54018.54">28090 14999 245 0,'0'0'2946'0,"0"0"-2831"0,50-11-115 15,-23 11-54-15,5 0 54 0,-3 0 0 16,8 0-60-16,-3 3 40 0,1 0-114 15,-12-1-636-15,1-2-976 0</inkml:trace>
  <inkml:trace contextRef="#ctx0" brushRef="#br0" timeOffset="54841.77">29316 15149 2383 0,'0'0'158'0,"-8"35"-22"15,6-14 17-15,2-4-59 0,0 0-40 16,8-5-35-16,-3-1-15 16,0-4-4-16,3-2 16 0,3-3 9 15,-1 0 46-15,4-2-30 0,-1-3 55 16,-3-3-19-16,4-4 5 0,-4-1 36 16,3-3-45-16,1-2-73 15,-1 0 57-15,0-2-57 0,-2-1 0 16,-1 2-3-16,4-5 3 0,-4 4-105 15,1 1 42-15,2 3-52 0,-5 5-70 16,3 1 185-16,-6 5-13 0,-2 1-22 16,2 1 35-16,0 1 0 0,0 3-32 15,1 4 32-15,-1 6 32 16,-2 7-22-16,-3 2 35 0,0 1-45 16,-6-3 22-16,1 0 4 0,2-2-26 15,1-2 25-15,2 1-12 0,0-5-13 16,5 1 2-16,3-2 14 0,3-2-16 15,5-2 0-15,-3-2 51 16,5 1-29-16,1-6-22 0,-3 0 48 16,2 0-48-16,-2-4-92 0,-5 0-4 15,-1 0-93-15,-4 0-268 0,-1 0 111 16,-2 1-118-16,-3-3-643 0,0 1 440 16</inkml:trace>
  <inkml:trace contextRef="#ctx0" brushRef="#br0" timeOffset="55014.93">29605 15143 1991 0,'0'0'573'15,"0"0"-415"-15,45-5-52 16,-27 3 3-16,4 0-44 0,-4 0-46 16,-2 1-9-16,-3-1-20 0,-2-1 0 15,-3 2-334-15,-3-3 86 0,-2 2-69 16,-1-1-372-16,-2 1 223 0,0-2 23 15</inkml:trace>
  <inkml:trace contextRef="#ctx0" brushRef="#br0" timeOffset="55450.82">29753 15091 89 0,'0'0'493'16,"0"0"12"-16,0 0 110 0,0 0-479 15,0 0-126-15,0 0-10 0,0 0-3 16,0 0 3-16,35-29 78 0,-17 31 48 16,-2 3 17-16,-3 6 135 15,-2-4-168-15,-3 3-52 0,0 4-29 16,-6-2 23-16,-2 1 12 0,0 2 4 15,0-4-7-15,-2 3-3 0,-1-5-39 16,-2-1 6-16,2-1-25 0,-2-2 23 16,2-2-1-16,1 1-22 0,-4 0 13 15,1-3 10-15,2 0-14 16,3-1-2-16,-2 0 25 0,2-6-32 16,5-4-157-16,6-8 157 0,2-1 0 15,3-1-60-15,5 2 44 0,0 1-29 16,6 1-39-16,-1 3 83 15,1 0 1-15,2 5 55 0,-5 3 64 16,-3 3-33-16,-3 2-83 0,-4 0 47 16,-4 2-50-16,-5 2-29 0,1 2 29 15,-6 2 0-15,-3 4-4 0,-2 0 4 16,-6 1 10-16,-2 0 3 16,-3 0 6-16,0 1-19 0,0-2 13 15,3 4 41-15,2-1 10 0,1-1-13 16,5 0 45-16,2-1-93 0,3 0 22 15,0-3-28-15,5-2 3 0,0 0-32 16,6-2 32-16,2-1 0 0,6-2 13 16,-6-1-48-16,3-2-9 0,0 0-434 15,-3-3 159-15,3-2-235 16,-8-1-1152-16</inkml:trace>
  <inkml:trace contextRef="#ctx0" brushRef="#br0" timeOffset="55873.66">30206 15099 1156 0,'0'0'1755'15,"0"0"-1537"-15,0 0-142 0,-8 44 93 16,8-31-51-16,0 2-42 16,3-4-47-16,-3-5-29 0,2 0-38 15,-2-1 25-15,3-2-44 0,-3 0-100 16,3-2 155-16,-3-1 4 0,5-1 5 15,-5-2 44-15,5-4-51 0,-2-1-92 16,2-3 90-16,3-4-34 0,-2-1 26 16,4 0 10-16,-2 1 0 0,3 1-69 15,2 2 27-15,3 1-47 16,2 2-7-16,1 0 96 0,2 4 19 16,-2 4 99-16,-1 1 77 0,1 5-39 15,-6 5 88-15,-2 2-89 0,-6 2-136 16,-3 3-7-16,1 0 120 15,-3 3 7-15,0-1-24 0,-3 0 28 16,-2 0-134-16,-3-4 41 0,-5 2-10 16,2-4-40-16,-4-1 25 0,-1-4-22 15,0-3-3-15,0 0 12 0,0-1-14 16,3-4 2-16,2 0-229 0,6 0 182 16,0-4-90-16,2-1-269 15,0-2 175-15,3-7-219 0,6-1-908 16,1-1-129-16</inkml:trace>
  <inkml:trace contextRef="#ctx0" brushRef="#br0" timeOffset="56062.25">30633 15114 1922 0,'0'0'447'0,"0"0"-201"15,0 45 140-15,-3-28-143 0,-2 1-55 16,2 0 5-16,0 0-104 15,3-2-89-15,3 0 6 0,-3-2-9 16,0-1 3-16,3 1-165 0,-3-2 67 16,2 0-90-16,-2-3-360 0,0-4 8 15,0-2-542-15</inkml:trace>
  <inkml:trace contextRef="#ctx0" brushRef="#br0" timeOffset="56252.25">30577 15347 2318 0,'0'0'568'16,"37"-11"-472"-16,-16 6-35 15,0 0 32-15,1-2 22 0,-1 2-99 16,0 1 16-16,-5 1-22 0,0-1-10 16,-6 2-134-16,-2-1-81 0,-2 1 12 15,-4 0-139-15,1-2-43 0,-3 0-226 16,2 2-755-16</inkml:trace>
  <inkml:trace contextRef="#ctx0" brushRef="#br0" timeOffset="56438.02">30580 15049 2870 0,'0'0'397'16,"34"-2"-298"-16,-10 2-19 0,2 2 2 15,9-1 54-15,-1 2-114 0,6-2 16 16,2 0-28-16,3 1-10 0,-2-2-92 16,-6 1-19-16,-3-1-198 0,-10 0-815 15,-8-1-965-15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3:37:38.92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4767 7905 1098 0,'0'0'400'0,"0"0"-250"0,0 0 35 16,0 0-26-16,0 0-36 0,0 0-16 15,0 0 32-15,0 0-90 0,0 0-23 16,0-11-16-16,6 7 25 0,-4 0 17 16,9 2 24-16,-3 0-27 15,0-1-24-15,5 1-25 0,0 2-2 16,0 0-20-16,1 0-14 0,-1 0 33 15,0 0 2-15,3 1-31 0,3 0 30 16,7-1 1-16,3 0 1 16,3-2 26-16,10-2 26 0,3-2 9 15,3 1 10-15,5 1 3 0,3-3-7 16,5 3-22-16,-3-1-32 0,3 2 10 16,0 1-23-16,0 2 64 0,-3 0-45 15,-3 0 10-15,-2 0-29 0,-5 0-63 16,0 0 61-16,-1 0 2 0,-1 0-170 15,-4 0-14-15,-2-1-152 16,-14 0-778-16</inkml:trace>
  <inkml:trace contextRef="#ctx0" brushRef="#br0" timeOffset="5552.24">8578 9622 388 0,'0'0'342'0,"0"0"-38"16,0 0-304-16,0 0 0 0,0 0 0 15,0 0 24-15,0 0 94 0,0 0 110 16,0 0-137-16,22-2-16 0,-17 0 35 16,8-1-42-16,6 0 20 0,-3 2 81 15,-3-1-81-15,5 1-14 0,-2-1 43 16,3 0-46-16,-1-1-6 15,6 2 28-15,3-1-31 0,-1 0 9 16,1-2 0-16,4 2-20 0,-1 1-32 16,-4 1-15-16,1 0-4 0,-1 0 0 15,3 0-39-15,-10 3 13 16,5 3-148-16,-3-3-331 0,-5 2 5 16,-6-3-138-16</inkml:trace>
  <inkml:trace contextRef="#ctx0" brushRef="#br0" timeOffset="6454.66">4283 10361 470 0,'0'0'528'16,"0"0"-339"-16,0 0-43 0,0 0 46 15,0 0-94-15,0 0-30 0,0 0-39 16,0 0-29-16,0 0-61 0,0 0 61 16,8 0 71-16,-3 0 23 0,8 0 69 15,3 0-73-15,3 0-12 0,-1 0 42 16,3 0-62-16,0 0-25 0,1-1-32 16,4 1-1-16,-2 0-3 0,0 1-257 15,-6 2-279-15,-4 0-249 0</inkml:trace>
  <inkml:trace contextRef="#ctx0" brushRef="#br0" timeOffset="7451.72">4947 11320 706 0,'0'0'291'0,"0"0"177"16,0 0-217-16,0 0-50 0,0 0 78 15,0 0-172-15,0 0-10 0,0 0 68 16,0 0-94-16,-31-31 26 0,31 28 48 16,-6 0-65-16,6 2-39 0,0-2-18 15,0 2 22-15,0 0-10 0,0 0-32 16,0 1 42-16,0-2-45 0,0 2-87 16,0-1 58-16,0 1-35 15,6 0-71-15,-1 0 122 0,3 0 10 16,5 0-53-16,0 3 55 0,9 0 1 15,-1 0-7-15,-3-1 7 16,9 2 0-16,-1-4 23 0,3 0-23 16,3 0 3-16,3-3-3 0,-1 0 23 15,0 0-23-15,-2-2 3 0,3 2 3 16,-1-1-6-16,-7 0 10 0,-1 3-10 16,-5-1 0-16,-2 0 0 15,-6 1 3-15,0-1-3 0,-5 2 13 16,-8 0-7-16,5 0-6 0,-2 0 4 15,-3 0 18-15,0 0 1 0,0 0 47 16,0-2 36-16,0 2-64 0,0-1-4 16,-3 0-12-16,-2 0-26 0,3 0-58 15,-4 0 58-15,6 1 0 0,-5-2-85 16,5 1 46-16,0 1-19 0,0-1-151 16,0 1-29-16,0 0-294 15,0 0-893-15,21 9 893 0</inkml:trace>
  <inkml:trace contextRef="#ctx0" brushRef="#br0" timeOffset="19265.9">1719 14831 1045 0,'0'0'564'15,"0"0"-379"-15,0 0 29 0,0 0-35 16,0 0-118-16,0 0-28 0,0 0-27 16,0 0-6-16,0 0-26 15,-5-22 26-15,15 27 44 0,-2 6 21 16,5 9 35-16,6 3-45 0,-6 6-26 16,-5 2-16-16,0 2 7 0,-3 1 44 15,3-1-35-15,-8-1 0 16,0-1-26-16,0-3 13 0,0-3 22 15,0-3-38-15,0-4-128 0,0-2-53 16,0-5-87-16,-5-4-375 0,2-3 174 16,3-2 0-16</inkml:trace>
  <inkml:trace contextRef="#ctx0" brushRef="#br0" timeOffset="19471">1714 15112 902 0,'0'0'303'0,"0"0"-13"0,0 0 152 15,0 0-247-15,23-36-4 0,-7 33 96 16,3 0-155-16,2 3-38 0,0 0-14 16,3 0 0-16,-3 1-19 15,0-1-42-15,6 0 26 0,-1 0-45 16,1-2 2-16,2-1-8 0,-2-1 0 16,-9-1-235-16,3-1 0 0,-2 0-54 15,-11-3-523-15,0 4 73 16,-3-2-26-16</inkml:trace>
  <inkml:trace contextRef="#ctx0" brushRef="#br0" timeOffset="19672.57">2061 14839 23 0,'0'0'1646'0,"0"0"-1386"0,0 0 90 16,0 0-194-16,0 0 38 0,0 0-19 15,0 0-173-15,0 0 92 0,0 0 161 16,-6 43-149-16,12-10-42 0,-6 2-33 15,0 2 52-15,0 0-38 0,-6-1-23 16,12 1 38-16,-4-3-60 0,9-4 10 16,-3-4-61-16,0-6 0 15,2-4-476-15,-2-4 202 0,0-5-105 16,-3-4-597-16,-2-3 303 0</inkml:trace>
  <inkml:trace contextRef="#ctx0" brushRef="#br0" timeOffset="19956.88">2264 15115 2111 0,'0'0'288'0,"14"64"83"15,-9-27-232-15,3-8 8 0,5-4 3 16,-5-6-82-16,5-7-68 0,6-6-38 15,-6-6 38-15,3-3 90 0,3-9 43 16,2-7 0-16,-3-6-28 0,4-6-61 16,-4-2 47-16,-5 0-72 15,-5-1 13-15,0 4 12 0,-8 1-44 16,0 3 34-16,0 1-81 0,-8 0 35 16,0 3-450-16,-2 1 76 0,2 1-232 15,2 8-1183-15</inkml:trace>
  <inkml:trace contextRef="#ctx0" brushRef="#br0" timeOffset="20516.08">2553 14901 1732 0,'0'0'691'16,"0"0"-481"-16,0 0-75 0,0 0 89 15,0 0-141-15,0 0-83 0,0 0-54 16,-40 30 54-16,32-16 0 0,1-2-4 15,1 0 0-15,1 0 4 0,5 1 0 16,0 1 26-16,5-1-26 0,1-1-32 16,1 0 29-16,7 0 3 15,-6-4 0-15,5 3 9 0,0-2 7 16,0 0 0-16,1 0 84 0,-1 4-43 16,-5-2-41-16,5 4 7 0,-5-1-23 15,-3 3 25-15,1-1-15 16,-6 2-4-16,0-2 13 0,0 0-3 15,-6-8-16-15,1 0-65 0,2-5 37 16,-2 1-71-16,5-2-110 16,-8-1 207-16,3-1-46 0,2-1-233 15,-2-8 16-15,0-4 9 0,5-6-315 16,0 1 366-16,5-5-7 0,0 1 23 16,3 0 101-16,0 1-26 0,0 0-170 15,3 2 108-15,-3 4 176 0,-1 4 85 16,-1 1 234-16,2 6 14 0,-8 2 220 15,5 0-292-15,0 2-60 0,-2 0 65 16,2 7-40-16,3 8 7 0,-8 1-40 16,6 4-75-16,-6-2-28 15,2-4 48-15,3-1 21 0,1-4-54 16,-4-3-32-16,4-3 19 0,2-1-29 16,5-2-32-16,0-3 105 0,0-5-52 15,1-5-71-15,7-2 88 16,-8-3-101-16,6-1-82 0,-1-1 78 15,-2 2-80-15,-3 2-219 0,1 2 157 16,-1 3-144-16,-5 5-669 16,-8 1-50-16,5 3-45 0</inkml:trace>
  <inkml:trace contextRef="#ctx0" brushRef="#br0" timeOffset="20660.08">2842 15211 1979 0,'0'0'412'0,"0"37"-138"15,8-19-174-15,-3-4 41 0,3-2-115 16,0 0 13-16,5-3-39 16,0-2 12-16,1 0-31 0,4-2-154 15,-5-2-454-15,-5-2-130 0,0-1-216 0</inkml:trace>
  <inkml:trace contextRef="#ctx0" brushRef="#br0" timeOffset="20894.98">3213 15065 3149 0,'0'0'783'0,"0"0"-550"0,0 0-212 15,0 0-21-15,0 0 0 0,0 0-5 16,0 0 5-16,0 0 0 0,0 0-230 15,5-4 139-15,-2 13-26 0,-3 5-397 16,-3 1 13-16,-2 2-233 0,-1-4-1106 16</inkml:trace>
  <inkml:trace contextRef="#ctx0" brushRef="#br0" timeOffset="21019.11">3199 15224 2910 0,'0'0'720'0,"0"0"-527"15,0 0-193-15,0 0-38 0,0 0 26 16,0 0 12-16,0 0-279 16,0 0-52-16,35-25-251 0,-30 25-1348 15</inkml:trace>
  <inkml:trace contextRef="#ctx0" brushRef="#br0" timeOffset="21470.45">1684 15596 2791 0,'0'0'349'0,"0"0"-307"0,0 0-32 16,0 0 53-16,0 0 1 0,0 0 13 16,0 0 44-16,0 0-4 0,0 0-73 15,-13-8-44-15,13 8-6 0,5 0-86 16,3 0 92-16,11 2 69 0,5 0-69 15,8 1 73-15,7-1-73 0,4-1 32 16,4-1-7-16,12-1-25 16,2-3 25-16,7-1-6 0,7-2-19 15,-1 1 13-15,-3 0-13 0,-2-1 0 16,-3 2-129-16,1-1 82 0,-4 1-45 16,-10 1-89-16,0-2 153 15,-11 4-30-15,-2 1-114 0,-5 1 169 16,-9 2-113-16,-7 3-690 0,-11 0-359 15</inkml:trace>
  <inkml:trace contextRef="#ctx0" brushRef="#br0" timeOffset="22189.08">4203 14972 460 0,'0'0'1879'0,"0"0"-1643"0,0 0-203 16,0 0-33-16,0 0-52 0,0 0 4 15,0 0 48-15,5 47 110 0,-5-21 34 16,8 5-77-16,-2 1-18 0,-6 4 44 15,0 2-13-15,5-2-61 0,-2-1 0 16,-3-4 20-16,5-5-39 0,0-4-132 16,-2-6-6-16,2-4-45 15,-2-5-202-15,-3-2 55 0,0-2-86 16,0-3-158-16,0 0 268 0,-3 0-248 0</inkml:trace>
  <inkml:trace contextRef="#ctx0" brushRef="#br0" timeOffset="22405.67">4068 15050 2974 0,'0'0'520'16,"0"0"-453"-16,0 0-67 0,0 0-114 15,53-15 111-15,-32 13 3 0,0 2-60 16,6 3 59-16,-3 1 1 0,0 1 0 15,2-1-48-15,1 0 32 0,-4 0-304 16,1-1 99-16,-5 0-89 0,2-1-520 16,-8 1 189-16,0-3-139 0</inkml:trace>
  <inkml:trace contextRef="#ctx0" brushRef="#br0" timeOffset="22561.87">4452 15114 1045 0,'0'0'1205'0,"-8"36"-1010"15,8-14-89-15,0-4 91 0,-5 3-36 16,5 0-62-16,0-3-89 16,5 0 0-16,0-2-10 0,3-3-54 15,-8-1-78-15,8-5-93 0,-2-3-270 16,-6-1 21-16,8-3 12 0,-3 0-529 16</inkml:trace>
  <inkml:trace contextRef="#ctx0" brushRef="#br0" timeOffset="22810.35">4600 15054 2486 0,'0'0'493'15,"0"0"-202"-15,0 0-290 0,0 0 28 16,0 0 70-16,0 0-36 0,6 45-24 16,-6-22-33-16,0 1 57 0,0-3-63 15,0 2 29-15,0 0-29 16,0-1 0-16,0-2-21 0,8 1 21 15,-8-1 0-15,5-4-14 16,8-2 14-16,-7-4 0 0,1-5-62 16,1 0 62-16,6-2 0 0,-1 1 2 15,0-4 11-15,6 0-13 0,-3-4-322 16,-3 0 226-16,0 0-100 0,0-4-524 16,1 2-7-16,-7-1-246 0</inkml:trace>
  <inkml:trace contextRef="#ctx0" brushRef="#br0" timeOffset="23188.2">4947 15033 2326 0,'0'0'391'15,"0"0"-391"-15,-50 26-7 0,34-12 7 16,-2-1 0-16,2 3 94 0,-3-2-1 15,11 0-39-15,3 1 27 0,0-1-8 16,5-2-73-16,0-4 20 16,5 1-20-16,3-3 28 0,5 0 4 15,6-1 45-15,-1-2-36 0,3-1-18 16,1 0 85-16,-4-1-99 0,-2 3 23 16,-3 1-45-16,1 0 13 0,-7-1-47 15,-1 1 47-15,-1-1 0 0,-2 3 2 16,2 3 20-16,-5 3 23 0,0 2-23 15,-5 1 73-15,-3-2-32 0,0 1-50 16,-3-4 69-16,3 1-82 16,0-6-66-16,0 0 34 0,3-3-79 15,5-1-220-15,-5-1 159 0,5-1-44 16,-3-2-397-16,3-2-102 0,3-8-265 16</inkml:trace>
  <inkml:trace contextRef="#ctx0" brushRef="#br0" timeOffset="23374.59">5112 15150 2772 0,'0'0'440'0,"0"0"-325"15,0 0-17-15,0 0 33 0,0 0-43 16,0 0-6-16,31 47-56 0,-31-28-4 16,0-2 37-16,0-2-59 0,-5 1 26 15,5-1-17-15,-3 2-9 0,1-6-91 16,-1-3 91-16,3-2-120 0,-5-1-338 15,5-3 205-15,-3 0-85 0,-2-2-556 16,5 0 158-16</inkml:trace>
  <inkml:trace contextRef="#ctx0" brushRef="#br0" timeOffset="23908.19">5059 15139 938 0,'0'0'514'0,"18"-37"-104"0,-5 21-160 16,1 1-56-16,-1 3 210 0,3 2-82 15,-3 0-63-15,0 4-18 0,6 2-120 16,-1 3-52-16,4 1-44 16,-7 5 67-16,4 3-42 0,-6 6-47 15,6-1 88-15,-3 3-91 0,-3-1 13 16,-5 3-13-16,5 1 0 0,-8-1 6 16,3 2-6-16,-2-1 0 0,-6 0 9 15,0-1-9-15,0-2 0 0,0 0-9 16,-6-4 9-16,-2-2 0 0,3-4-57 15,2 0 35-15,-2-5 22 0,0 1-123 16,5-1 123-16,-8-2 0 16,3-6-47-16,5-9 28 0,-3-2-29 15,3-1-113-15,3-3 132 0,2 2-50 16,8 1-52-16,-5 0 129 0,5 1 4 16,6 2 19-16,-6 2 84 15,3 2-13-15,-3 4 25 0,0 2 16 16,-2 3-48-16,-3 3-85 0,0 0 60 15,-3 0-57-15,1 4 12 0,-4 2 51 16,6 4-66-16,-8 3 25 16,5 2-25-16,-5 3 0 0,-5-4 22 15,-3 1-9-15,6 1-13 0,-9 1-3 16,8 0 3-16,-2 0 0 0,0 1-31 16,5-4 31-16,-3 0 0 0,3 0-28 15,0-5 28-15,3-2 0 0,-3-1-59 16,0-1 56-16,5 0 3 0,3 1-66 15,-3 0 64-15,3-1 2 0,0-2-154 16,-3-2 8-16,3-1-54 16,6 1-91-16,-9-5 15 0,3-3-237 15,2 2-928-15</inkml:trace>
  <inkml:trace contextRef="#ctx0" brushRef="#br0" timeOffset="24177.23">5596 15145 2224 0,'0'0'1288'0,"0"0"-1288"15,0 0-42-15,-8 34 42 0,3-13 57 16,-3 1 105-16,8 0-46 0,-5-3-53 16,2-1 66-16,3 2-44 0,0-2-69 15,8 0 93-15,-3-1-90 0,3-2 18 16,6-3 10-16,-6 0-47 0,10-4 25 15,-5 0-25-15,1-6 0 0,1-1-6 16,-1-1 6-16,-1-1 0 16,0-4-215-16,0 0 95 0,-5-2-6 15,3 2-221-15,-8-4 92 0,2 0-161 16,-5-1-636-16,0 2-26 0,-8-4 358 0</inkml:trace>
  <inkml:trace contextRef="#ctx0" brushRef="#br0" timeOffset="24347.7">5628 15270 3532 0,'0'0'483'0,"0"0"-483"16,0 0-76-16,34-15 64 0,-20 5 12 16,7-1-38-16,-8 0 13 0,0 1-322 15,1-1 57-15,-6-2-256 0,-3 6-989 16</inkml:trace>
  <inkml:trace contextRef="#ctx0" brushRef="#br0" timeOffset="24766.99">5779 15030 3927 0,'0'0'109'15,"0"0"-109"-15,0 0-34 0,0 0 34 16,0 0 6-16,0 0 13 0,37 13 32 15,-29 9-51-15,-3 5 22 0,-2 1-6 16,2 0-16-16,-5-4 28 16,0-1-9-16,0 1-19 0,0-2 18 15,6-5-18-15,-4-1 0 0,4-6-22 16,-4-4 22-16,1 0 0 0,-1-6 0 16,6 0 0-16,6 0 4 0,-1-12 17 15,0-2 48-15,0-4-69 0,1-1-19 16,-6 2 19-16,-3-4 0 0,3 4-154 15,-3 0 129-15,0 4-70 0,-2 1-245 16,2 3 245-16,-5 5 16 0,6 2-77 16,-6 1 156-16,2 0-29 15,-2 1 16-15,0 1 13 0,0 5 166 16,0 6-55-16,0 5 69 0,0 4-44 16,6-4 2-16,-6 2 10 15,5-4-101-15,-2-2-10 0,7-1-2 16,1-1-35-16,-1-4-53 0,4-2 25 15,-1-4 28-15,3-1-425 0,-3 0 178 16,0-6-40-16,6-2-294 16,-6-4 103-16,0-3-182 0,-5 3-699 15</inkml:trace>
  <inkml:trace contextRef="#ctx0" brushRef="#br0" timeOffset="25156.87">6195 15068 3183 0,'0'0'445'0,"-13"47"-309"0,5-19-35 16,2 0 110-16,-2-5-11 15,8 0-14-15,-5-3-1 0,5-4-185 16,0-3 12-16,5-5-13 0,1-2 1 16,-4-2-120-16,9-2 120 15,2-2 0-15,3-2-111 0,5-9 108 16,-2-3-41-16,2-1-133 0,-8-1 174 15,0 2-28-15,1 0-75 0,-6-1 106 16,2 4 0-16,-2 2-10 16,-5 3 7-16,2 1 3 0,-5 4-172 15,0 0 171-15,0 1-40 0,0 1-29 16,0 6 70-16,0 6 88 0,-5 7 66 16,2 1 29-16,-2 4-65 0,2-7-75 15,3 0 63-15,3-1-106 0,2-2-10 16,3-4-2-16,5-1 12 0,1-2-205 15,-1-5 52-15,8-3-77 0,0-2-420 16,-2-5 307-16,2-5-96 16,3 1-225-16,-3-3 364 0,-5 0 66 15,2-1-300-15,-10 4-66 0</inkml:trace>
  <inkml:trace contextRef="#ctx0" brushRef="#br0" timeOffset="25421.89">6563 15167 1914 0,'0'0'1041'0,"0"0"-699"0,0 0-97 16,-40 52-2-16,32-29 35 16,-2-2-48-16,7 0-71 0,-2 2-73 15,5 0 50-15,0-4-136 0,0 0 58 16,8-5-58-16,-3-2 0 0,3-4-80 16,10-3 80-16,-2-3 0 0,-2-2-147 15,7-5 98-15,-3-1-23 0,1-4-121 16,-3-1 190-16,-3 0-47 0,-2 0-161 15,-1-2 189-15,-4 2-54 0,-1-1-154 16,-3 0 170-16,-2 1-87 16,-2-4-310-16,-3 2-71 0,-3 1-487 15</inkml:trace>
  <inkml:trace contextRef="#ctx0" brushRef="#br0" timeOffset="25546.24">6579 15239 3690 0,'0'0'217'15,"0"0"-195"-15,0 0-16 0,0 0 130 16,0 0-102-16,40-7-18 16,-27-1-32-16,0 0-54 0,0 0-241 15,-5-3 118-15,-2 1-157 0,-1-4-623 16,-2 4-73-16,-3 0-77 0</inkml:trace>
  <inkml:trace contextRef="#ctx0" brushRef="#br0" timeOffset="25911.11">6701 14996 2308 0,'0'0'1368'0,"0"0"-1337"0,47-16 14 16,-28 15 27-16,-6 1 82 0,0 5-78 16,1-1-35-16,-6 5-32 15,5 1-9-15,-3 2 22 0,-2 1 0 16,0 0-22-16,-2 3 12 0,-4 3-12 15,4-3 0-15,-6 5 19 0,0 3-3 16,0 0-16-16,0 2 34 16,-6-1-15-16,-2-2-19 0,3 0 6 15,-3-5-6-15,5 1 0 0,-2-3-22 16,0-1 22-16,5-4 0 0,-3-3-20 16,3-2 20-16,0-2 0 0,0 1-25 15,3 0 25-15,-3 1 0 0,8-4-15 16,-3-1 15-16,8-1 0 0,1-2-179 15,-1-4 75-15,5-3-22 0,-2-3-254 16,-3 0 160-16,9-2-98 16,-4-2-554-16,-5-3 153 0,1 5-53 15</inkml:trace>
  <inkml:trace contextRef="#ctx0" brushRef="#br0" timeOffset="26092.2">7103 15131 1170 0,'0'0'2283'0,"-5"36"-2131"16,-3-10 19-16,3-3 61 16,-3 1-43-16,5 1-80 0,0-3-103 15,1 1 68-15,2-3-74 0,0-4-178 16,2-3 38-16,1-4-125 0,8-5-408 16,-1-4 355-16,6-1 22 0,3-5-164 15,-1-6 116-15,-2-2-118 0,5-1-340 16,-7 2 368-16</inkml:trace>
  <inkml:trace contextRef="#ctx0" brushRef="#br0" timeOffset="26517.85">7225 15235 3429 0,'0'0'370'15,"-16"51"-185"-15,11-25 7 0,5-4 35 16,0-3-119-16,8-3-89 0,2-3 49 15,4-1-68-15,2-3-28 16,5-6 28-16,3-3 0 0,-1 0-12 16,4-8 12-16,-3 0 0 0,0-2-50 15,-6 0 50-15,3-1 0 0,-7-1-60 16,-1 4 60-16,-8-1 0 0,0-2 35 16,-5 1-32-16,0 0-3 0,-5 0-205 15,-3 5 192-15,3-1-68 0,0 2-138 16,-3 0 206-16,2 1-25 0,-2-1 38 15,3 0 25-15,2 3 29 0,-2 0-32 16,5-1 85-16,0 1-107 16,8-1-40-16,5 0 40 0,6-1 0 15,-3 1-58-15,0 1 58 0,0 1 0 16,-9 1 1-16,7 4 110 0,4-1-15 16,-4 4-46-16,-7-2 130 15,7 1-118-15,-4 2-13 0,-2 3-12 16,-5-6-37-16,2 1 6 0,-5-3-6 15,5 1 0-15,-2 0-157 16,-3-1 79-16,5 1-102 0,-5-1-329 16,6-1 93-16,-4-1-258 0,4-2-1407 15</inkml:trace>
  <inkml:trace contextRef="#ctx0" brushRef="#br0" timeOffset="27065.18">8330 15091 3339 0,'0'0'67'0,"0"0"-64"16,-14 41 83-16,6-14 73 15,3 1 17-15,-3-1 13 0,8-1-13 16,-5-2-80-16,5-2-83 0,0-1 52 15,0-3-65-15,0-6-6 16,2-6 6-16,1-2 0 0,2-3-115 16,1-1 113-16,2-7-129 0,5-7-127 15,3-6 188-15,-6-3-126 0,1 1-397 16,-8 0 156-16,-3 1-23 0,0 2-307 16,-3 3 178-16,0 3-83 0</inkml:trace>
  <inkml:trace contextRef="#ctx0" brushRef="#br0" timeOffset="27329.22">8343 15118 1210 0,'0'0'1559'15,"0"0"-1123"-15,0 0-181 0,0 0-55 16,0 0 18-16,0 0-74 16,0 0-68-16,39 11 64 0,-12-11-112 15,-1-6 16-15,4-3-16 0,-4-3-28 16,-2 1-292-16,-8-3 185 0,5 2-3 16,-8 1-133-16,-2 2 132 15,-9 3-64-15,4 2-183 0,-6 4 281 16,5 0 35-16,-5 0 42 0,0 8 167 15,-5 9 47-15,-3 10 118 0,-3 6-64 16,1 0-64-16,-1-3-31 16,8-5-2-16,1-2-164 0,2-4 48 15,0-5-55-15,2-3 0 0,1-2-125 16,8-3 123-16,-1 0-111 0,1-6-280 16,5-4 216-16,-3-4-176 0,0-3-654 15,0 1-313-15</inkml:trace>
  <inkml:trace contextRef="#ctx0" brushRef="#br0" timeOffset="27610.49">8764 15092 2369 0,'0'0'542'16,"-19"38"-430"-16,6-15 189 16,8 0 26-16,2 1-91 0,-2-4-6 15,5 1-46-15,0-4-94 0,0 0-75 16,8-3 59-16,2-1-74 0,-2-3 10 16,11-3-10-16,-6-5 0 0,3-2 12 15,5 0-12-15,-2-3 0 0,-1-3-139 16,-2 1-54-16,-3-4-30 0,1 0-321 15,-6-1-22-15,-3 0-518 0</inkml:trace>
  <inkml:trace contextRef="#ctx0" brushRef="#br0" timeOffset="27751.49">8854 15146 3963 0,'0'0'0'15,"0"0"-356"-15,0 0-48 0,0 0 49 16,0 0-294-16,0 0-1550 0</inkml:trace>
  <inkml:trace contextRef="#ctx0" brushRef="#br0" timeOffset="28078.17">8941 14956 2500 0,'0'0'1088'0,"45"-20"-1088"16,-23 12-63-16,-4 3 63 0,-2-1 0 15,-3 3-22-15,0 0 20 0,-5 3 2 16,6 0-140-16,-6 1 127 0,-3 3-3 16,0 3 16-16,3 5 38 15,-8 7 0-15,8 9 45 0,-5 3 56 16,-3 5-59-16,0 0-61 0,0-1 47 15,-3-1-66-15,3-2 19 0,0-5-19 16,-3-6 0-16,3-5-96 16,0-4 94-16,0-5-58 0,3-3-111 15,-3-3 120-15,3-1-60 0,-1 0-62 16,6-6 135-16,-2-8-1 0,2-1-184 16,0-5 17-16,-3 1-66 0,0 1-357 15,3 2-22-15,-3 1-357 0</inkml:trace>
  <inkml:trace contextRef="#ctx0" brushRef="#br0" timeOffset="28265.35">9283 15081 2099 0,'0'0'521'0,"0"0"-206"16,34 23 260-16,-28-9-262 0,2 2-150 15,0 1-58-15,-8-2 35 0,8 2-53 16,-6-4-62-16,-2 1 93 0,0-2-100 16,0-1 32-16,0-4-4 15,-5 0-40-15,-3 1 38 0,-5 0 26 16,-1-2-70-16,1-1 25 0,0-1-53 15,0-1 28-15,-6 1-346 0,6-1 191 16,0-1-182-16,5 0-958 16,0-2-621-16</inkml:trace>
  <inkml:trace contextRef="#ctx0" brushRef="#br0" timeOffset="28717.33">10070 14988 3220 0,'0'0'230'0,"-3"38"-160"16,0-14 78-16,3-4-12 0,0 1-48 15,3-2-88-15,-3-2 57 0,3-1-57 16,-1-4-44-16,-2-3 12 0,0-2-37 16,6-4-389-16,-6 1 244 15,0 0-46-15,0-1-347 0,0-1-3 16,-6-2-142-16</inkml:trace>
  <inkml:trace contextRef="#ctx0" brushRef="#br0" timeOffset="28922.29">9895 15128 3977 0,'0'0'226'0,"0"0"-226"0,0 0 84 16,0 0-84-16,47-11 90 0,-25 8-84 15,-1-1 134-15,5 2-140 0,-4 1 64 16,-1 1-66-16,-3 0 2 16,-5 4-275-16,6 0 150 0,-6 3-76 15,-5 2-329-15,0 0 202 0,-8-1-213 16,0-3-942-16</inkml:trace>
  <inkml:trace contextRef="#ctx0" brushRef="#br0" timeOffset="29095.89">9966 15319 3228 0,'0'0'769'0,"0"0"-503"15,0 0-266-15,0 0 0 0,0 0 0 16,0 0 93-16,45 2-93 0,-23-2 4 16,1-2-60-16,-1 1 56 0,-1 1-515 15,5-3 75-15,-7 1-169 0,-3-1-1722 0</inkml:trace>
  <inkml:trace contextRef="#ctx0" brushRef="#br0" timeOffset="29750.25">10618 14979 829 0,'0'0'186'0,"0"0"-49"0,0 0 250 15,0 0-127-15,0 0-26 0,0 0 155 16,0 0-202-16,0 0-51 16,-35-1 8-16,33 8-2 0,-1 3-2 15,0 8 77-15,-2 6-10 0,5 2-52 16,0 2-55-16,-2-3 16 0,2 2-65 16,0-3-20-16,0 0-8 15,0-2-23-15,2-4-78 0,9-4 56 16,-3-3-60-16,0-4-351 0,8-5 229 15,-3-3-87-15,5-8-480 0,-4-4 43 16,-1 2 67-16</inkml:trace>
  <inkml:trace contextRef="#ctx0" brushRef="#br0" timeOffset="29985.86">10716 15139 1981 0,'0'0'1149'0,"-11"39"-1012"0,11-17 64 15,6-4-8-15,1-1-82 0,1-4-1 16,3-4 18-16,5-2-36 16,2-6-82-16,4-1 96 0,1-8-85 15,1-4 7-15,0-3 53 0,-8-1-62 16,3-2 30-16,-11 1-80 0,5 0 31 16,-13 1-186-16,5-1 183 15,-5 2 3-15,-5-3-164 0,-1 4 105 16,-4-2-164-16,-1 3-551 0,-2 1 52 15,8 3-522-15</inkml:trace>
  <inkml:trace contextRef="#ctx0" brushRef="#br0" timeOffset="30233">11023 15161 440 0,'0'0'1685'16,"0"42"-1487"-16,-3-21 99 0,-2-2 105 15,5-3-140-15,0-1 9 0,0-4-16 16,0 0-104-16,5-5-113 16,3-1-4-16,3-5 30 0,5 0-8 15,2-9-25-15,4-5 109 0,-1-5-93 16,3-1-16-16,-3-2 34 0,-5 0-65 16,-3 0 40-16,0 2-64 15,-2-3 24-15,-9 3-249 0,-2-1 193 16,0 0-111-16,-2 1-579 0,-9 5-279 15,8 1-444-15</inkml:trace>
  <inkml:trace contextRef="#ctx0" brushRef="#br0" timeOffset="30533.27">11828 14933 3164 0,'0'0'407'16,"0"0"-384"-16,0 0-23 0,0 0 91 15,0 0-53-15,-40 15 9 0,14-1-24 16,-3 3 46-16,-3 3 145 0,3-1-2 16,-3 3 5-16,6 4-38 15,-3 1-53-15,2 2-83 0,1 0 113 16,2-2-156-16,8 1 52 0,0-3-52 15,3-3 0-15,2-2-95 0,11-6 53 16,-3-4 42-16,3-3-323 16,0-4 199-16,0-3-146 0,3-3-550 15,5-9 267-15,-3 1-272 0,3-8-1184 0</inkml:trace>
  <inkml:trace contextRef="#ctx0" brushRef="#br0" timeOffset="30672.2">11566 14908 3899 0,'0'0'0'0,"0"0"-278"15,21 34 43-15,-8-12 34 0,-5 2-106 16,-2-4-930-16,2-6-272 0</inkml:trace>
  <inkml:trace contextRef="#ctx0" brushRef="#br0" timeOffset="30811.99">11722 15213 2917 0,'0'0'778'0,"0"0"-633"15,0 0-145-15,0 0-60 0,0 0-288 16,19-40 58-16,-11 27-328 0,-8 3-1420 16</inkml:trace>
  <inkml:trace contextRef="#ctx0" brushRef="#br0" timeOffset="31593">12326 15205 2030 0,'0'0'392'0,"0"0"-279"0,13 38 100 16,-7-31 44-16,-4-1-59 15,4 0-10-15,-4-4-26 0,4 2-44 16,-1-2-49-16,0 1-44 0,-2-3 111 15,-3 0-5-15,5-2 33 0,-2-5 4 16,-1-4-168-16,4-6-90 16,-4-3 77-16,4-1-46 0,-4 2-122 15,1-1 180-15,0 2-14 0,-1-1-91 16,6-1 93-16,-3 1-66 0,6 2-288 16,-3 1 170-16,0 5 18 0,0 5-20 15,-5 4 199-15,-1 2 25 0,1 0 126 16,2 2 35-16,0 8 18 0,1 8-103 15,2 4 35-15,0 0-38 0,-3-2-35 16,3-2 50-16,-3-3-94 16,0 1 13-16,-2-5 11 0,8-4-43 15,-9-1 30-15,4-2-30 0,-4-3 0 16,4-1 28-16,4 0-6 0,1-7-22 16,2-4-111-16,0-6 80 15,0 0-66-15,3-3-184 0,-5 4 167 16,2-2-33-16,-5 0-159 0,0 0 201 15,3 0-43-15,-3 6-269 0,-3 1 116 16,3 4 100-16,-8 4 201 16,0 3 159-16,5 0 90 0,-5 3 262 15,0 7-270-15,0 3-1 0,0 8 52 16,0 2-108-16,0-1-68 0,0 0-109 16,5-5 49-16,1-2-56 0,7-1-128 15,-2-2 75-15,5-1-175 0,2-2-466 16,-2-6-95-16,0 0-422 0</inkml:trace>
  <inkml:trace contextRef="#ctx0" brushRef="#br0" timeOffset="32095.18">12959 15055 3812 0,'0'0'211'15,"0"0"-88"-15,-45 48-5 16,37-31 41-16,3 1-54 0,-3-4-90 16,8-1 59-16,0-1-74 0,5-4-46 15,0-2 46-15,-2-3 0 0,2-2-62 16,1 0 62-16,-4 0 0 0,6-1 13 16,-2 0-44-16,-1-3 31 0,-2 2-155 15,-1-4 155-15,-2 1 0 0,0-1 40 16,0-1-12-16,0-1-28 0,-2 0-3 15,2-4 3-15,0-6 0 0,0 0-138 16,5-2 135-16,-2 0-28 16,4 0-100-16,4 1 106 0,2 0 25 15,1 1-86-15,-1 1 86 0,8 4 0 16,-5-1 13-16,5 1 69 0,-5 3 6 16,8 4-63-16,-3 2 105 15,-5 3-37-15,5 3-52 0,-5 6 70 16,-3 4-111-16,-2 1 3 0,-1 5-3 15,-2-1 0-15,0 5 31 16,-2-2-3-16,-1 1-28 0,-3 0 43 16,-2 0-22-16,0 0-21 0,0-3 31 15,0-1-31-15,0 2 0 0,0-6-28 16,-7 1-27-16,1-3 55 0,-2-2-409 16,0-5 250-16,0 2-106 0,-2-7-440 15,-3 0 217-15,-1-3-267 0,6-2-1108 16</inkml:trace>
  <inkml:trace contextRef="#ctx0" brushRef="#br0" timeOffset="32591.94">13062 15121 3580 0,'0'0'397'16,"0"0"-397"-16,0 0-24 15,51-13 24-15,-33 9 3 0,1-1 91 16,-1 2-94-16,6 1-3 0,-5 1 2 15,-1 1 1-15,3 3-69 16,-5 3 38-16,-2 3 31 0,-1 1-79 16,-3 1 79-16,1 3 41 0,-3-1-10 15,-3 1 60-15,-2-2-91 0,2-1 39 16,-5-2 2-16,0-4-35 0,0 1 34 16,0-3 13-16,-5 1-53 0,5 0 47 15,-3-1-3-15,3-3 11 0,-5-2-51 16,0-5 95-16,5-7-99 0,0-4-65 15,0 1 62-15,5-4 3 0,3 1-72 16,-3 3 47-16,3-5 25 16,5 3-187-16,1 3 166 0,2-2 21 15,-1 5 0-15,1 4 53 0,-2 2 90 16,-1 4-31-16,-3 3 39 0,1 1-151 16,-3 6 10-16,-3 3-10 15,3 0 3-15,-3 6 55 0,-5-2-27 16,0 1-31-16,0 0 34 0,-5 1-25 15,-3 0-9-15,6 2 13 16,-9-2-13-16,6 1 0 0,-3-2-10 16,2 2 10-16,1-3 0 0,0-1-49 15,2-4 46-15,3-2 3 0,0-3-219 16,3 1 147-16,5-4-43 0,5-1-139 16,6-1 81-16,2-9-57 0,5 0-424 15,-2-2 225-15,0-1-154 0,-6 1-755 16</inkml:trace>
  <inkml:trace contextRef="#ctx0" brushRef="#br0" timeOffset="33046.57">13701 15053 2771 0,'0'0'500'0,"0"0"-207"16,-37 51 48-16,26-32-127 15,6 0-33-15,2-1-11 0,3-2 40 16,3-3-84-16,2 0-105 0,8-3 117 15,3-3-138-15,3-3 58 0,2-4-39 16,5 0-19-16,1-4 49 16,-3 1 3-16,0-4-52 0,-6 3-168 15,-2-4 155-15,-5 4-20 0,-4-2-158 16,-1 2 173-16,-4 0-13 0,-2-1-185 16,0-3 215-16,-8-2-48 0,-2 0-184 15,-3 0 233-15,-3 2 0 0,3 3 2 16,5 2 60-16,2 0-56 0,4 2 47 15,2 1-3-15,0-1-50 0,0-3-41 16,8-2 41-16,5 0-40 16,5-1-94-16,1 0 109 0,-1 2 25 15,-2 2-73-15,-2 3 73 0,-1 0 0 16,0 4 20-16,-2 2 83 0,-1 4 15 16,-7 3-80-16,5-1 86 15,-3 2-66-15,-5 0-51 0,0-2 150 16,5 3-120-16,-5-4 9 0,0 1 15 15,0-3-61-15,3-2-6 16,-3-3 6-16,0-1 0 0,3 1-176 16,-3-1 130-16,2-1-118 0,-2-1-358 15,6-1 172-15,-4 0-202 0,1-3-881 16,0-5-137-16</inkml:trace>
  <inkml:trace contextRef="#ctx0" brushRef="#br0" timeOffset="33268.68">14175 15002 3577 0,'0'0'604'15,"0"0"-582"-15,0 0 68 0,-8 34 7 16,0-11 17-16,0 2 80 0,-5-2-104 16,10-4-63-16,0-1 47 15,1-2-74-15,2-2-34 0,0-1 34 16,2-4 0-16,1 0-104 0,0-6 70 15,2 0-3-15,3-1-334 16,8-2 203-16,2-1-125 0,1-6-507 16,-3-4 485-16,-3 1-351 0,-2 0-1401 0</inkml:trace>
  <inkml:trace contextRef="#ctx0" brushRef="#br0" timeOffset="33625.3">14342 15073 2879 0,'0'0'620'0,"0"0"-270"15,-32 39-42-15,21-28-87 0,-2-2-60 16,10-2 3-16,-2-3-164 16,0-1 58-16,5-1-58 0,0 0 0 15,-3-2 25-15,3 0 2 0,0-2-27 16,0-8-144-16,3-3 125 0,2-2-55 16,0-3-156-16,-2 6 228 15,5-3-58-15,-3 5-203 0,-5 2 178 16,8 2-56-16,-3 4-24 0,1 0 165 15,4 2 92-15,4 3 144 0,2 10 99 16,-1 2-68-16,7 3-141 16,-4 0 135-16,3 0 26 0,1-1-132 15,-4-2 57-15,9-3-212 0,-6-2 97 16,3-4-75-16,-6-5-22 0,3-1-7 16,-2-1 7-16,-1-5 0 0,-4-3-63 15,4 2 51-15,-7-2 12 0,-3-1-118 16,0-2 116-16,-6 0 2 0,-2-3-262 15,0 0 247-15,0-2-137 0,-5-2-596 16,0 1-15-16,-3 3-953 0</inkml:trace>
  <inkml:trace contextRef="#ctx0" brushRef="#br0" timeOffset="34876.33">4129 15831 1305 0,'0'0'329'0,"0"0"-47"0,0 0 111 16,0 0-183-16,0 0-10 0,0 0 47 16,0 0-90-16,0 0-13 0,0 0 63 15,-16-26-131-15,6 26-76 0,-4 1-95 16,1 4 94-16,2 2 1 0,1-1-99 15,2 2 96 1,3 1-41-16,-3 2-78 0,2 0 121 0,4 0-12 16,2 2-69-16,0 0 81 0,0 2-17 15,8 1-43-15,0-1 58 16,2 0 3-16,3 2-59 0,3-2 59 16,-2 0 0-16,4 1 2 0,-2 0 40 15,-3 0 22-15,0 1-54 0,1 0 41 16,-1-1-48-16,-8-2 4 0,3 2 15 15,-8-4-22-15,0 1 19 16,0-1 19-16,0 0 26 0,-8 1 13 16,-2-2 56-16,2 0-12 0,-8-2 9 15,3 0-11-15,-6-4-62 0,6 2-51 16,-6-4 91-16,6-1-97 0,-3-2 52 16,3 0-37-16,0-3-15 0,-1-4-130 15,6 2 89-15,-2 1-110 0,7-5-207 16,6-2 160-16,2-1 3 15,3-3-333-15,11 2 175 0,2 1-4 16,0 3-320-16,-8 1 250 0,6 4-170 0</inkml:trace>
  <inkml:trace contextRef="#ctx0" brushRef="#br0" timeOffset="35235.36">4322 16251 1407 0,'0'0'423'0,"0"0"-212"0,0 0 48 16,0 0-59-16,-5 33-16 0,5-30 160 16,-3-1-88-16,3-1-36 0,0-1 61 15,0-4-77-15,0-7-204 0,0-5-15 16,0-5 2-16,3-1 13 0,5-1-125 16,3 0 121-16,-3-1-40 0,5-1-120 15,-5 2 145-15,5-1-19 0,0 2-54 16,0 5 79-16,6 4 4 15,-11 4-84-15,5 4 91 0,-5 5-15 16,5 2-133-16,-7 5 137 0,2 3-6 16,0 5 19-16,2 0 118 0,-2 3-54 15,-3 1-55-15,-2 0 32 16,2 1-41-16,3 1 13 0,-8-4-6 16,6 3-7-16,-1-5 15 0,-5 1-2 15,0-2-13-15,0-6-229 0,0 0 142 16,-5-3-25-16,5-1-193 0,-6-1 34 15,-2 1-212-15,3 0-940 16</inkml:trace>
  <inkml:trace contextRef="#ctx0" brushRef="#br0" timeOffset="35436.71">4283 16200 2737 0,'0'0'395'0,"0"0"-395"0,0 0-64 16,0 0 64-16,34 11 115 0,-15-5-61 16,2-4-47-16,0-1 25 0,5-1-32 15,-4-1-19-15,4-2-65 0,-2-2-156 16,-3-3-398-16,-5-1-31 16,-3 0-64-16</inkml:trace>
  <inkml:trace contextRef="#ctx0" brushRef="#br0" timeOffset="35734.32">4465 15902 2980 0,'0'0'160'0,"0"0"-160"0,0 0-102 16,0 0 102-16,0 0 115 15,0 0-3-15,0 0-23 0,40-39-51 16,-21 18-31-16,-3 3 47 0,-11 0-48 16,3 7 20-16,-8-1-1 0,0 1 13 15,0 3-19-15,0 1 44 0,-8 1-63 16,3 1-94-16,-3 2 78 16,-6 0-64-16,1 1-111 0,0 2 169 15,8 1-20-15,2 4-118 0,-2 5 64 16,-3 4-129-16,8 7-455 0,-6-4-67 15,6 1-307-15</inkml:trace>
  <inkml:trace contextRef="#ctx0" brushRef="#br0" timeOffset="36578.15">5308 15932 1610 0,'0'0'575'0,"0"0"-575"15,0 0-26-15,0 0 26 0,0 0 281 16,5 44-139-16,0-24-84 0,-5 1 29 15,0-1-16-15,0-1-6 16,0-1-20-16,0-2-33 0,0-1 1 16,0-2 0-16,0-3-13 0,0-3 2 15,0-4-3-15,0-2 1 0,0 0-32 16,0-1 32-16,0 0 0 0,0-4-167 16,0-6-49-16,0-7-40 0,0-2-461 15,0-2 228-15,3 4 4 0</inkml:trace>
  <inkml:trace contextRef="#ctx0" brushRef="#br0" timeOffset="36779.55">5461 15930 347 0,'0'0'391'0,"0"0"104"0,40 51-325 16,-32-34 18-16,-3 2 186 0,-5 0-192 15,0 1-82-15,0 2 59 0,0-1-85 16,-8 0-3-16,-2 0-23 0,-4-1 1 15,-2 0-4-15,3-3-22 16,-5-4-23-16,4-1-13 0,1-3-114 16,0-3-25-16,10-4-156 0,-2-2-683 15,0 0-36-15</inkml:trace>
  <inkml:trace contextRef="#ctx0" brushRef="#br0" timeOffset="37017.18">5575 16097 1165 0,'0'0'563'0,"0"0"-284"16,0 36 6-16,0-17-91 0,0 0-26 15,0-3 26-15,0 1-82 0,0-3-22 16,8 1-17-16,-3-3-12 16,3 0-61-16,6-3 0 0,-4-3 0 15,1-3 7-15,7-3-1 0,-5 0 67 16,1-3-25-16,4-5-41 0,-2 1-7 15,-3 0-29-15,1-3-265 16,-6 2-31-16,-3 3-157 0,0 0-695 16,-5 1 159-16</inkml:trace>
  <inkml:trace contextRef="#ctx0" brushRef="#br0" timeOffset="37185.96">5596 16158 3290 0,'0'0'251'0,"0"0"-251"16,0 0-111-16,0 0 111 0,0 0 0 16,0 0 22-16,40-19 0 0,-27 12-22 15,0 0-108-15,1 0-55 16,-6 2-135-16,0 0-561 0,-6 0 173 16,-2 3-17-16</inkml:trace>
  <inkml:trace contextRef="#ctx0" brushRef="#br0" timeOffset="37483.75">5607 16033 2777 0,'0'0'96'0,"0"0"-96"0,0 0-202 16,42-27 189-16,-21 17 0 0,-2 1-20 16,2 0 33-16,0 2 0 0,-2 1-48 15,2 0-62-15,0 2-52 0,-2 2-123 16,7-1 237-16,-5 3 48 15,-2 0 31-15,-3 4 21 0,2 4-36 16,-4 4 6-16,2 2 104 0,-6 0-9 16,-2 5 154-16,0 1-155 0,3 1-55 15,-9 2-32-15,-2 1 20 16,6 0-27-16,-6-2-12 0,0-2 19 16,0-2-29-16,-6-2 3 0,6-3 16 15,-2-2-19-15,2-3-98 0,-6-1-18 16,6-5-55-16,-5 0-247 15,5-1-85-15,-8-1-191 0</inkml:trace>
  <inkml:trace contextRef="#ctx0" brushRef="#br0" timeOffset="37670.67">5811 15971 2830 0,'0'0'270'0,"0"0"-165"15,0 0-105-15,0 0-9 0,0 0 9 16,53-27 3-16,-24 22 8 0,-3 1-11 16,9 3-72-16,-3 1 70 0,2 0-214 15,0 0-776-15,-7 0 283 0,-1 0-122 16</inkml:trace>
  <inkml:trace contextRef="#ctx0" brushRef="#br0" timeOffset="38158.69">6680 15980 205 0,'0'0'1012'0,"0"0"-420"0,0 0-417 16,0 0-74-16,0 0 68 16,-30 37-50-16,20-18-2 0,-3 2 34 15,5 3-35-15,8 0 4 0,-6 1-15 16,6 0 4-16,0 0-6 0,0-2 34 16,6-3-19-16,2-1-42 0,-3-2-60 15,8-5 47-15,-5-3-50 0,5-3 6 16,1-1 66-16,4-2-85 15,-5-2-29-15,3-1 27 0,-3 0-56 16,1 0-231-16,-6-1 119 0,-6 0-73 16,1-2-357-16,-3 1 59 0,5 1-133 15</inkml:trace>
  <inkml:trace contextRef="#ctx0" brushRef="#br0" timeOffset="38328.29">6677 16136 2957 0,'0'0'32'0,"0"0"6"0,42-1-18 15,-26 1 31-15,-3 0-32 0,1 1-13 16,-1-1 30-16,-3 0-36 0,4 0-39 16,-6-1-160-16,0-2-123 0,-3 1-374 15,-2-2 160-15,-1 3 8 0</inkml:trace>
  <inkml:trace contextRef="#ctx0" brushRef="#br0" timeOffset="38827.57">6801 16041 282 0,'0'0'1142'0,"0"0"-1073"0,0 0 97 16,0 0 155-16,0 0-68 16,0 0-30-16,40-19 55 0,-32 22-166 15,3 8-22-15,2 2 80 16,-5 5-74-16,0-4-13 0,-3 2-73 15,-5-4 31-15,3 3-41 0,-1-3 3 0,-2 0 13 16,0 0-16-16,-2 0 13 16,-1-2-12-16,-2-1-1 0,2-5-127 15,3 0 69-15,-5-1-38 0,5-2-96 16,0-1 189-16,0-3 3 0,0-8-174 16,8-8 129-16,0-2 9 0,2 0 1 15,4-1 31-15,1 3-18 0,4 1 22 16,-1 2 48-16,-2 7 97 15,3 1 35-15,-3 6-42 0,-6 2-35 16,-2 0-11-16,0 1 16 0,0 3-19 16,-2 2 60-16,-6 2 28 0,5 7-130 15,-5-1-6-15,0 2-12 16,-5-1-29-16,-3-2 22 0,0-1-7 16,-3-1-15-16,8 0 28 0,-7-1-18 15,2 0-10-15,5-1 6 0,-2-3-6 16,0-1 0-16,5-1-25 0,0-1 25 15,-3 3 0-15,3 0-9 0,0 1 9 16,0-1 25-16,3 1-3 16,2 5 23-16,3 0-45 0,5 0-28 15,8-1 28-15,-2-2 0 0,2-2-95 16,11 0 48-16,-3 0-161 0,11-4-441 16,2 1 153-16,3-3-165 0,-10-1-951 15</inkml:trace>
  <inkml:trace contextRef="#ctx0" brushRef="#br0" timeOffset="39275.96">7930 15976 713 0,'0'0'271'16,"0"0"-203"-16,-45 30 39 15,29-14 213-15,-3 6-38 0,1 2 33 16,10 5 222-16,-6 2-250 0,6 2-56 16,3 1-24-16,3-2-13 0,2-4-61 15,0-4-76-15,10-4 28 0,1-3-85 16,5-8 25-16,2-4-18 16,9-5-7-16,-6-3 25 0,5-7-25 15,-5-5 13-15,3-3 15 0,-8-2-22 16,5 0-6-16,-7 1-214 0,-1-3 157 15,-3 2-54-15,-7 1-201 16,5-1 194-16,-5 2-4 0,-1-1-232 16,-2-2 99-16,0 0-202 0,0 5-845 15</inkml:trace>
  <inkml:trace contextRef="#ctx0" brushRef="#br0" timeOffset="39577.43">8118 15991 1306 0,'0'0'845'15,"0"0"-415"-15,13 42-169 0,-10-19-136 16,-3 0-25-16,5-3-36 15,-5 0 60-15,0-1 42 0,0 2-61 16,2-6-86-16,1 0 44 0,0-5-63 16,2-3-6-16,-2-4 6 0,2-1 0 15,3-2 13-15,5-1 12 0,6-7-25 16,-1-3-67-16,-2-5 30 16,-3 1-43-16,1 3-146 0,-6 0 156 15,2 1-20-15,-7 1-112 0,-3 4 131 16,5 2 0-16,-5 3 0 0,0 0 71 15,0 1 46-15,0 1 114 0,-5 7-50 16,5 5 31-16,-5 5 152 16,2 4-83-16,3 0-65 0,0-2-35 15,0-2 19-15,3-2-104 0,2 0 26 16,5-1-32-16,1-3-19 0,2-3-96 16,1-2 14-16,-1-1-151 0,5-1-561 15,-4-2 136-15,-1-3-510 0</inkml:trace>
  <inkml:trace contextRef="#ctx0" brushRef="#br0" timeOffset="40377.12">9151 16050 1301 0,'0'0'640'0,"0"0"-354"0,0 0-31 16,-3 53 58-16,3-25-175 16,0 0 58-16,0-6 21 0,3-1-96 15,-3-4-61-15,5 0-57 0,0-3 51 16,-2-4-54-16,-3-4-79 0,5-4 60 15,-5 1-16-15,3-3-83 0,-1 0 117 16,-2 0-37-16,3-8 22 16,-3-3-32-16,0-5-67 0,5-4-235 15,-2-1 144-15,-3 1 38 0,0 0 6 16,0 0 120-16,0-2-33 0,3-1-126 16,-1 1 113-16,12-1-19 0,-1 0-85 15,0 2 192-15,8 3 78 0,-2 1 406 16,-1 6-124-16,-2 5-28 15,0 3 46-15,-5 3-234 0,2 8-125 16,-5 0 16-16,2 6-9 0,-2 0 50 16,-2 2 10-16,-4 0 12 0,-2 1-98 15,0 0 13-15,-2 0-13 16,-4 0 0-16,-2-2 22 0,3-1-16 16,0-4-6-16,0-2 25 0,2-4-25 15,-2-1 0-15,5 1-28 0,0-2 9 16,0 3-10-16,8-1-88 0,2-1 117 15,6 4 0-15,-3-2 1 0,6 2 25 16,-6 1-26-16,-5-3-15 16,3 4 15-16,-9-1 0 0,4 3 2 15,-4 0 11-15,-2-1 15 0,-8 2-18 16,-5 0 63-16,0-1-73 0,-8 0 15 16,2 1-27-16,-2-3 12 0,-6 0-83 15,6 0 68-15,-5-5-20 0,7-1-137 16,-2 1 102-16,5-4-64 15,3-4-322-15,5-4 19 0,-3 0-257 16</inkml:trace>
  <inkml:trace contextRef="#ctx0" brushRef="#br0" timeOffset="40672.54">9622 16150 2315 0,'0'0'712'15,"-34"46"-478"-15,20-24-8 0,6-3 11 16,3-3-32-16,5-1-79 0,0-4-123 16,8 1 57-16,5-5-60 0,6-1 3 15,-1-4 3-15,4-3 10 0,-1-7 12 16,5-3 6-16,-5-3-34 15,3-1 3-15,-8-2 16 0,3 3-19 16,-11-2-207-16,-3 2 205 0,-5-1-14 16,0-1-125-16,-5 0 84 0,-3 0-60 15,-6-2-130-15,-4 2 66 16,2-1-217-16,-3 3-932 0,6 2 220 16</inkml:trace>
  <inkml:trace contextRef="#ctx0" brushRef="#br0" timeOffset="40922.94">9837 16073 1950 0,'0'0'285'0,"0"0"164"0,31 42-34 16,-28-25-217-16,2 1-23 0,3 1-29 16,-3-1-17-16,-2-1-47 0,2 0-28 15,-5-1 24-15,6-2-78 0,-4-4 10 16,-2-3-10-16,3-2 0 15,-3 0-35-15,0-3 7 0,3 1 28 16,-3-3-195-16,0 0 68 0,5-1-44 16,-2-8-155-16,-1-2 147 0,1-7-63 15,-3 0-285-15,0-5 157 16,5 1-49-16,1 1-145 0,-4 7 124 16</inkml:trace>
  <inkml:trace contextRef="#ctx0" brushRef="#br0" timeOffset="41205.08">9964 16102 335 0,'0'0'1088'16,"0"0"-451"-16,0 0-125 0,0 0 149 15,34-4-336-15,-21 8-104 0,9 0-39 16,-4-1-27-16,1 0-87 0,-4-3-49 16,7-2 34-16,-4-3-53 0,3-1-3 15,-2-3 1-15,-1 1 2 0,-2 0-122 16,-2 2 104-16,-6 0 18 0,2 2-120 16,-7 3 104-16,2 1 16 0,-2 0 0 15,-3 3 28-15,2 6 145 0,-2 5-142 16,-5 4 87-16,0 1-77 15,-1 0-16-15,-1-2 58 0,1 0-83 16,4-2-3-16,2-3 3 0,0-3 0 16,0-1-134-16,0-3 93 15,0-1-130-15,2-2-229 0,4 2 169 16,4-3-75-16,6-1-394 0,-3-2 279 16,8-3-37-16,-7-4-409 0,-1 1 205 15</inkml:trace>
  <inkml:trace contextRef="#ctx0" brushRef="#br0" timeOffset="41656.54">10432 16112 2147 0,'0'0'688'0,"0"0"-243"16,-23 44-140-16,17-29-52 0,-2 0-14 16,8-2-92-16,-2-1-147 0,2-2 28 15,0-3-30-15,0-2 2 0,0 0-197 16,2-3 118-16,-2 1-72 15,8-1-222-15,-2-2 290 0,-1 0-13 16,3-6-60-16,2-2 155 0,1-5-18 16,-3-1 19-16,-3 1 22 0,6-2-22 15,-8 3 22-15,4 0-25 16,-1 0 3-16,-1 3-131 0,-2 3 76 16,2 0 55-16,-5 3 42 0,5 0 179 15,1-1 2-15,2-1 2 0,-1 2-118 16,7-3-107-16,4 0 13 15,-2-1-13-15,3 0 0 0,-3 0-3 16,2-3 0-16,1 1 3 0,-3 1-82 16,2 1 82-16,-2 1 0 0,-5 5-35 15,-9 1 35-15,9 0 13 0,-9 7 47 16,4 3 147-16,-4 8-43 0,1 3-133 16,-3 4 100-16,-3 0-38 0,-5-3-46 15,8-1 83-15,-5-1-130 0,3 0 37 16,2-6-37-16,0-1 0 15,0-2-102-15,0-4 87 0,5-2-63 16,-3-3-291-16,4 3 219 0,2-1-119 16,5-3-488-16,0 0 86 15,0-1-460-15</inkml:trace>
  <inkml:trace contextRef="#ctx0" brushRef="#br0" timeOffset="41921.69">10899 16119 1489 0,'0'0'1714'16,"0"0"-1679"-16,-14 35 48 0,9-16 134 16,5 2-59-16,0-2-35 0,0 1-98 15,0 0 57-15,0-1-82 0,0-3 28 16,8 0-28-16,-3-2 0 15,9-3 0-15,-4 0 0 0,6-5 0 16,0-1 9-16,2-3-9 0,1-2 0 16,2-2-174-16,-5-5 39 0,3-2-132 15,-6-1-641-15,-3 3-164 0,-2-3-180 16</inkml:trace>
  <inkml:trace contextRef="#ctx0" brushRef="#br0" timeOffset="42076.49">11012 16187 2870 0,'0'0'973'0,"0"0"-973"0,0 0-106 16,48-4 87-16,-35 1 19 0,1-2-282 16,-4 1 1-16,-4-1-278 0,1 3-1304 15,-4-4 1130-15</inkml:trace>
  <inkml:trace contextRef="#ctx0" brushRef="#br0" timeOffset="42218.44">11020 16067 1364 0,'0'0'1147'15,"0"0"-1147"-15,48-8-216 0,-27 6-37 16,-2-2-222-16,-6 2-802 15</inkml:trace>
  <inkml:trace contextRef="#ctx0" brushRef="#br0" timeOffset="42657.24">11767 16059 1362 0,'0'0'1103'0,"0"0"-1058"0,0 0 62 16,0 0-94-16,0 0 151 0,0 0 272 15,6 49-181-15,-20-22-75 0,-2 0-47 16,1 0 2-16,1 0-47 0,1-5-31 16,5 1 59-16,0-2-66 0,6-4-29 15,2 0 29-15,0-4-50 0,5-2-6 16,5-3 6-16,6-3 0 15,3-1 28-15,5-2-16 0,-6-2-12 16,9 0-9-16,-3-1-47 0,-3-3 37 16,0 1-417-16,-3-4 253 15,1 2-128-15,-3-9-750 0,-6 7-266 16</inkml:trace>
  <inkml:trace contextRef="#ctx0" brushRef="#br0" timeOffset="42843.26">11961 16176 3469 0,'0'0'492'16,"-11"46"-390"-16,11-23-80 0,0-5 46 16,0-2-62-16,11-2-6 0,-1-6-298 15,6 0 77-15,3-4-122 0,-1-4-719 16,1-4-182-16</inkml:trace>
  <inkml:trace contextRef="#ctx0" brushRef="#br0" timeOffset="43061.83">12305 16135 3626 0,'0'0'542'0,"0"0"-464"0,-37 45 105 15,26-26-59-15,1-2-50 0,7-1 33 16,3 1-107-16,3-5-131 16,-3-1 130-16,10-4-134 0,-2-2-333 15,0-2 226-15,11-2-14 0,-1-1-207 16,1-4 145-16,-1-2-21 0,1-5-430 16,-6 5-9-16</inkml:trace>
  <inkml:trace contextRef="#ctx0" brushRef="#br0" timeOffset="43233.44">12469 16176 3026 0,'0'0'1021'0,"-13"50"-908"16,5-21-81-16,8-2 136 16,-5-1-122-16,-3-3-15 0,8 0 9 15,0-1-40-15,0-3-422 0,0-4 135 16,0-5-175-16,0-4-720 15,0-1 169-15,0-5 328 0</inkml:trace>
  <inkml:trace contextRef="#ctx0" brushRef="#br0" timeOffset="43451.25">12146 16104 3845 0,'0'0'91'0,"0"0"-91"16,0 0-94-16,40 15 94 15,-16-10 0-15,-1-3 53 0,12-1-40 16,2-1-13-16,3 0-189 0,-1 0 113 16,9 0-31-16,2-1-568 0,-13 0-126 15,3 0-555-15</inkml:trace>
  <inkml:trace contextRef="#ctx0" brushRef="#br0" timeOffset="43798.48">13118 16144 3159 0,'0'0'86'15,"0"0"-64"-15,0 0 188 0,0 0 22 16,21 37-81-16,-21-13-48 0,3 1 39 15,-3-1-135-15,0-3 55 0,0-1-59 16,0-2-3-16,0-3-170 16,0-2 70-16,0-4-70 0,-3-4-182 15,1-1 154-15,-4 0-112 0,1-3-443 16,-3 1 97-16,3 0-71 0</inkml:trace>
  <inkml:trace contextRef="#ctx0" brushRef="#br0" timeOffset="44092.68">13081 16318 2023 0,'0'0'854'0,"0"0"-569"0,42-2 49 16,-23 2-68-16,5 0-130 0,-3-3-111 15,3-2 18-15,0-4-25 16,-3 0-18-16,3-3-248 0,-3-3 106 16,-5 1-103-16,-3-1-357 0,0 2 266 15,-5-1-27-15,-3 3-270 0,-2 0 512 16,-3 2 121-16,0 3 76 0,-3 2 126 15,1 2 71-15,-4 0 320 16,1 2-229-16,-3 1-139 0,-5 7 99 16,0 6-10-16,-3 3-84 0,5 3-44 15,6-1 1-15,-3 1-81 0,5 1-94 16,1-3 54-16,2 0-66 0,5-6-118 16,-2-1 116-16,5-2-179 0,2-4-354 15,1-1 252-15,2-1-139 16,0-3-687-16,-2-4-84 0</inkml:trace>
  <inkml:trace contextRef="#ctx0" brushRef="#br0" timeOffset="44329.46">13473 16217 805 0,'0'0'2679'0,"0"0"-2209"0,-35 44-281 16,28-27 7-16,-1 0-47 0,2 0 57 15,6-1-206-15,0-3 83 0,6-1-80 16,2-1-3-16,2 0-24 16,1-5 24-16,2 0 0 0,6-2-16 15,2-3 16-15,-3-1 0 0,3 0-184 16,1-2 122-16,-4-1-99 0,1 0-231 16,-3-4 251-16,-1 4-96 0,-9-3-401 15,2 1 83-15,-3-1-427 16</inkml:trace>
  <inkml:trace contextRef="#ctx0" brushRef="#br0" timeOffset="44531.29">13523 16233 1170 0,'0'0'1792'0,"0"0"-1294"0,0 0-225 16,0 0-31-16,0 0-57 0,0 0-7 15,0 0-98-15,0 0-52 0,0 0 31 16,0 0-59-16,27-23-6 0,-11 13 6 15,2 1 0-15,-2-2-162 16,0 1 97-16,-5 1-97 0,7-1-299 16,-2 2 157-16,-3-2-115 0,0 2-606 15,-2-1 296-15,-8 5 58 0</inkml:trace>
  <inkml:trace contextRef="#ctx0" brushRef="#br0" timeOffset="45001.48">13740 16081 480 0,'0'0'1239'16,"0"0"-571"-16,0 0-487 0,0 0-29 15,0 0 63-15,0 0-83 0,0 0-36 16,0 0 44-16,0 0 4 0,0 0-36 16,30 6-42-16,-25 8 0 0,-3 2-66 15,4 2 32-15,-4-3-10 16,1 1-22-16,-3-1 19 0,0 0-10 16,0-1-9-16,0 2 7 0,0-5-7 15,0 0 0-15,0-3-10 0,0-3-12 16,0-2 22-16,5-1-186 0,1-2 125 15,-4 0 14-15,4-4-7 0,2-6 54 16,5-6 0-16,-3-4 6 16,4-2-25-16,-1-1-32 0,3 2-254 15,2 3 132-15,1 0 70 0,2 2 103 16,0 4 228-16,-5 2-16 0,-3 5 4 16,1 2-111-16,-6 3-57 0,-6 0-36 15,1 2 93-15,-1 6-20 16,-2 1-66-16,-5 8 53 0,-5-1-56 15,-4 2 6-15,1-2 22 0,-3-1-44 16,3-3 28-16,0 2 71 0,0 0-6 16,2 0-49-16,3 1 90 0,0-1-134 15,3 0 55-15,5 0 8 16,0 0-63-16,0-3 52 0,8 0-24 16,2-3-28-16,1 0-6 0,5 0 6 15,0-4 0-15,7 0-53 0,-1-2 16 16,-4-2-31-16,3 0-354 0,-5-6 227 15,5 1-125-15,-5-6-582 16,-2 3-89-16,-4-1-157 0</inkml:trace>
  <inkml:trace contextRef="#ctx0" brushRef="#br0" timeOffset="45236.8">14328 16034 3637 0,'0'0'132'15,"-2"59"-47"-15,-1-24 82 0,-2-2-41 16,-1 5 2-16,6 0-107 0,-2 3 66 16,2-1-87-16,0-3 38 0,0 0-88 15,2-4-53-15,-2-3-430 0,6-2 190 16,-6-5-104-16,2-4-347 0,-2-6 99 15,0-6-68-15</inkml:trace>
  <inkml:trace contextRef="#ctx0" brushRef="#br0" timeOffset="45549.13">14199 16702 3668 0,'0'0'491'0,"0"0"-403"16,0 0-79-16,0 0-9 0,0 0-254 16,0 0 188-16,0 0-97 0,0 0-361 15,0 0 159-15,0 0-167 0,5-31-915 16</inkml:trace>
  <inkml:trace contextRef="#ctx0" brushRef="#br0" timeOffset="46017.81">13486 16313 1186 0,'0'0'1058'15,"0"0"-825"-15,0 0 12 0,0 0-58 16,0 0 8-16,0 0 97 0,0 0-130 15,40-18-74-15,-16 18-88 0,5-1 70 16,3 1-70-16,-3 0-73 16,5 0-111-16,-13 0-378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11T13:39:48.69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13552 14948 1093 0,'0'0'183'0,"0"0"-56"0,0 0-7 16,0 0-52-16,0 0-3 0,0 0 88 15,0 0-26-15,0 0-10 0,0-8 38 16,0 6-93-16,0 0-4 0,6-1 39 15,-4 1-32-15,1 0 6 0,0 0 31 16,-3 1-38-16,5 0-25 0,-2 0-29 16,-1 1 9-16,1 0 3 0,-3 0 17 15,0 0 32-15,0 0-10 0,5 0 9 16,-5 0 10-16,3 1-19 16,-1 0-42-16,1 0 51 0,0 0-54 15,2-1 4-15,0 1 2 0,1 0-22 16,-1 0 3-16,3-1 0 0,0 0-3 15,0 0 3-15,2 0-3 16,4 2 0-16,-1-1-17 0,-3 1 17 16,4-1 0-16,-4 2-24 0,4-1 24 15,-1 1 0-15,0 0 1 16,0 0 34-16,3 0 10 0,0 0-26 16,3 0 38-16,-6-1-57 0,11 1 32 15,-8-1-16-15,5 0-16 0,-3 1 12 16,3-2-2-16,-2 0-10 0,2 1 16 15,-2 0-10-15,2-1-6 0,-3 1 13 16,1-1-4-16,0 1-9 0,-4 0 3 16,1 0-3-16,0-2 0 0,-3 2 7 15,1 0-7-15,-1 0 0 0,-2-1-5 16,2 0 5-16,0 0 0 16,-2 1-6-16,-1-2 6 0,1 3 0 15,-1-2-3-15,1 1 3 0,0-2 0 16,4 2 3-16,-1-2 35 0,2 1 44 15,-1 1-69-15,4 0 50 16,-3-1-63-16,2 2 13 0,1 0-10 16,2-2-3-16,3 1 6 0,-5 1-6 15,7-2 0-15,1 2 9 16,-6-1-9-16,5 0 0 0,6-2 13 16,-3 0-13-16,-2 2 0 0,7-2-3 15,-7 1 3-15,7 0 0 0,-2-1 3 16,0 0-3-16,2 0 0 0,-5 0 13 15,8 0-13-15,-2 0 0 0,-1 0 0 16,-2 0 0-16,5 0 0 0,-3 0-4 16,1 0 4-16,-1 0 0 0,3-1 7 15,-2 0-7-15,2 1 0 0,-3 0 0 16,3-2 0-16,-2 2 0 16,-4 0 0-16,4 0 0 0,-1 0 0 15,1 0-7-15,-3 0 7 0,2 0 0 16,0 0 4-16,-2 0-4 0,3 2 0 15,-9-1-7-15,11 1 7 16,-5-1 0-16,0-1 3 0,0 0-3 16,-3 0 0-16,2 0 10 0,1 0-10 15,3 0 0-15,-6 0 6 16,3 0-6-16,-3 0 0 0,2 0 10 16,-1-1-10-16,-1-1 0 0,0 1 6 15,0-1-6-15,-2 2 0 0,-1 0 0 16,0-1 0-16,4 0 0 0,-4 0-6 15,-2 1 6-15,2 0 0 0,1 0 0 16,-3-1 0-16,0 1 0 0,-1 0-3 16,4 0 3-16,-6 0 0 0,3 0 3 15,2 0-3-15,-2 0 0 0,0 0 15 16,0 0 14-16,2 0-26 16,-2 0 35-16,0 1-10 0,3 1-28 15,-1-2 22-15,-2 1-22 0,2-1 0 16,1 0 15-16,-1 0-15 0,-2 0 0 15,8 0 19-15,-3 0-19 16,-2-1 0-16,2 0 3 0,0 0-3 16,-3 0 0-16,3 1-6 0,1 0 6 15,-1 0 0-15,0 0 3 16,0 0-3-16,0 0 0 0,0-1 0 16,3 1 0-16,-3 0 0 0,3-2-3 15,-3 2 3-15,3 0 0 0,0-1 6 16,2 1-6-16,-2-1 0 0,2 1 7 15,-2-2-7-15,3 2 0 0,-1-1-4 16,-2 0 4-16,2 0 0 0,1 1 4 16,-4-1-4-16,6 0 0 0,1 0 6 15,-4 0-6-15,0-1 0 0,1 2-3 16,-1-1 3-16,-2 1 0 16,2-2-3-16,-2 2 3 0,3-1 0 15,-4 0 3-15,4 1-3 0,-3-1 0 16,2 0 0-16,-2 0 0 0,2 0 0 15,-2 0 0-15,3 0 0 16,-1-2 0-16,-2 3 6 0,2-2-6 16,1 0 0-16,-4 1-6 0,4-1 6 15,-3 0 0-15,2 0 6 16,0 0-6-16,1 1 0 0,-1 0-3 16,-2-1 3-16,3 0 0 0,-1 1 6 15,0 0-6-15,1-1 0 0,-1 2 0 16,3-2 0-16,-2 2 0 0,-1-1-3 15,3 1 3-15,0-1 0 0,-2 1-3 16,2-1 3-16,-3 1 0 0,3-2 6 16,-2 2-6-16,-1-1 0 0,3 0 0 15,-2-1 0-15,-1 2 0 0,1-1-3 16,-4 0 3-16,4 1 0 16,-3 0 0-16,2-1 0 0,-2 0 0 15,2 0 0-15,-2 0 0 0,0 0 0 16,0 0 0-16,2 1 0 0,-2-1 0 15,0 1-3-15,-1-2 3 16,-2 2 0-16,3-1 0 0,0-1 0 16,-5 2 0-16,4 0 0 0,-4 0 0 15,2 0 0-15,0 0-6 16,-2 0 6-16,2 0 0 0,0 0-4 16,-3 0 4-16,1 2 0 0,-3-1 0 15,-1-1 0-15,1 0 0 0,0 2-3 16,0-2 3-16,0 1 0 0,0 0-3 15,-1-1 3-15,1 0 0 0,0 0 0 16,0 1 0-16,-3 1 0 0,6-2 6 16,-3 1-6-16,-1-1 0 0,1 1 0 15,0 0 0-15,0 0 0 0,2-1-9 16,-4 2 9-16,4-1 0 16,-2-1 3-16,0 3-3 0,0-2 0 15,2 0-3-15,-2 0 3 0,2 1 0 16,1-2 0-16,-3 2 0 0,2-1 0 15,-2 2-3-15,2 0 3 16,1 0 0-16,-3 0 0 0,5 0 0 16,-3 0 0-16,4-1 0 0,-4-2 0 15,3 2 0-15,3-1 6 16,-6 1-6-16,6-1 0 0,-3 2 3 16,3-2-3-16,-3 0 0 0,0 1-3 15,3 1 3-15,-3-2 0 0,3 0 6 16,-3 0-6-16,3 0 0 0,0-1 0 15,0 1 0-15,-1-1 0 0,4 0 7 16,-3 1-7-16,-1-1 0 0,1 1 0 16,0-1 0-16,0 0 0 0,-1 0 6 15,1 0-6-15,3 0 0 0,-1 0-6 16,-2 0 6-16,2 0 0 16,-2 0 0-16,0 0 0 0,0 0 0 15,-3-1 3-15,5 0-3 0,-5 0 0 16,0-1 3-16,1 1-3 0,-4 0 0 15,3-1 13-15,0 1-13 16,1-1 0-16,-1 0-10 0,2 1 10 16,-1 0 0-16,4 0 0 0,-2 1 0 15,0 0 0-15,-3 0-3 16,2 0 3-16,4 0 0 0,-3 0-3 16,2 0 3-16,-2 0 0 0,2 1-3 15,-2 0 3-15,5 0 0 0,-2 1 0 16,2 0 0-16,0-1 0 0,0 2 0 15,0-1 0-15,5-1 0 0,-5-1 0 16,6 1 0-16,-4 1 0 0,4-2 3 16,-3 2-3-16,-1-1 0 0,-2 0 3 15,6-1-3-15,-4 0 0 0,-1 0-6 16,-1 0 6-16,2 0 0 16,-4 0 0-16,5 0 0 0,-6 0 0 15,0 0 3-15,3 0-3 0,-5 0 0 16,5-1-3-16,-2 0 3 0,-1 1 0 15,1-2 0-15,2 2 0 16,-3-1 0-16,3 0 6 0,0 1-6 16,-2-1 0-16,2 1-6 0,0 0 6 15,0 0 0-15,3 0 0 0,-3 0 0 16,0 0 0-16,0 0 0 16,3 0 0-16,-6 0 0 0,1 2-3 15,-1-1 3-15,0-1 0 0,1 0-4 16,-3 2 4-16,-1-2 0 0,1 1-3 15,0 0 3-15,-3-1 0 0,0 2 0 16,0-2 0-16,0 0 0 0,-2 0-3 16,-1 0 3-16,1 0 0 0,-1 0-3 15,-2 0 3-15,0 0 0 0,0 0-6 16,0 0 6-16,-6 0 0 16,3 0-28-16,1 0 28 0,-6-2 0 15,2 1-53-15,1 0 53 0,-3 1 0 16,-3-2-40-16,3 2 40 0,-3 0 0 15,-2-1 0-15,-4 1 0 16,-1-1 0-16,-1 1-7 0,-2-1 7 16,5 1 0-16,-6-1 10 0,1 1-10 15,0-1 0-15,-3 0 18 16,0 1-5-16,2-1-13 0,-2 1-13 16,0-2 13-16,0 2 0 0,0-1-39 15,-2 1 39-15,2-2 0 0,-3 2-23 16,3 0 23-16,-3 0 0 0,3 0-39 15,0 0 39-15,0 0 0 0,0 0-92 16,0 0-34-16,-2 0-96 0,2 0-464 16,-3 2-10-16,-2-2-454 0,21 0 304 0</inkml:trace>
  <inkml:trace contextRef="#ctx0" brushRef="#br0" timeOffset="8218.62">28127 13270 1186 0,'0'0'107'0,"0"0"0"0,0 0-22 16,0 0 65-16,0 0-102 16,37-44-15-16,-16 31 45 0,1 1-39 15,-1-1 23-15,-3 3 35 0,3 1-45 16,-2-3-13-16,-3 5 42 0,0 2-42 16,-8 0-7-16,-3 4 26 15,0 1-58-15,-5 0 0 0,0 3-23 16,3 1 23-16,-3 6 22 0,-3 4 79 15,-2 6-40-15,0 4 7 0,-6 7 48 16,0 3-19-16,-2 4-1 0,-3 8 46 16,3 6-27-16,-5 3-35 0,2 4 19 15,-3 4 6-15,3 3-31 0,3 5-46 16,0 2 51-16,2 0-44 16,6 0-16-16,2-2 32 0,3-5-51 15,8-6 3-15,8-3-3 0,3-4 0 16,4-8-9-16,4-2 9 0,2-6 0 15,5-5 3-15,1-4-3 16,2-5 0-16,-3-6 6 0,-2 0-6 16,0-6 0-16,-8-1 13 0,-6-2-13 15,-2-1 0-15,-8-4-13 16,-2 0 13-16,-4-3 0 0,-2 1-36 16,0-1 36-16,0 0 0 0,0 1-35 15,-5 1 20-15,-6 4 15 0,-5 8-70 16,-2 1 70-16,-1 8 0 0,1 3-22 15,-1 1 22-15,3 4 0 0,3 5 1 16,0 3 11-16,2 5 4 0,6 3 3 16,2 7-9-16,3 1-10 0,3 3 19 15,5 1-13-15,5 3-6 16,0 1 10-16,6 0-10 0,2 2 0 16,0 3 6-16,0 0-6 0,1-1 0 15,-1 2 3-15,-3-3-3 16,1 1 0-16,-3-4-9 0,-3-1 9 15,-2-2 0-15,-3-3-39 0,-3-5 23 16,-5-1 16-16,0-5-54 16,-8-3 54-16,-5-7 0 0,-3-4-13 15,-5-6 13-15,-3-2 0 0,-3-6 2 16,-4-3 27-16,-4-4-26 0,3-1 19 16,-5-6 26-16,3-2-48 0,2-3 31 15,-2-1-53-15,2-3 22 0,5-10-395 16,4-4 56-16,4 3-256 0,8-7-1566 0</inkml:trace>
  <inkml:trace contextRef="#ctx0" brushRef="#br0" timeOffset="8638.12">29202 14142 1796 0,'0'0'0'0,"0"0"0"0,0 0 72 16,29 38 12-16,-26-15 36 16,2 1 100-16,-5 6-110 0,3 2 23 15,-3 2 41-15,0 2-71 0,0 1-35 16,0-2-27-16,0 0-5 0,0-2-36 15,5-3-3-15,1-3 0 16,2-7 3-16,0-2-221 0,2-4 82 16,-2-3-16-16,-3-6-315 0,1-4 64 15,-4 2-177-15</inkml:trace>
  <inkml:trace contextRef="#ctx0" brushRef="#br0" timeOffset="8953.82">29353 14374 2128 0,'0'0'237'0,"37"-30"-98"0,-18 18 173 15,-3 4-273-15,0-1-39 0,-3 0-21 16,3-2 21-16,-6 1 0 16,4 2-34-16,-4-2 5 0,-2 1-38 15,-2 0-98-15,-1 2 101 0,-3 2 9 16,-2 2 8-16,3-1 45 0,-3 0 0 15,3 2 1-15,-3 0 0 16,0 2-27-16,0 3 28 0,0 6 68 16,0 6 19-16,0 3 71 0,-3 4-64 15,3 0-24-15,0-4-5 16,0 3-27-16,3 0-38 0,-1 0 16 16,4 1-3-16,-4-1-13 0,4-2-318 15,2 2 72-15,-6-1 16 0,4-4-452 16,-4-1-28-16,1-4-52 0</inkml:trace>
  <inkml:trace contextRef="#ctx0" brushRef="#br0" timeOffset="9313.29">29703 14568 2589 0,'0'0'129'16,"0"0"48"-16,8-46-104 0,-3 31-15 16,6-4-10-16,-3 3-44 0,0-3 16 15,5 0-20-15,0-1-39 16,0-2 23-16,1 1 16 0,4 1-102 16,-2-3 34-16,3 6-9 0,2-1-39 15,0 6 114-15,0 2-1 0,-2 1-31 16,-1 6 34-16,1 2 0 0,-3 1-23 15,-3 3 23-15,0 5 0 0,-5 3 1 16,3 2 5-16,-6 3 7 0,0 2 13 16,1 3 22-16,-4 2-3 0,-2 0-19 15,0 2 48-15,0 1-61 0,0 0-3 16,0 0-1-16,0-1-9 16,-2-2-76-16,2-1-111 0,0-2-120 15,-3-5-407-15,3-5 50 0,-3-1-118 0</inkml:trace>
  <inkml:trace contextRef="#ctx0" brushRef="#br0" timeOffset="9498.84">29902 14449 46 0,'0'0'2002'0,"0"0"-1510"15,18-35-198-15,1 29-124 0,-1-1 15 16,6 3-57-16,-3 2-48 0,6 1-80 15,-3 1 38-15,-1 0-38 0,-1 3-72 16,1 4 24-16,-1-3-169 0,-1 1-272 16,0 1 56-16,-5-3-204 0</inkml:trace>
  <inkml:trace contextRef="#ctx0" brushRef="#br0" timeOffset="10234.6">30876 14227 2185 0,'0'0'29'0,"0"0"-29"16,13 41 178-16,-10-19-75 15,-3 0 10-15,-3-1 64 0,-2 3-16 16,0-1-1-16,0-1-29 0,-3-1-51 16,5-1-64-16,-2 0 10 0,5-4-11 15,-3-1-15-15,3-6-6 0,0-2 4 16,3-2 2-16,-1-3-134 16,-2-1 54-16,6-1-58 0,-1-2-193 15,0-7 38-15,3-6-122 0,-3-5-454 16,-2-2 364-16,2-1 172 0,-5 1 108 15,3-2 225-15,2-2 79 0,1 2-62 16,2 2-17-16,5 0-12 0,-3 6 12 16,4 2 212-16,-4 4 26 0,1-1 385 15,2 3-282-15,0 4-48 0,3-3 210 16,0 5-264-16,3-2-62 16,2 3-24-16,0 0-85 0,3-3-59 15,0 3 7-15,-3 0-16 0,3 0 0 16,-6-1-8-16,1 1 8 15,-1 1 0-15,-4 0-47 0,-4 0 46 16,-2 0-14-16,0 1-34 0,-5 2 47 16,2 3-9-16,3 5 8 0,-3 4 3 15,1 5 93-15,-4 1 48 16,1 1-26-16,-3-2-29 0,0 3-16 16,-3-1-9-16,3 0-61 0,0-1 19 15,0-1-10-15,5-3-9 0,1 0-192 16,2-5 71-16,2-4-68 0,1-3-272 15,2-3 8-15,-2-2-106 0,-3-2-781 16</inkml:trace>
  <inkml:trace contextRef="#ctx0" brushRef="#br0" timeOffset="10470.37">31552 14271 1937 0,'0'0'593'15,"0"0"-426"-15,0 0 132 0,-19 52-55 16,11-29-41-16,0 0-57 0,0-1-13 16,6 2-57-16,-4 1-51 0,6 0 73 15,0-2-98-15,8 0 0 0,3-1 0 16,5-4 0-16,2-2-90 16,3-1 78-16,3-3-7 0,0-4-126 15,3-2 144-15,-1-4-34 0,1-2-105 16,-1 0 137-16,-5-4-92 0,-2-2-388 15,-6-3-146-15,-2 4-483 0</inkml:trace>
  <inkml:trace contextRef="#ctx0" brushRef="#br0" timeOffset="11106.4">31673 14405 2077 0,'0'0'885'0,"0"0"-594"15,0 0-259-15,0 0-13 0,37-5 48 16,-21 5-35-16,0-4-10 0,0 4-6 16,-5-3-16-16,-1 1-9 0,-2 0-14 15,-5-1-2-15,0 2-192 16,-1-3 179-16,1 0-10 0,-3-2-132 16,0-3 32-16,-5 2-74 0,-1-1-141 15,-4-4 247-15,-1-1-31 0,0-2-194 16,9 1 201-16,-1 3 140 0,3 1-3 15,3 5-33-15,5-2 34 0,5 3 1 16,6-3-1-16,4 3 2 0,1 0-20 16,-5 2 20-16,5 2 23 0,-3 0 120 15,0 4 43-15,-5 1 18 0,0 3 140 16,-6 2-153-16,1 2-13 16,-3 2 114-16,-5 3-96 0,2 1-43 15,-5 3-16-15,3-3-22 0,-3 1-39 16,0 1-51-16,0-3 32 15,0-1-57-15,0-4 3 0,2-5 4 16,-2 1-7-16,3-7-57 0,-1 3 54 16,-2-2-54-16,3-2-133 0,2 0 139 15,-2-9-54-15,0-5-212 0,-1-4 133 16,1-2 13-16,-3-2-52 16,3 3 146-16,-1-2 9 0,6 0-13 15,3 3 25-15,5 1 8 0,2 4-4 16,6 0 49-16,3 5 3 0,2 2 285 15,0 3 13-15,3 3-8 0,-1 3 145 16,-1 5-170-16,1 7-34 0,-7 3 29 16,3 3-93-16,-9 3-167 0,-2-1 59 15,-3 4-37-15,1 1-9 0,-9 0 21 16,0 0 15-16,-2-2-49 16,-6 0-12-16,-5-3 12 0,-2 2 0 15,-6-3-6-15,-5-1 6 0,-1-2 0 16,-4 1-143-16,-6-3 105 15,0-1-88-15,-5-2-286 0,0-1 152 16,-5-4-208-16,10-3-1064 0</inkml:trace>
  <inkml:trace contextRef="#ctx0" brushRef="#br0" timeOffset="12814.23">28998 15089 2192 0,'0'0'259'0,"22"47"76"16,-12-18-142-16,-5-1-23 0,3 2-65 15,0-3-41-15,0-3-64 0,3-1 23 16,0-2-17-16,-4-3-6 0,4-1-33 15,-3-8 20-15,-3-1-12 0,1-6-125 16,-4 1 102-16,1-2-17 0,0-1-76 16,-3-3 103-16,0-6-33 15,-6-7-107-15,-2-1 146 0,-2-4 6 16,-4 1 7-16,4 0 19 0,-1-2 0 16,3-3-3-16,3 1-17 0,5-1-41 15,5 1-39-15,3 1 77 0,3 6 21 16,5 0 2-16,2 5 38 15,3 1 78-15,3 3 178 0,0 3-47 16,-3 1-13-16,-2 4 21 0,-3 5-122 16,-6 3-133-16,4 3 28 15,-9 1-9-15,0 1-19 0,-5 1 32 16,0-2-29-16,-2 3-3 0,-6-2 22 16,-6 0-12-16,1-3-10 0,-5 0 22 15,-1 0-10-15,3-4-12 0,-2-1 22 16,2-2-6-16,2 0-16 0,4-1 16 15,5-1-16-15,2 1 0 0,3-1-60 16,3 0 47-16,7 0 10 0,11 2-28 16,6 0 31-16,2 1 0 0,3 3-10 15,-6 2 10-15,1 3 0 16,-1 0 13-16,-2 3 78 0,0 3-66 16,-3 0 7-16,-2 0-20 0,-3 3-12 15,-6-3 7-15,-2 1-7 16,-5-2 0-16,-3-2 15 0,-6-1-15 15,-2-2 0-15,-2-3 19 0,-6-3-6 16,0 0-13-16,3-3 34 0,2-3-18 16,1 0-16-16,4-3-85 15,4-5 44-15,-1-2-66 0,3-5-244 16,3-5 146-16,5-3-48 0,5 3-214 16,0-3 137-16,0 0 9 0,3 0-92 15,0 4 227-15,5-1-42 0,-2 3-29 16,-1 2 257-16,-2 2 27 0,0 4 38 15,-5 3 0-15,-3 3 173 0,-3 2 218 16,0 1-268-16,-2 0-22 0,2 5 126 16,3 5-101-16,-5 5 12 0,2 5 135 15,-2-4-130-15,2 2-54 16,0-4 33-16,3 0-9 0,6-2-78 16,4-1-90-16,3-2 88 0,6-4 11 15,2-2-11-15,0-3 18 16,-2-4-116-16,-4-1 28 0,1-5-28 15,-3 0 0-15,-5-2 0 0,-2-2 0 16,-4 1 0-16,-7-3-121 0,-3 1 119 16,0 0-52-16,-8-3-182 0,-3-1 144 15,1 1-41-15,-1 5-350 16,0-3 133-16,4 6-57 0,1 2-290 16,1 3 371-16,5 3 63 0,0 0 77 15,0 1 185-15,3 1 1 0,2 1 57 16,3 6 171-16,0 3-9 0,5 5 132 15,-2 2-173-15,-3 2 4 0,2-2 80 16,-5 1-106-16,1-1-27 0,-1 2 86 16,3-1 39-16,0 0-79 0,3 0-127 15,-4-1 0-15,1-2-48 16,3-7 0-16,-6-3 0 0,1-1 0 16,-4-4 3-16,4 0 13 0,-1 0-10 15,-2-8 10-15,-3-5 12 16,0-5-28-16,0 1-108 0,-3-4 107 15,-2 2-31-15,2-1-112 0,0-3 67 16,3 2-48-16,3-1-94 0,5 1 51 16,5 3-35-16,8 1-60 15,0 4 244-15,6 0 19 0,2 5 333 16,-2 1-78-16,-1 7 9 0,-2 0 110 16,-6 8-180-16,-2 4-70 0,0 4-52 15,-5 1 70-15,-1 4-60 0,-4-1-57 16,-4 3 86-16,-2 0-86 0,0-2 9 15,-8-3-3-15,0 2-31 0,-5-2-6 16,-3-1 6-16,0 0 0 0,1-5-50 16,-1-2 50-16,2-4 0 15,4 0-71-15,2-5 43 0,5 1 6 16,1-2-242-16,-1 0 144 0,0-2-83 16,3-4-380-16,6-1 161 0,4-9-64 15,3-1-432-15,1 3 465 16,2 0-23-16</inkml:trace>
  <inkml:trace contextRef="#ctx0" brushRef="#br0" timeOffset="13154.94">30431 15126 488 0,'0'0'111'0,"0"0"163"0,35-35 341 16,-33 29-319-16,-2 1-13 0,0 2 157 16,-5 0-275-16,-8 2-4 0,-3 1 95 15,-5 1-144-15,0 5-77 0,2 1-16 16,6 0-3-16,5 1-16 0,2 4 3 15,6-1 32-15,3 3-10 0,5-2-22 16,5 2 55-16,6-1-58 0,5 2 19 16,0 0-13-16,2 0-6 0,-2 2 3 15,-3-1 0-15,0 1-3 16,-5-2-15-16,-3 1 15 0,1-1 0 16,-9 2-11-16,0 0 11 0,-5-5 19 15,-2 1 10-15,-6-2 47 16,-6-2-48-16,-2-1-18 0,1-2 72 15,-1-1-37-15,0-1-33 0,0-3 32 16,3-1-44-16,2 0-60 0,6 0 7 16,-1-1-135-16,4-2-364 0,2-4 210 15,0-3-108-15,8-4-581 16,-3-1 207-16</inkml:trace>
  <inkml:trace contextRef="#ctx0" brushRef="#br0" timeOffset="13418.67">30786 15094 2639 0,'0'0'290'0,"0"0"-104"0,48-14-173 15,-35 11 1-15,0 3-14 16,1 3 0-16,-4-1 16 0,1 7 38 16,-1 2-38-16,-2 1 67 0,3 4-32 15,-3 2-51-15,-3-3 67 0,0 5-26 16,1 2-28-16,-4-2 60 15,-2 2-48-15,0 0-19 0,0-1 45 16,-5 2-51-16,-3 1-10 0,0 0-24 16,0-1 15-16,0-4-277 15,0-3 123-15,0-4-54 0,0-5-293 16,3-2 118-16,2-4-33 0,-4 1-422 16,1-2 290-16</inkml:trace>
  <inkml:trace contextRef="#ctx0" brushRef="#br0" timeOffset="13715.3">30876 15314 1361 0,'0'0'443'0,"48"-18"-28"0,-19 6 28 16,3 6-298-16,2-2-26 0,3 3 95 15,-2-2-102-15,-4 4-112 16,1-1-12-16,-5 0-1 0,-1-1-125 16,-5 2-212-16,-2-1 234 0,-8 2 52 15,-3 2 7-15,-3 0 57 16,-5 0 0-16,0 2 1 0,-8 4 92 15,-3 4 81-15,-5 6 70 0,-2 2-67 16,-3 1-53-16,5 2-25 0,0-4 37 16,5 2-28-16,6-2-83 0,2-1 51 15,6 1-67-15,8-3 17 0,4 0 49 16,7-1-43-16,4-3-4 16,3-4 25-16,3 0-53 0,2 0 38 15,-4-3-48-15,-1-1 10 0,-3-1-358 16,-2-1 193-16,-5-1-90 0,-3-3-407 15,-9-4 177-15,1 2-162 0</inkml:trace>
  <inkml:trace contextRef="#ctx0" brushRef="#br0" timeOffset="13919.67">31258 15276 2311 0,'0'0'635'0,"0"0"-219"16,0 0-159-16,0 0 8 0,0 0-162 15,39-6-46-15,-10 5-51 0,6 1 58 16,-3-2-64-16,-3-1-13 0,-3 1 13 16,-5-3 0-16,-2 2-104 0,-6-1 35 15,-5 1-120-15,-3 0-377 0,-2-2 59 16,0 0-75-16,-3-2-358 16,0 0 155-16</inkml:trace>
  <inkml:trace contextRef="#ctx0" brushRef="#br0" timeOffset="14204.47">31438 15160 901 0,'0'0'420'0,"0"0"172"15,0 0-352-15,0 0-10 0,0 0 183 16,0 0-143-16,0 0-152 0,0 0-35 16,42-35 13-16,-13 32-96 0,0 2-7 15,0 0-8-15,-2-1 15 16,-1 0-150-16,1 1 108 0,-6-2-9 16,0 1-106-16,-5 0 31 0,-3-1 36 15,-2 3 19-15,-3 0 71 16,-5 0 17-16,-1 0 21 0,1 3 75 15,-3 3-10-15,0 5 115 0,-8 6-33 16,-3 3-36-16,1 3 79 0,-3 2-83 16,2-2-60-16,0-1-72 15,6 2 74-15,0 0-87 0,2 1 20 16,3 0-20-16,0-2 0 0,0-1-208 16,5-2 107-16,3-5-95 0,-2-4-240 15,-1-3 195-15,-2-4-45 0,-1-1-476 16,1-2 177-16,0 0-90 0</inkml:trace>
  <inkml:trace contextRef="#ctx0" brushRef="#br0" timeOffset="14391.03">31586 15126 382 0,'0'0'1897'15,"0"0"-1322"-15,48-27-299 16,-25 25-158-16,7 2-67 0,1 1 13 15,4 3-64-15,5-2-22 0,2 2 9 16,3-1 13-16,0 1-205 0,-3 2 52 16,1-1-92-16,-17-1-674 0,1-2-708 15</inkml:trace>
  <inkml:trace contextRef="#ctx0" brushRef="#br0" timeOffset="14906.07">32725 15157 2330 0,'0'0'436'0,"0"0"-205"16,0 0 105-16,0 0-250 0,0 0 6 15,8 50 54-15,-3-23 27 16,-2 1-85-16,5-5-84 0,-6 3 58 15,4 0-62-15,-1 1-91 0,-5-3 69 16,3-3-104-16,-1-1-206 0,1-2 201 16,-3-7-176-16,0-3-555 0,-3-4 264 15,1-2-46-15,-1-1-227 16</inkml:trace>
  <inkml:trace contextRef="#ctx0" brushRef="#br0" timeOffset="15045.06">32614 15331 101 0,'0'0'603'15,"-6"-38"-120"-15,14 25 37 0,8 6 142 16,3 1-410-16,5 4-1 0,7 2 6 16,-2 0-139-16,9 3-67 0,1 2-35 15,-2 1-4-15,0 1-12 16,-7 3-134-16,-9-1-75 0,-5-1-202 16,-8-3-1330-16</inkml:trace>
  <inkml:trace contextRef="#ctx0" brushRef="#br0" timeOffset="15653.54">29255 15995 741 0,'0'0'1560'16,"6"38"-1192"-16,-4-15-59 0,4 3-117 16,-1 4-42-16,0-2-48 0,0 2-73 15,1-1-4-15,2-1-24 16,-3-3-1-16,0-4-200 0,1-1 69 15,-1-5-74-15,-2-5-169 0,-3-3 187 16,2-3-89-16,-2-1-185 0,0-2 234 16,-2-1 8-16,-1 0 148 0,-2-4 28 15,-3-5-123-15,-6-5-209 16,1-3 134-16,3 3 19 0</inkml:trace>
  <inkml:trace contextRef="#ctx0" brushRef="#br0" timeOffset="15941.73">29173 15996 661 0,'0'0'599'0,"0"0"169"16,27-36-383-16,-14 31-114 16,3 0 22-16,0 3-130 0,2 0-35 15,1 2-38-15,-1 0-30 0,1 1-60 16,2 2-6-16,-5 0 6 0,2-1 0 16,-4-1-82-16,2 2 69 15,-3-1-41-15,-3 2-103 0,-2 0 154 16,0 1-22-16,-2 0-1 0,2 4 26 15,-3 3 3-15,3 1 36 0,-6 2 44 16,4 2-3-16,-4-3-36 0,1 3 36 16,0 1-45-16,-1-2-22 15,1 2 15-15,0-3-28 0,-1 1-25 16,4-3 6-16,-1-2-13 0,0 0-239 16,-2-5 72-16,0-1-62 0,2-4-344 15,-3 2 173-15,4-2-112 0,-4 0-502 16</inkml:trace>
  <inkml:trace contextRef="#ctx0" brushRef="#br0" timeOffset="16158.08">29661 16031 688 0,'0'0'1465'0,"0"0"-1154"0,0 0-53 15,0 0 38-15,15 43-139 16,-12-20-30-16,2 0 1 0,1 1-5 15,-1 1-28-15,6-1-95 0,-3 1 44 16,2-2-44-16,-2 0-187 0,3-1 98 16,-3-2-61-16,0-4-266 15,-3-4 129-15,0-3-91 0,-2-4-379 16,-1-3 258-16,1-1 30 0</inkml:trace>
  <inkml:trace contextRef="#ctx0" brushRef="#br0" timeOffset="16468.99">29756 15984 1924 0,'0'0'444'0,"0"0"-118"0,42-12-146 16,-26 13 20-16,3 4-62 0,2 4-62 15,-3-1-25-15,1 4 51 16,-1 3-25-16,-4 3-36 0,-4 1 57 15,-2 4-54-15,-2 1-41 0,-6 0 86 16,0 0-1-16,0-3-47 0,-6-1 28 16,-2 1-69-16,-2-5 21 15,-1 1-14-15,-2-4-7 0,0-3 25 16,-3 1-19-16,0-5-6 0,3 0 7 16,-1-3-10-16,6-1 3 0,0-2-214 15,6 0 157-15,2-3-44 0,0-3-194 16,0-5 53-16,10-7-127 0,6-4-476 15,6-1 276-15,-7 5-63 0</inkml:trace>
  <inkml:trace contextRef="#ctx0" brushRef="#br0" timeOffset="16776.09">30135 16028 333 0,'0'0'1562'16,"39"-20"-1277"-16,-23 14-272 0,-8 2-12 16,-5 2 109-16,-1 0 91 0,-2 1-30 15,-2 1 96-15,-6 2-190 16,-8 6-26-16,-5 2-6 0,0 3 44 15,-1 3-21-15,1-1-33 0,5 0 28 16,0 0-60-16,9 1 20 0,-1-2-15 16,8 1-8-16,5 0-95 15,3-2 69-15,8 0-18 0,2 1-1 16,3-2 45-16,3 0 0 0,-3 3 13 16,1-3 9-16,-1 2-22 0,-5 0 25 15,-3-2-18-15,0-1 2 0,-8-2 1 16,-2-2 54-16,0-2-4 0,-3-1-18 15,-3 0 62-15,-7 1-28 0,-4-1-50 16,-4-2 43-16,-1-2-69 16,1 0 10-16,2-5-29 0,5 1 19 15,3 1-383-15,0-5-36 0,6 3-379 16</inkml:trace>
  <inkml:trace contextRef="#ctx0" brushRef="#br0" timeOffset="17357.45">30524 16010 1247 0,'0'0'222'0,"0"0"-177"0,0 0-2 15,0 0 181-15,13 45-49 0,-5-26-35 16,-3 2 106-16,-2-2-100 0,-3 3-24 16,3-2 129-16,-3 2-90 15,0-1-43-15,0-2 4 0,0 0-23 16,-3-5-87-16,3-3 14 0,-3-5-13 15,3-1-7-15,-2-1 7 0,-4-2 60 16,1-1 19-16,0-1-10 0,0-1 25 16,-3-6-97-16,0-3 27 0,-3-4-15 15,3-4-22-15,3-2-37 16,5 1 24-16,0-2 13 0,0-2-139 16,5-3 117-16,6 2-51 0,2-2-203 15,6 2 135-15,4 3-38 0,4 6-57 16,-1 4 214-16,3 3 18 0,-2 4 4 15,-1 3 52-15,-7 1 73 0,0 4 36 16,-4 5-75-16,-7 2-19 16,-2-1-28-16,-4 3 47 0,-4-1 3 15,-6 4 13-15,-6-2 15 0,-1 0-38 16,-1 1-32-16,-3-1 57 0,3 0-72 16,-2-3-7-16,2 1 22 15,3-2-47-15,2-3-25 0,3 0-13 16,5-4 19-16,1 1-290 0,2-2 150 15,0 1-154-15,0-3-745 0,2 0-252 16,6-1 571-16</inkml:trace>
  <inkml:trace contextRef="#ctx0" brushRef="#br0" timeOffset="17814.18">30813 16355 758 0,'0'0'593'0,"0"0"-294"16,0 0 133-16,0 0-244 0,42-3-4 15,-26-6 33-15,-3-3-150 16,0 0-22-16,1-3-42 0,-4-1 13 15,1-1-16-15,-1-4 2 0,4 0 7 16,-4-2-9-16,1-2-16 0,2 3 16 16,0-4 0-16,1 3-109 0,-1 4-20 15,0 2 3-15,0 3 80 16,1 2 46-16,-1 3 4 0,3 4 80 16,-3 0-17-16,0 4-8 0,3 1 8 15,0 0 17-15,-3 5-7 0,0 0 20 16,3 2-36-16,-2 0-23 0,-1 3 26 15,0-1-16-15,-5 0-48 0,-3 1-2 16,1 1 2-16,-4 0 0 16,-2-2 1-16,0 2-1 0,0 0 16 15,0-3 23-15,-2 1 82 0,2 0-38 16,-6-4-80-16,6 2 25 0,-5-1-28 16,5 0-74-16,-3-3 71 15,1 3-96-15,-1-3-330 0,3-1-84 16,-3-2-739-16</inkml:trace>
  <inkml:trace contextRef="#ctx0" brushRef="#br0" timeOffset="18685.38">30956 16037 13 0,'0'0'313'0,"0"0"-173"15,0 0-61-15,0 0 15 0,0 0-22 16,0 0 29-16,0 0 137 0,0 0-69 16,0 0-9-16,0 0 74 15,18-3-175-15,-18 3-20 0,3 1 61 16,-3 0-6-16,0 0 14 0,0 1 51 16,0-2-88-16,2 1-29 0,-2 0-13 15,0-1-13-15,0 0 23 0,0 1 119 16,-2 1-51-16,-1-1-27 0,1 1 59 15,-4 3-11-15,1 5 4 0,-6 4-11 16,-2 4 7-16,3 2-58 16,-4 1-32-16,4-2 51 0,-1-2-89 15,0 3 31-15,4-4-24 0,-1 3-7 16,0-5-10-16,5 0 10 0,0-1 0 16,3-2-32-16,0-3 32 15,0-1 0-15,0-5-37 0,0 0 37 16,0 1 0-16,6-2 1 0,-4 0 5 15,4-1-6-15,-1 0 22 0,0-1-19 16,3-2-3-16,-3 0 16 0,3-1-16 16,3 0 0-16,-3 0 6 15,0 0-6-15,0 0 0 0,0 1-24 16,0 2 24-16,0-2 0 0,0 3-101 16,0 0 18-16,-3 0-131 0,3 0-465 15,-3 0-70-15,0 0-608 0</inkml:trace>
  <inkml:trace contextRef="#ctx0" brushRef="#br0" timeOffset="19125.62">31048 16196 282 0,'0'0'1585'0,"0"0"-1388"0,0 0 11 16,0 0 144-16,0 0-139 0,0 0-69 16,0 0 7-16,0 0-26 0,0 0-33 15,51 4-60-15,-30-2 47 0,3-1-15 16,-3 0-20-16,0 1 48 15,0 1-92-15,-2-1 6 0,2 4-34 16,-2-2 15-16,-1 1-266 0,-5-1-76 16,-2-1-316-16,-1 0-1076 15</inkml:trace>
  <inkml:trace contextRef="#ctx0" brushRef="#br0" timeOffset="19997.73">31411 16046 1398 0,'0'0'274'0,"0"0"2"0,0 0-75 0,0 0 35 15,0 0 39-15,0 0-153 16,21 38-3-16,-21-17 48 0,-5 1 2 15,0-1-51-15,-3 1-32 0,3 0-6 16,-1-1-58-16,-2 2-9 0,3-3 31 16,-3-1-44-16,5 0 9 0,-2-3-9 15,0-2 0-15,2-3-4 16,1-2 3-16,-1-5 1 0,3 0-136 16,0-2 134-16,-3-1-27 0,3-1-82 15,0 0 98-15,-2-3-73 0,-1-7-238 16,3-4 176-16,-3-5-26 0,1 0-207 15,2 0 144-15,0-1 29 0,0-2-342 16,2 0 113-16,1 0 27 16</inkml:trace>
  <inkml:trace contextRef="#ctx0" brushRef="#br0" timeOffset="20220.3">31382 16119 752 0,'0'0'564'0,"0"0"-151"16,0 0 164-16,0 0-334 0,0 0-11 16,37-9 105-16,-26 19-142 0,-1 8-61 15,1 3-49-15,2-2 26 16,-5 2-51-16,5-4-47 0,-2-2 44 15,2 2-57-15,3-8 22 0,3 1-10 16,-1-4 20-16,1-4-4 0,-1-2 123 16,1-1 9-16,-6-6-54 15,3-1 3-15,-3-3-109 0,0-4 40 16,-2 0-25-16,0-3-15 0,-1-1-12 16,-2-1 9-16,-3-2 3 0,1 0-193 15,-1 0 162-15,-2 0-81 0,-1 1-228 16,-2 5 179-16,0 3-148 0,0 6-539 15,-2 3 86-15,-4 3-451 0</inkml:trace>
  <inkml:trace contextRef="#ctx0" brushRef="#br0" timeOffset="20749.18">29279 16715 2103 0,'0'0'279'15,"11"41"82"-15,-9-12 101 16,-2 3-280-16,0-2-74 0,0 1-38 16,0-1 9-16,3-3-79 0,0 0-9 15,-1-3-7-15,1-6 16 0,0 0-232 16,-1-6 140-16,-2-5-49 0,0-3-143 15,0-2 133-15,0-2-30 16,0 0-178-16,0-2 139 0,-8-7-170 16,3-3-611-16,-3 0 433 0</inkml:trace>
  <inkml:trace contextRef="#ctx0" brushRef="#br0" timeOffset="20922.2">29292 16705 2327 0,'0'0'187'15,"64"-24"258"-15,-19 13 9 0,-5 8-175 16,-1 1-40-16,-9 4-75 0,-7 3-130 16,-7 2-34-16,-5-1-390 0,-3 2 324 15,-6 0-29-15,-2 2-255 16,-7 3-22-16,-9-2-228 0,0-2-1188 16</inkml:trace>
  <inkml:trace contextRef="#ctx0" brushRef="#br0" timeOffset="21324.93">29213 16865 134 0,'0'0'1567'0,"0"0"-1139"0,0 0-46 16,0 0 34-16,0 0-185 0,0 0-62 15,56 12-64-15,-17-12-32 0,-2-1-73 16,0 0-3-16,-5 1 2 0,-3 0 1 16,-7 0-230-16,1 1 39 0,-7 2 24 15,-2 1 61-15,-7-2 80 0,-1 0-74 16,-6 0-35-16,2 5 135 15,-2-3 32-15,-8 6 110 0,-2 2 105 16,-3 5-13-16,-1-1-14 0,1-4-61 16,5 0-45-16,3-2-20 15,0-5 42-15,5 1-42 0,0-4-85 16,2 1 70-16,9 1-79 0,7-4 28 16,4-2-18-16,4-6-10 0,-2-2 22 15,2-1 34-15,-2 0 12 0,-3 0-6 16,-5-2 25-16,-5 2-87 0,-1-3 19 15,-4 2-7-15,-4-5-12 16,-2 3-31-16,0 1-9 0,-8-2 31 16,-2 6-212-16,-3 0 221 0,-3 3-22 15,0 2 0-15,3 3 22 0,2 1 0 16,3 0-109-16,3 0 106 0,2 0-51 16,0 2-191-16,3 2 150 0,0 0-99 15,0 0-478-15,8 2 136 16,3 0-153-16,-3-1-752 0</inkml:trace>
  <inkml:trace contextRef="#ctx0" brushRef="#br0" timeOffset="21780.87">29743 17017 1116 0,'0'0'602'15,"0"0"-439"-15,0 0-8 0,0 0 101 16,0 0-113-16,0 0-30 0,0 0 45 15,0 0-65-15,0 0-22 16,0 0 16-16,0-16 3 0,0-1-78 16,8-3 11-16,-3 1-21 0,5 1-2 15,1-2-49-15,2-1 47 0,6 0-9 16,-1 0-121-16,4 3 0 16,1 0 26-16,1 4 35 0,0 3 71 15,-3 3 29-15,-5 6 213 0,0 2-34 16,-5 1-73-16,-3 6-62 0,-3 2 67 15,0 5-28-15,-5-2-68 0,0 1 41 16,-2-1-85-16,-6-1 35 16,-3 1-35-16,0-2 0 0,-4-3 16 0,-1 0 6 15,0 2-22-15,-3-5 25 16,6 2-12-16,0-2-13 0,-1 2 25 16,7-3 4-16,1 1 11 0,1 1-36 15,2-2 96-15,3 1-87 0,0 3 24 16,3 1 21-16,5 0 4 0,5 1-24 15,6 0 92-15,-1-4-130 0,-2 2 56 16,3-2-56-16,-3 0 0 16,2-1-43-16,3 2 2 0,3-2 29 15,3 2-305-15,-1-2 110 0,6 3-126 16,2-3-795-16,-10-3-143 0</inkml:trace>
  <inkml:trace contextRef="#ctx0" brushRef="#br0" timeOffset="22532.05">30696 16855 798 0,'0'0'1063'16,"-11"36"-602"-16,1-13-200 0,-1 0-45 16,3-2 150-16,-2 0-184 15,2 0-141-15,3-2-15 0,-1-3-29 16,1-4 3-16,2-2-150 0,1-5 111 15,-1 1-8-15,0-4-8 0,1 0 55 16,-4-2 0-16,4-1-71 0,2-5 42 16,0-6-35-16,0-6-110 0,0-3 145 15,0 3 7-15,2-3-14 16,1 1 36-16,2 0-26 0,1 2-77 16,2 2 87-16,2 2 16 0,-2 7 10 15,3 2 64-15,-1 3 90 0,4 4 141 16,-1 4-88-16,0 8-29 0,3 0 40 15,0 3-49-15,-3 1-50 16,6 1-97-16,-4-5 49 0,1-1-81 16,0-2-9-16,-2-3 9 0,-4-5 0 15,1-2-19-15,-6-1 19 0,0 0 0 16,-2-2 25-16,2-4 28 0,1 0-53 16,1-4 22-16,-1-6-22 15,-4-2 0-15,4 0-47 0,-4 1 22 16,1 3-18-16,2-3-231 0,1 3 170 15,4 2-86-15,-4 1-416 0,1 5 248 16,-1 2 74-16,-1 3 83 0,0 1 200 16,3 0 1-16,0 0 29 15,-2 5 42-15,-1 5 17 0,-3 7 87 16,-2-1-82-16,-2 3 1 0,-1-1 47 16,-2-2-2-16,0 0-17 0,-1 0 2 15,1-1-37-15,2 0-33 0,3 0-44 16,0-3 56-16,3-1-66 0,2-2 7 15,3 0-7-15,3-1 0 16,7-1 1-16,-2-2 5 0,5-4-6 16,1 0 16-16,-1-1-10 0,3 0-6 15,-3 0-126-15,-5-1-110 0,0-1-182 16,-3-4-746-16,-8 2-76 0</inkml:trace>
  <inkml:trace contextRef="#ctx0" brushRef="#br0" timeOffset="23110.85">31059 16931 2176 0,'0'0'665'16,"0"0"-578"-16,37 4-61 0,-26-2-20 15,-3-2 32-15,-3 0-38 0,-3 0-32 16,4 0-61-16,-4-3-100 0,1 1-149 15,0-3 131-15,-1-1 52 16,-2-1 33-16,0 2 114 0,0-3 12 16,0 2 29-16,-2-3-27 0,2 3 18 15,-3-1 64-15,3 0 20 0,0-1 0 16,0 2 2-16,0 0-63 0,0 1 25 16,8-1-4-16,3 0-38 15,5-3-13-15,5 2-10 0,3 1-3 16,2-2-3-16,1 2-20 0,-1-2 23 15,0 2-1-15,-2 1-12 0,-2 1 13 16,-4-3 0-16,-7 4-15 0,-1 1-4 16,-7-2-120-16,2 3 114 15,-2 0 25-15,-1-1 71 0,-2 2 46 16,0-2-24-16,-7-1-31 0,-4 2 88 16,-2 1 14-16,-1 0-26 0,4 4 38 15,2-2-45-15,3 1-77 0,2 2-32 16,-2 0-32-16,2 7 10 0,3 0-94 15,3 5 93-15,7-3-17 16,1 0-43-16,5 0 61 0,2 2 0 16,3-2 0-16,1 1 71 0,-4 3-17 15,-5-1-19-15,1 0-29 0,-4-1-6 16,-4-1 13-16,-1 0 9 0,-5-3 29 16,0-2-26-16,-8 0 64 0,-3-4-64 15,-2-1-6-15,-3-2 25 16,3-2-44-16,0 0-3 0,2-1-19 15,1-1 22-15,4-1-289 0,1-4 73 16,2-3-189-16,3-5-874 0,6 1-148 16</inkml:trace>
  <inkml:trace contextRef="#ctx0" brushRef="#br0" timeOffset="23310.53">31708 16851 2834 0,'0'0'445'0,"-13"36"-216"0,5-14-64 0,2-2-14 16,1-1-57-16,2 0-94 15,3 0-98-15,0-3 96 0,6-1-47 16,-4-1-359-16,4-4 91 16,-4-4-117-16,-2-2-528 0,0-1 320 15,0-2-13-15</inkml:trace>
  <inkml:trace contextRef="#ctx0" brushRef="#br0" timeOffset="23470.1">31650 16830 2277 0,'0'0'246'0,"58"-4"-204"15,-24 2-39-15,3 2 7 0,0 2-7 16,0 1-3-16,1 4 3 0,-4-1-3 15,-10-1-745-15,-3 0-969 0</inkml:trace>
  <inkml:trace contextRef="#ctx0" brushRef="#br0" timeOffset="23701.85">32026 16926 2565 0,'0'0'524'0,"0"0"-364"16,-11 47 15-16,11-31 12 0,3 0-60 16,5 2-114-16,2-5 21 15,-2 4-15-15,5-4-19 0,3 1-58 16,3-3 58-16,2-2 0 0,-2-4 2 16,2 1 17-16,-3-5-19 0,-2-1-132 15,-3-1 27-15,1-6-117 0,-6 2-471 16,-3-2 16-16,-2 2-447 0</inkml:trace>
  <inkml:trace contextRef="#ctx0" brushRef="#br0" timeOffset="23826.18">32206 16963 2141 0,'0'0'285'0,"42"0"-285"0,-21 0-41 16,-5-3-153-16,-5 1-941 0</inkml:trace>
  <inkml:trace contextRef="#ctx0" brushRef="#br0" timeOffset="24013.38">32272 16783 1529 0,'0'0'569'0,"56"2"-461"16,-27-1-108-16,-5-1-52 0,-1 0-91 15,-4 0-832-15</inkml:trace>
  <inkml:trace contextRef="#ctx0" brushRef="#br0" timeOffset="24640.94">28969 17480 2123 0,'0'36'1204'0,"0"-2"-1045"16,0 7-17-16,-2-4 16 0,2 4-48 15,0-7-110-15,0-2-91 0,2-5 12 16,-2-3-85-16,3-3-320 0,-3-6 137 16,0-5-12-16,0-3-172 15,0-5 36-15,-3-2-101 0</inkml:trace>
  <inkml:trace contextRef="#ctx0" brushRef="#br0" timeOffset="24812.13">28927 17532 160 0,'0'0'2242'0,"48"-22"-1990"0,-17 13-17 15,1 5 7-15,3-2-105 0,2 2-51 16,-8-1-70-16,-5 4 6 0,-6 0-22 16,-5 1-373-16,-7 0-97 15,-4 0-100-15,-2 0-370 0,0 0 281 16</inkml:trace>
  <inkml:trace contextRef="#ctx0" brushRef="#br0" timeOffset="24966.29">28927 17604 1969 0,'0'0'493'0,"0"0"-203"0,0 0 102 16,0 0-233-16,34 41-47 0,-10-34-80 15,0 0 28-15,-3 0-60 0,0-2-104 16,1 2-49-16,1-3-251 0,-1 4-907 15,-9-3 559-15,3 2-31 0</inkml:trace>
  <inkml:trace contextRef="#ctx0" brushRef="#br0" timeOffset="25295.35">29314 17932 1060 0,'0'0'699'0,"0"0"-579"15,0 0-64-15,0 0 48 0,0 0-91 0,0 0 6 16,0 0 43-16,0 0-62 15,0 0 2-15,2-42 2 0,-10 16-3 16,0-5 0-16,3 5-1 0,2-3-12 16,1 1-10-16,2-1-50 15,2 3-22-15,6 2-39 0,3 3-18 16,2 6 151-16,6 2 69 0,-3 5 207 16,5 4-150-16,0 3-16 0,3 1 81 15,0 4 6-15,-3 5 38 0,0 3 16 16,0 2-155-16,-2 1-61 0,-3 4-29 15,0-1 48-15,-1 1-22 16,-1 1-9-16,-4 1 21 0,-2-2-44 16,-2-2-131-16,-4-1 128 0,-2 0-22 15,0-3-135-15,-5-3 38 0,-3 0-48 16,0-2-124-16,-3-2 133 0,-2 0-66 16,-3-3-325-16,6-2-116 15</inkml:trace>
  <inkml:trace contextRef="#ctx0" brushRef="#br0" timeOffset="25418.65">29475 17826 2500 0,'0'0'110'0,"48"-18"-110"0,-16 12-6 16,-6-2-46-16,6 1-87 0,2 1-428 16,-2 0-74-16,-5 3 178 0</inkml:trace>
  <inkml:trace contextRef="#ctx0" brushRef="#br0" timeOffset="25717.64">29886 17707 2414 0,'0'0'313'0,"-40"3"-181"16,21 1 0-16,3 0-1 0,6 3-48 16,2-3-67-16,3 2-16 0,2 0 0 15,3 3-35-15,3 4 35 16,5 0 0-16,7 2 13 0,4-5-3 15,-3-2-10-15,0 2 22 0,-3-2-6 16,0 2-16-16,-2-5 2 0,-6 3 11 16,-2-4 32-16,-3 1 123 15,0-2-104-15,0 1-30 0,-5 5-11 16,-9 0 37-16,-4 1-60 0,-6-3-19 16,3 0 0-16,0-4 19 0,7-2-171 15,4 0 50-15,-1-1-93 0,8-1-378 16,1-4 100-16,-1-5-93 0,3 0-670 15</inkml:trace>
  <inkml:trace contextRef="#ctx0" brushRef="#br0" timeOffset="25936.28">30047 17694 36 0,'0'0'2150'15,"0"0"-1389"-15,0 0-444 16,-8 37-88-16,-2-18-7 0,4 0-84 15,1-1-75-15,2-3-44 0,3-2 25 16,0 0-44-16,6-4-25 0,2-3 25 16,5 2 0-16,3-6 16 15,2 0 6-15,4-2-22 0,-4 0 37 16,3-1-8-16,-5-2-29 0,0-4-214 16,0 4 6-16,-5-2-52 0,-1-1-442 15,-2 2-7-15,-5-1-514 0</inkml:trace>
  <inkml:trace contextRef="#ctx0" brushRef="#br0" timeOffset="26085.19">30235 17742 2332 0,'0'0'60'15,"0"0"-60"-15,45-12-10 0,-37 9 8 16,-2-2-209-16,-4 1-1145 0</inkml:trace>
  <inkml:trace contextRef="#ctx0" brushRef="#br0" timeOffset="26277.9">30193 17559 1000 0,'0'0'2448'0,"0"0"-2138"15,0 0-253-15,48-2-10 16,-33 2-13-16,1 0 42 0,0-1-76 16,0 0-76-16,-3 0 75 0,1 0-203 15,-4 0-658-15,1-1-210 0,-3-1-189 0</inkml:trace>
  <inkml:trace contextRef="#ctx0" brushRef="#br0" timeOffset="26718.76">31133 17534 1966 0,'0'0'149'16,"-34"43"68"-16,10-17 284 15,-3 3-190-15,4 2-47 0,-4 8 44 16,3 1-94-16,8 4-81 0,3-2-99 16,8-6 38-16,5-5-72 0,2-3-157 15,9-1 120-15,5 0-64 0,0-5-186 16,8-2 148-16,-1-3-187 0,4-5-628 15,-9-5 178-15,4-3-243 0</inkml:trace>
  <inkml:trace contextRef="#ctx0" brushRef="#br0" timeOffset="27200.39">31255 17740 300 0,'0'0'2995'0,"5"52"-2746"15,-2-25-198-15,2 0-48 0,-2-6 25 16,-1 0-6-16,4 1-22 0,-4-5-15 16,1 2-1-16,0-1-44 0,-3-4-252 15,2-5 187-15,-2-5-9 0,-2-3 130 16,-1 1 4-16,0-2 138 0,1 0-10 15,-4-2-67-15,1-3-61 16,-5-6-29-16,2-9 28 0,0-3 1 16,0-5-77-16,5-2 76 0,-2-2-69 15,5 4-176-15,0 0 85 0,8 1-45 16,5 2-121-16,6 2 168 0,4 6 94 16,1 5 65-16,3 6 11 15,-3 2 70-15,2 4 94 0,0 2-10 16,-2 5-26-16,0 2 68 0,-5 3-95 15,-9-1-60-15,-2 1-49 0,-2-1 42 16,-6 0 3-16,-8 0 128 0,-3-1 28 16,-2-1-26-16,-6-1 2 15,-2 0-29-15,0-3-53 0,0 0-77 16,-1-2 68-16,4-3-89 0,2 0-19 16,8 0-22-16,0 0 25 0,5 0-333 15,3 0 127-15,3-3-138 0,5-3-734 16,-3 1-4-16</inkml:trace>
  <inkml:trace contextRef="#ctx0" brushRef="#br0" timeOffset="27406.4">31541 17792 1830 0,'0'0'460'16,"-19"35"-40"-16,9-19-211 15,-1 2 3-15,3-4 62 0,3 0-90 16,2 0-60-16,3-1-102 0,0 0 38 15,6 0-60-15,-1-2-10 0,8-1 10 16,0 1 0-16,6-5-10 0,0 0 10 16,2-3 0-16,3 0-111 15,-1 0 16-15,1-2-127 0,0-1-458 16,-5 0-48-16,-1 0-621 0</inkml:trace>
  <inkml:trace contextRef="#ctx0" brushRef="#br0" timeOffset="27827.66">31795 18024 2566 0,'0'0'374'0,"0"0"-291"0,0 0-3 16,11-44 42-16,-6 29-46 15,6-3-60-15,2-1-16 0,3-3-60 16,0 1 44-16,0-1 6 0,-3 0-208 16,3 0 122-16,0 0-4 0,-3 1-135 15,5 4 28-15,-2 0-97 0,0 9-180 16,-5 2 334-16,-6 3 150 0,0 1 32 15,-2 2 169-15,-3 3-19 0,3 2 94 16,-1 6-68-16,1 9 5 16,-3 1 74-16,5 3-140 0,-5 0-47 15,3-2-20-15,0-2-10 0,-1 1-28 16,4-3-30-16,-4 2 24 16,1 1-36-16,-1 0-59 0,1-5-43 0,-3 2-219 15,0-7-296-15,0-5 179 16,-5 0-82-16,0-2-657 0</inkml:trace>
  <inkml:trace contextRef="#ctx0" brushRef="#br0" timeOffset="27984">31856 17944 2250 0,'0'0'630'16,"0"0"-387"-16,0 0-83 0,53-20-58 15,-29 17-57-15,0 1-45 0,0-2-74 16,2-1 71-16,3-1-131 0,-2-1-305 15,-3-1 58-15,-3 3-176 16,-3-4-560-16,-2 5 563 0</inkml:trace>
  <inkml:trace contextRef="#ctx0" brushRef="#br0" timeOffset="28375.58">32174 17862 236 0,'0'0'499'15,"0"0"266"-15,0 0-401 0,0 0-98 16,0 0 103-16,0 0-165 16,0 0-34-16,0 0 19 0,8 36-87 15,-13-18-67-15,2-2-16 0,0-3-3 16,1-1-16-16,-1-3-36 0,3-1 34 15,0-4-66-15,0-3-134 0,0 1 118 16,0-2-22-16,0 0-78 0,0 0 139 16,-3 0-26-16,1-4-4 15,2-7 74-15,-3-3-28 0,3-6-74 16,0-2 22-16,3-3-72 0,2 2-155 16,6 2-1-16,-1 6 19 0,1 6 88 15,-1 2 202-15,-2 5 228 0,0 2 419 16,3 0-299-16,-3 10-21 0,2 0 179 15,4 4-263-15,-1 3-112 16,0-4-83-16,0 0 28 0,1 0-25 16,2-1-48-16,-1-1 118 0,4-1-112 15,-3-1 35-15,0-5-21 0,0-3 46 16,-3-1 38-16,-5 0 78 0,2-1-71 16,-2-5-93-16,-2-3 101 0,4-4-122 15,-4-5 53-15,-1 2-29 16,-3-2-24-16,-2 3-46 0,0-4 9 15,0 2-22-15,0-2-403 0,3 1 184 16,-3 5-230-16,0 2-974 0,3 7 64 16</inkml:trace>
  <inkml:trace contextRef="#ctx0" brushRef="#br0" timeOffset="28687.11">32624 17776 1030 0,'0'0'1546'16,"0"0"-1305"-16,0 0-128 0,0 0 28 16,0 0 70-16,0 0-26 15,19 48-46-15,-19-28-19 0,2 2 16 16,-2-3-54-16,3-5-79 0,0-2 94 15,-1-1-37-15,1 1-41 0,2-2 112 16,3-1-38-16,3-1-68 0,-1-3 114 16,4 4-139-16,2-6 40 15,-3 0-43-15,0 0 3 0,0-1-278 16,1-1 181-16,-1 1-79 0,0-2-259 16,-5 1 117-16,0 0-305 0,-3-1-1071 15</inkml:trace>
  <inkml:trace contextRef="#ctx0" brushRef="#br0" timeOffset="28830.11">32955 18076 3119 0,'0'0'468'0,"0"0"-237"0,0 0-87 15,0 0-144-15,0 0-40 0,35 6-102 16,-33-6-165-16,1-2-761 0,0 2-305 15</inkml:trace>
  <inkml:trace contextRef="#ctx0" brushRef="#br0" timeOffset="29218.5">33183 17587 2626 0,'0'0'26'15,"0"0"29"-15,0 0 48 0,0 0 67 16,48 19-54-16,-32 0 5 0,-3 5 7 16,3 7-36-16,-3 0 7 15,0 3 30-15,-2 0-12 0,-3 4 25 16,-3-6 0-16,-5 0-139 0,0-3 47 16,-3 1-41-16,1 2-9 0,-6-6-140 15,0-1 90-15,0-3-60 0,-5-3-155 16,-1-4 119-16,-1-3-205 0,4-4-1062 15,-5-4-240-15</inkml:trace>
  <inkml:trace contextRef="#ctx0" brushRef="#br0" timeOffset="29374.59">33331 18195 3698 0,'0'0'550'15,"0"0"-550"-15,0 0-31 0,0 0 12 16,0 0-93-16,0 0-746 0,0 0-1112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650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470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216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1198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65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440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8839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271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2013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1781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7403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115F-905D-480E-AB3D-8B4015E16A50}" type="datetimeFigureOut">
              <a:rPr lang="nb-NO" smtClean="0"/>
              <a:t>11.02.2025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842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3031327B-1409-462F-8AF8-428EA9AFEE07}"/>
              </a:ext>
            </a:extLst>
          </p:cNvPr>
          <p:cNvSpPr txBox="1"/>
          <p:nvPr/>
        </p:nvSpPr>
        <p:spPr>
          <a:xfrm>
            <a:off x="4965429" y="629268"/>
            <a:ext cx="6586491" cy="128616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/>
          <a:p>
            <a:pPr defTabSz="121917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3200" dirty="0">
                <a:solidFill>
                  <a:prstClr val="white"/>
                </a:solidFill>
                <a:latin typeface="Calibri Light" panose="020F0302020204030204"/>
              </a:rPr>
              <a:t>LOG656– Kap 3 </a:t>
            </a:r>
            <a:r>
              <a:rPr lang="en-US" sz="3200" dirty="0" err="1">
                <a:solidFill>
                  <a:prstClr val="white"/>
                </a:solidFill>
                <a:latin typeface="Calibri Light" panose="020F0302020204030204"/>
              </a:rPr>
              <a:t>og</a:t>
            </a:r>
            <a:r>
              <a:rPr lang="en-US" sz="3200" dirty="0">
                <a:solidFill>
                  <a:prstClr val="white"/>
                </a:solidFill>
                <a:latin typeface="Calibri Light" panose="020F0302020204030204"/>
              </a:rPr>
              <a:t> 5: </a:t>
            </a:r>
            <a:r>
              <a:rPr lang="en-US" sz="3200" dirty="0" err="1">
                <a:solidFill>
                  <a:prstClr val="white"/>
                </a:solidFill>
                <a:latin typeface="Calibri Light" panose="020F0302020204030204"/>
              </a:rPr>
              <a:t>Oppstartsfasen</a:t>
            </a:r>
            <a:endParaRPr lang="en-US" sz="320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D477589-74CB-45EB-ACE7-85719D586BC5}"/>
              </a:ext>
            </a:extLst>
          </p:cNvPr>
          <p:cNvSpPr txBox="1"/>
          <p:nvPr/>
        </p:nvSpPr>
        <p:spPr>
          <a:xfrm>
            <a:off x="4965432" y="2438400"/>
            <a:ext cx="6586489" cy="3785419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/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Hensikt med oppstartsfasen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Prosjektleders rolle i oppstartsfasen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Overordnet struktur: Prosjektbeskrivelse (PMI)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Prosjekteier og kunde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Interessenter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Omfang (målsettinger, antagelser og restriksjoner)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Konsept</a:t>
            </a:r>
          </a:p>
          <a:p>
            <a:pPr marL="914389" lvl="1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Konseptvalg</a:t>
            </a:r>
          </a:p>
          <a:p>
            <a:pPr marL="914389" lvl="1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Evalueringsmetoder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Forretningsplan (+-100%)</a:t>
            </a:r>
          </a:p>
          <a:p>
            <a:pPr marL="457189" indent="-457189" defTabSz="609585">
              <a:buFont typeface="+mj-lt"/>
              <a:buAutoNum type="arabicPeriod"/>
            </a:pPr>
            <a:r>
              <a:rPr lang="nb-NO" sz="2133" dirty="0">
                <a:solidFill>
                  <a:prstClr val="white"/>
                </a:solidFill>
                <a:latin typeface="Calibri" panose="020F0502020204030204"/>
              </a:rPr>
              <a:t>Prosjektmandat</a:t>
            </a: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  <a:p>
            <a:pPr marL="457189" indent="-457189" defTabSz="609585">
              <a:buFont typeface="+mj-lt"/>
              <a:buAutoNum type="arabicPeriod"/>
            </a:pPr>
            <a:endParaRPr lang="nb-NO" sz="2133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3" y="2115116"/>
            <a:ext cx="6309360" cy="0"/>
          </a:xfrm>
          <a:prstGeom prst="line">
            <a:avLst/>
          </a:prstGeom>
          <a:ln w="19050">
            <a:solidFill>
              <a:srgbClr val="CE93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de 10">
            <a:extLst>
              <a:ext uri="{FF2B5EF4-FFF2-40B4-BE49-F238E27FC236}">
                <a16:creationId xmlns:a16="http://schemas.microsoft.com/office/drawing/2014/main" id="{60AFE042-EE8A-3560-D198-A671B747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49195" cy="6858000"/>
          </a:xfrm>
          <a:prstGeom prst="rect">
            <a:avLst/>
          </a:prstGeom>
        </p:spPr>
      </p:pic>
      <p:pic>
        <p:nvPicPr>
          <p:cNvPr id="4" name="Picture 2" descr="Praktisk prosjektledelse - fra idé til gevinst (9788245045239) | Akademika  Bokhandel">
            <a:extLst>
              <a:ext uri="{FF2B5EF4-FFF2-40B4-BE49-F238E27FC236}">
                <a16:creationId xmlns:a16="http://schemas.microsoft.com/office/drawing/2014/main" id="{46ACB2ED-F5F0-3E8C-8090-B673C4497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8556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692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932"/>
    </mc:Choice>
    <mc:Fallback xmlns="">
      <p:transition spd="slow" advTm="99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DF473-E776-4DA0-DC0B-9CEB6BC66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70396763-E5B1-5FC1-23A9-B7FCAF71E9CD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Oppstartsfasen</a:t>
            </a:r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22B2510-4D53-A108-2CA0-9C1531839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182111"/>
              </p:ext>
            </p:extLst>
          </p:nvPr>
        </p:nvGraphicFramePr>
        <p:xfrm>
          <a:off x="1582617" y="1036809"/>
          <a:ext cx="7906040" cy="40233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976510">
                  <a:extLst>
                    <a:ext uri="{9D8B030D-6E8A-4147-A177-3AD203B41FA5}">
                      <a16:colId xmlns:a16="http://schemas.microsoft.com/office/drawing/2014/main" val="3015749879"/>
                    </a:ext>
                  </a:extLst>
                </a:gridCol>
                <a:gridCol w="1617786">
                  <a:extLst>
                    <a:ext uri="{9D8B030D-6E8A-4147-A177-3AD203B41FA5}">
                      <a16:colId xmlns:a16="http://schemas.microsoft.com/office/drawing/2014/main" val="3219116478"/>
                    </a:ext>
                  </a:extLst>
                </a:gridCol>
                <a:gridCol w="2335234">
                  <a:extLst>
                    <a:ext uri="{9D8B030D-6E8A-4147-A177-3AD203B41FA5}">
                      <a16:colId xmlns:a16="http://schemas.microsoft.com/office/drawing/2014/main" val="1110883379"/>
                    </a:ext>
                  </a:extLst>
                </a:gridCol>
                <a:gridCol w="1976510">
                  <a:extLst>
                    <a:ext uri="{9D8B030D-6E8A-4147-A177-3AD203B41FA5}">
                      <a16:colId xmlns:a16="http://schemas.microsoft.com/office/drawing/2014/main" val="3049864456"/>
                    </a:ext>
                  </a:extLst>
                </a:gridCol>
              </a:tblGrid>
              <a:tr h="327953"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Oppstart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Planlegging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Gjennomføring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dirty="0"/>
                        <a:t>Avslutning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952230"/>
                  </a:ext>
                </a:extLst>
              </a:tr>
              <a:tr h="262811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Behov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Prosjekteier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Kunde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Mål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Antagelser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Føringer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Konsept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Business case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Interessenter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Prosjektleder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Milepæler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Budsjett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Omfang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Tid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Budsjett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Risiko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nb-NO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Ressurser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Anskaffelser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Kvalitet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Kommunikasjon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Oppfølging og overvåking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Omfang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Tid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Budsjett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Risiko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Kvalitet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nb-NO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Ukentlig status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Månedlig status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nb-NO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Produkt, tjeneste, resultat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 err="1"/>
                        <a:t>Kontraktsavslutning</a:t>
                      </a:r>
                      <a:endParaRPr lang="nb-NO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Godkjenning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Leveranse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Lærdom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Teamavslutning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b-NO" dirty="0"/>
                        <a:t>Sluttrapport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2523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282FE0CB-EE90-8AF7-9532-C8DA7FE68C9F}"/>
                  </a:ext>
                </a:extLst>
              </p14:cNvPr>
              <p14:cNvContentPartPr/>
              <p14:nvPr/>
            </p14:nvContentPartPr>
            <p14:xfrm>
              <a:off x="1975680" y="1018800"/>
              <a:ext cx="3270600" cy="1729080"/>
            </p14:xfrm>
          </p:contentPart>
        </mc:Choice>
        <mc:Fallback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282FE0CB-EE90-8AF7-9532-C8DA7FE68C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6320" y="1009440"/>
                <a:ext cx="3289320" cy="174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954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0897A-486C-506A-A56A-C1ADE960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6446A653-54B0-753C-EA6C-13E9A08EB157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Hensikt med oppstartsfasen?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1B1B35A0-E00A-0482-1636-3FB4B144E083}"/>
              </a:ext>
            </a:extLst>
          </p:cNvPr>
          <p:cNvSpPr txBox="1"/>
          <p:nvPr/>
        </p:nvSpPr>
        <p:spPr>
          <a:xfrm>
            <a:off x="756325" y="1077202"/>
            <a:ext cx="7064189" cy="1631216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nb-NO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Hensikten med oppstartsfasen er å produsere en prosjektbeskrivelse som gir beslutningstakerne tilstrekkelig grunnlag for hvorvidt de skal gå videre med prosjektet eller ikke.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BIP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9525B56-53EC-6B0B-CB86-741604D20E47}"/>
              </a:ext>
            </a:extLst>
          </p:cNvPr>
          <p:cNvSpPr txBox="1"/>
          <p:nvPr/>
        </p:nvSpPr>
        <p:spPr>
          <a:xfrm>
            <a:off x="756325" y="3059668"/>
            <a:ext cx="76819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Lavt budsjett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Lav risiko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Skrives som regel av prosjekteier (helst i samarbeid med tiltenkt prosjektleder)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Resultat: Prosjektbeskrivelse (forprosjekt, prosjektmandat, målanalyse, interessentanalyse, forretningsplan </a:t>
            </a:r>
            <a:r>
              <a:rPr lang="nb-NO" sz="2000" dirty="0" err="1">
                <a:solidFill>
                  <a:prstClr val="white"/>
                </a:solidFill>
                <a:latin typeface="Calibri" panose="020F0502020204030204"/>
              </a:rPr>
              <a:t>etc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)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Oppstartsfasen består ofte av flere trinn i domenespesifikke prosjektmodeller: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E3DAAD96-F466-7190-3BDD-8DDC4C118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756" y="4414894"/>
            <a:ext cx="3339642" cy="21362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7BB4634F-3885-C4C2-6580-8E1EAEA8F653}"/>
                  </a:ext>
                </a:extLst>
              </p14:cNvPr>
              <p14:cNvContentPartPr/>
              <p14:nvPr/>
            </p14:nvContentPartPr>
            <p14:xfrm>
              <a:off x="2164320" y="3085920"/>
              <a:ext cx="9407160" cy="1548720"/>
            </p14:xfrm>
          </p:contentPart>
        </mc:Choice>
        <mc:Fallback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7BB4634F-3885-C4C2-6580-8E1EAEA8F6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4960" y="3076560"/>
                <a:ext cx="9425880" cy="156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916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D3850-55D2-31D0-431F-B2C6A113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38885740-CCA1-E17E-01ED-B88F5E2F23AB}"/>
              </a:ext>
            </a:extLst>
          </p:cNvPr>
          <p:cNvSpPr txBox="1"/>
          <p:nvPr/>
        </p:nvSpPr>
        <p:spPr>
          <a:xfrm>
            <a:off x="-1" y="0"/>
            <a:ext cx="10194388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nb-NO" sz="4267" dirty="0">
                <a:solidFill>
                  <a:prstClr val="white"/>
                </a:solidFill>
              </a:rPr>
              <a:t>Prosjektleders rolle i oppstartsfasen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8EF4F78-60AC-5E72-73BF-3ED5B5AB6F35}"/>
              </a:ext>
            </a:extLst>
          </p:cNvPr>
          <p:cNvSpPr txBox="1"/>
          <p:nvPr/>
        </p:nvSpPr>
        <p:spPr>
          <a:xfrm>
            <a:off x="706214" y="1081781"/>
            <a:ext cx="86046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Prosjektleder kommer som regel inn ved slutten av fasen, </a:t>
            </a:r>
            <a:r>
              <a:rPr lang="nb-NO" sz="2000" b="1" dirty="0">
                <a:solidFill>
                  <a:prstClr val="white"/>
                </a:solidFill>
                <a:latin typeface="Calibri" panose="020F0502020204030204"/>
              </a:rPr>
              <a:t>etter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 at prosjekteier har skrevet prosjektbeskrivelsen.</a:t>
            </a:r>
          </a:p>
          <a:p>
            <a:pPr marL="342900" indent="-342900" defTabSz="609585">
              <a:buFont typeface="+mj-lt"/>
              <a:buAutoNum type="arabicPeriod"/>
              <a:defRPr/>
            </a:pPr>
            <a:endParaRPr lang="nb-NO" sz="2000" dirty="0">
              <a:solidFill>
                <a:prstClr val="white"/>
              </a:solidFill>
              <a:latin typeface="Calibri" panose="020F0502020204030204"/>
            </a:endParaRPr>
          </a:p>
          <a:p>
            <a:pPr marL="342900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Beste praksis: 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Inkluder prosjektleder fra starten i fasen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La prosjektleder få mest mulig ansvar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Identifiser og dokumenter omfanget (mål, forutsetninger og krav)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Unngå unødvendig risiko i oppstartsfasen (</a:t>
            </a:r>
            <a:r>
              <a:rPr lang="nb-NO" sz="2000" dirty="0" err="1">
                <a:solidFill>
                  <a:prstClr val="white"/>
                </a:solidFill>
                <a:latin typeface="Calibri" panose="020F0502020204030204"/>
              </a:rPr>
              <a:t>scope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2000" dirty="0" err="1">
                <a:solidFill>
                  <a:prstClr val="white"/>
                </a:solidFill>
                <a:latin typeface="Calibri" panose="020F0502020204030204"/>
              </a:rPr>
              <a:t>creep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)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Prosjektleder kan på et tidlig stadium bestemme kjerneteamet (fagspesialister)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endParaRPr lang="nb-NO" sz="20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13CBAB3E-7783-766B-2D85-7E5E523DE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894" y="2286621"/>
            <a:ext cx="24955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7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98FE4-FF1D-1B6D-841F-51171AB7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7AA9A65F-4DDD-F4F4-651B-602BC7E50C76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Overordnet struktur: Prosjektbeskrivelse (PMI)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70F2A989-4A82-AFD9-049D-344774926E6D}"/>
              </a:ext>
            </a:extLst>
          </p:cNvPr>
          <p:cNvSpPr txBox="1"/>
          <p:nvPr/>
        </p:nvSpPr>
        <p:spPr>
          <a:xfrm>
            <a:off x="706213" y="1081781"/>
            <a:ext cx="94444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Oppsummering (behovet eller muligheten)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Prosjekteier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Kunde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Omfang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Målsetting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Antagelser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Restriksjoner</a:t>
            </a:r>
          </a:p>
          <a:p>
            <a:pPr marL="342900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Konsept</a:t>
            </a:r>
          </a:p>
          <a:p>
            <a:pPr marL="342900" indent="-3429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Forretningsplan</a:t>
            </a:r>
          </a:p>
          <a:p>
            <a:pPr marL="342900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Interessenter</a:t>
            </a:r>
          </a:p>
          <a:p>
            <a:pPr marL="342900" indent="-3429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Prosjektmandat</a:t>
            </a:r>
            <a:endParaRPr kumimoji="0" lang="nb-NO" sz="2000" b="0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indent="-342900" defTabSz="609585">
              <a:buFont typeface="+mj-lt"/>
              <a:buAutoNum type="arabicPeriod"/>
              <a:defRPr/>
            </a:pPr>
            <a:r>
              <a:rPr lang="nb-NO" sz="2000" baseline="0" dirty="0">
                <a:solidFill>
                  <a:srgbClr val="FFFF00"/>
                </a:solidFill>
                <a:latin typeface="Calibri" panose="020F0502020204030204"/>
              </a:rPr>
              <a:t>Budsjett</a:t>
            </a: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 og gjennomføringsplan for fase 2 (Planlegging)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782FA84F-9C3C-7190-8479-A8E0BCAC20FF}"/>
                  </a:ext>
                </a:extLst>
              </p14:cNvPr>
              <p14:cNvContentPartPr/>
              <p14:nvPr/>
            </p14:nvContentPartPr>
            <p14:xfrm>
              <a:off x="802800" y="4466160"/>
              <a:ext cx="429480" cy="247320"/>
            </p14:xfrm>
          </p:contentPart>
        </mc:Choice>
        <mc:Fallback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782FA84F-9C3C-7190-8479-A8E0BCAC20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3440" y="4456800"/>
                <a:ext cx="448200" cy="26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881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34607-A7E8-F523-2CCD-C806FDD0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8D4BB0D9-EBDF-91B1-F47E-62271F956BDE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nb-NO" sz="4267" dirty="0">
                <a:solidFill>
                  <a:prstClr val="white"/>
                </a:solidFill>
                <a:latin typeface="Calibri" panose="020F0502020204030204"/>
              </a:rPr>
              <a:t>Prosjekteier og kunde i oppstartsfasen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AD7DABF8-1948-DA68-5946-C362B6CA993F}"/>
              </a:ext>
            </a:extLst>
          </p:cNvPr>
          <p:cNvSpPr txBox="1"/>
          <p:nvPr/>
        </p:nvSpPr>
        <p:spPr>
          <a:xfrm>
            <a:off x="706213" y="1081781"/>
            <a:ext cx="94444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Prosjekteier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Styrer finanseringen og bestemmer evt. budsjettendringer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Velger prosjektleder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Signerer prosjektbeskrivelsen og sender det til f.eks. styret for godkjenning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Månedlig oppdateringsmøte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Sørger for organisatorisk støtte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Ansvarlig for å løse problemer prosjektlederen ikke kan løse</a:t>
            </a:r>
          </a:p>
          <a:p>
            <a:pPr marL="457200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Kunde</a:t>
            </a:r>
          </a:p>
          <a:p>
            <a:pPr marL="914400" lvl="1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Sluttbruker av resultatet som prosjektet gir</a:t>
            </a:r>
          </a:p>
          <a:p>
            <a:pPr marL="914400" lvl="1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Essensiell når omfanget defineres, godtar eventuelle endringer</a:t>
            </a:r>
          </a:p>
          <a:p>
            <a:pPr marL="914400" lvl="1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Må evt. godkjenne tidsendringer</a:t>
            </a:r>
          </a:p>
          <a:p>
            <a:pPr marL="914400" lvl="1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Månedlig oppdateringsmøte</a:t>
            </a:r>
          </a:p>
          <a:p>
            <a:pPr marL="914400" lvl="1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Koordinerer tilbakemeldinger fra brukerne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endParaRPr lang="nb-NO" sz="2000" dirty="0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611AA069-53FE-4EED-D7B9-358B20F8AB51}"/>
                  </a:ext>
                </a:extLst>
              </p14:cNvPr>
              <p14:cNvContentPartPr/>
              <p14:nvPr/>
            </p14:nvContentPartPr>
            <p14:xfrm>
              <a:off x="2053800" y="1097280"/>
              <a:ext cx="1860480" cy="2510280"/>
            </p14:xfrm>
          </p:contentPart>
        </mc:Choice>
        <mc:Fallback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611AA069-53FE-4EED-D7B9-358B20F8AB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4440" y="1087920"/>
                <a:ext cx="1879200" cy="252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042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B10E2-7043-3AC1-1BB9-F598E214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38096832-9CC1-E470-0FB5-AF566A24BB7D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Interessenter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D778B46-406B-CB3E-1C3F-7FDB25E4DD24}"/>
              </a:ext>
            </a:extLst>
          </p:cNvPr>
          <p:cNvSpPr txBox="1"/>
          <p:nvPr/>
        </p:nvSpPr>
        <p:spPr>
          <a:xfrm>
            <a:off x="705578" y="1533465"/>
            <a:ext cx="944446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Enhver person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som er påvirket av prosjektet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b-NO" sz="2000" baseline="0" dirty="0">
                <a:solidFill>
                  <a:srgbClr val="FFFF00"/>
                </a:solidFill>
                <a:latin typeface="Calibri" panose="020F0502020204030204"/>
              </a:rPr>
              <a:t>Enhver</a:t>
            </a: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 person som kan påvirke prosjektet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I byggeprosjekter: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Brukergrupper (omfavner alle som bil benytte bygget)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Entreprenører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Arkitekter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Domeneeksperter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Motstandere?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Inkluder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 liste over alle interessentene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000" noProof="0" dirty="0">
                <a:solidFill>
                  <a:srgbClr val="FFFF00"/>
                </a:solidFill>
                <a:latin typeface="Calibri" panose="020F0502020204030204"/>
              </a:rPr>
              <a:t>Identifiser en representativ per interessent (ETT KONTAKTPUNKT)</a:t>
            </a:r>
          </a:p>
          <a:p>
            <a:pPr marL="457200" indent="-4572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Inkluder interessentene</a:t>
            </a:r>
            <a:r>
              <a:rPr kumimoji="0" lang="nb-NO" sz="2000" b="0" i="0" u="none" strike="noStrike" kern="1200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 omfang- og konseptstadiene</a:t>
            </a:r>
          </a:p>
          <a:p>
            <a:pPr marL="457200" indent="-457200" defTabSz="609585">
              <a:buFont typeface="+mj-lt"/>
              <a:buAutoNum type="arabicPeriod"/>
              <a:defRPr/>
            </a:pPr>
            <a:r>
              <a:rPr lang="nb-NO" sz="2000" noProof="0" dirty="0">
                <a:solidFill>
                  <a:srgbClr val="FFFF00"/>
                </a:solidFill>
                <a:latin typeface="Calibri" panose="020F0502020204030204"/>
              </a:rPr>
              <a:t>Introduser eventuelle problemer tidlig, slik at de får eierskap til prosjektet</a:t>
            </a:r>
          </a:p>
          <a:p>
            <a:pPr marL="457200" indent="-4572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Ved store prosjekter: Gjennomfør interessentanalyse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Hvilken «tyngde» har interessenten i prosjektet?</a:t>
            </a:r>
            <a:endParaRPr kumimoji="0" lang="nb-NO" sz="2000" b="0" i="0" u="none" strike="noStrike" kern="1200" cap="none" spc="0" normalizeH="0" baseline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sz="2000" noProof="0" dirty="0">
                <a:solidFill>
                  <a:srgbClr val="FFFF00"/>
                </a:solidFill>
                <a:latin typeface="Calibri" panose="020F0502020204030204"/>
              </a:rPr>
              <a:t>Nøkkelbehov: Hva er deres syn på suksess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Prioritet: Hva er viktigst av omfang, tid og budsjett?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Kommunikasjonsbehov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7C1BDE41-9CB5-264E-5091-D6FF54CC296C}"/>
              </a:ext>
            </a:extLst>
          </p:cNvPr>
          <p:cNvSpPr txBox="1"/>
          <p:nvPr/>
        </p:nvSpPr>
        <p:spPr>
          <a:xfrm>
            <a:off x="440421" y="821822"/>
            <a:ext cx="6216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>
                <a:solidFill>
                  <a:prstClr val="white"/>
                </a:solidFill>
                <a:latin typeface="Calibri" panose="020F0502020204030204"/>
              </a:rPr>
              <a:t>Oppstartsfasen bør identifisere ALLE interessentene utover prosjekteier og kunde:</a:t>
            </a:r>
            <a:endParaRPr lang="nb-NO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F2E1C72E-6AE7-FADE-7F95-DB867A39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314" y="749933"/>
            <a:ext cx="1581729" cy="14364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Håndskrift 7">
                <a:extLst>
                  <a:ext uri="{FF2B5EF4-FFF2-40B4-BE49-F238E27FC236}">
                    <a16:creationId xmlns:a16="http://schemas.microsoft.com/office/drawing/2014/main" id="{9F217678-44A2-F106-F303-C8D4A0E8231F}"/>
                  </a:ext>
                </a:extLst>
              </p14:cNvPr>
              <p14:cNvContentPartPr/>
              <p14:nvPr/>
            </p14:nvContentPartPr>
            <p14:xfrm>
              <a:off x="3211200" y="1127520"/>
              <a:ext cx="8678880" cy="5423040"/>
            </p14:xfrm>
          </p:contentPart>
        </mc:Choice>
        <mc:Fallback>
          <p:pic>
            <p:nvPicPr>
              <p:cNvPr id="8" name="Håndskrift 7">
                <a:extLst>
                  <a:ext uri="{FF2B5EF4-FFF2-40B4-BE49-F238E27FC236}">
                    <a16:creationId xmlns:a16="http://schemas.microsoft.com/office/drawing/2014/main" id="{9F217678-44A2-F106-F303-C8D4A0E823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1840" y="1118160"/>
                <a:ext cx="8697600" cy="54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236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F33D1-2030-A2CA-3B77-63C0F4B77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AA16D366-837A-CDB9-EC85-E571FBAA9CF3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Omfang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7FAB147F-7F9C-D5EF-E5F7-C17E3CFAAB74}"/>
              </a:ext>
            </a:extLst>
          </p:cNvPr>
          <p:cNvSpPr txBox="1"/>
          <p:nvPr/>
        </p:nvSpPr>
        <p:spPr>
          <a:xfrm>
            <a:off x="852266" y="2363116"/>
            <a:ext cx="94444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Målsetting</a:t>
            </a: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setning – unngå lang utredning</a:t>
            </a: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Går ofte fra HVA og HVORFOR til HVORDAN man skal oppnå det</a:t>
            </a:r>
          </a:p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deler:</a:t>
            </a:r>
          </a:p>
          <a:p>
            <a:pPr marL="1371600" marR="0" lvl="2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Hva som kommer ut av prosjektet (HVA)</a:t>
            </a:r>
          </a:p>
          <a:p>
            <a:pPr marL="1371600" marR="0" lvl="2" indent="-4572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Prosjektets viktigste nytte (HVORFOR)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Antagelser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chemeClr val="bg1"/>
                </a:solidFill>
                <a:latin typeface="Calibri" panose="020F0502020204030204"/>
              </a:rPr>
              <a:t>Punkt som antas å være sanne, som ofte forenkler planleggingen, f.eks. «vi antar vi har teknologien som skal til» eller «pågående prosjekt vil bli ferdig i tide».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Hvis det er usikkerhet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rundt antagelsene, inkluder dem i risikoanalysen.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Restriksjoner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chemeClr val="bg1"/>
                </a:solidFill>
                <a:latin typeface="Calibri" panose="020F0502020204030204"/>
              </a:rPr>
              <a:t>Er 100% sikkert, og må inkluderes i planleggingen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Typisk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budsjett- og tidsrestriksjoner</a:t>
            </a:r>
          </a:p>
          <a:p>
            <a:pPr marL="800100" lvl="1" indent="-342900" defTabSz="609585">
              <a:buFont typeface="+mj-lt"/>
              <a:buAutoNum type="arabicPeriod"/>
              <a:defRPr/>
            </a:pPr>
            <a:r>
              <a:rPr lang="nb-NO" sz="2000" baseline="0" dirty="0">
                <a:solidFill>
                  <a:schemeClr val="bg1"/>
                </a:solidFill>
                <a:latin typeface="Calibri" panose="020F0502020204030204"/>
              </a:rPr>
              <a:t>Kan</a:t>
            </a:r>
            <a:r>
              <a:rPr lang="nb-NO" sz="2000" dirty="0">
                <a:solidFill>
                  <a:schemeClr val="bg1"/>
                </a:solidFill>
                <a:latin typeface="Calibri" panose="020F0502020204030204"/>
              </a:rPr>
              <a:t> inkludere policyer, standarder, geografiske begrensninger </a:t>
            </a:r>
            <a:r>
              <a:rPr lang="nb-NO" sz="2000" dirty="0" err="1">
                <a:solidFill>
                  <a:schemeClr val="bg1"/>
                </a:solidFill>
                <a:latin typeface="Calibri" panose="020F0502020204030204"/>
              </a:rPr>
              <a:t>etc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7913BD21-CDB4-3E62-A7DD-4109EDD30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06" y="560145"/>
            <a:ext cx="7705725" cy="16573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F059D9E1-22EB-7079-8C0B-97E25135CC83}"/>
                  </a:ext>
                </a:extLst>
              </p14:cNvPr>
              <p14:cNvContentPartPr/>
              <p14:nvPr/>
            </p14:nvContentPartPr>
            <p14:xfrm>
              <a:off x="2887200" y="2972880"/>
              <a:ext cx="8834040" cy="3606120"/>
            </p14:xfrm>
          </p:contentPart>
        </mc:Choice>
        <mc:Fallback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F059D9E1-22EB-7079-8C0B-97E25135CC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7840" y="2963520"/>
                <a:ext cx="8852760" cy="36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78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26BBF-AB7D-7973-EBFE-A8B2C998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CBA2C611-AF20-6619-D3EB-0EB7233589B0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Omfang: Målsetting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98BDF42D-6676-8656-0086-50CBB63B57CC}"/>
              </a:ext>
            </a:extLst>
          </p:cNvPr>
          <p:cNvSpPr txBox="1"/>
          <p:nvPr/>
        </p:nvSpPr>
        <p:spPr>
          <a:xfrm>
            <a:off x="358343" y="998114"/>
            <a:ext cx="944446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609585">
              <a:defRPr/>
            </a:pPr>
            <a:r>
              <a:rPr lang="nb-NO" sz="2400">
                <a:solidFill>
                  <a:schemeClr val="bg1"/>
                </a:solidFill>
              </a:rPr>
              <a:t>Eksempler</a:t>
            </a:r>
            <a:r>
              <a:rPr lang="nb-NO" sz="2400" dirty="0">
                <a:solidFill>
                  <a:schemeClr val="bg1"/>
                </a:solidFill>
              </a:rPr>
              <a:t>: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chemeClr val="bg1"/>
                </a:solidFill>
              </a:rPr>
              <a:t>Redusere tiden for godkjenning av reparasjoner til under 24 timer for å gi rask respons på brukerforespørsler og minimere påvirkningen på produktiviteten.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endParaRPr lang="nb-NO" sz="2000" dirty="0">
              <a:solidFill>
                <a:schemeClr val="bg1"/>
              </a:solidFill>
            </a:endParaRP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chemeClr val="bg1"/>
                </a:solidFill>
              </a:rPr>
              <a:t>Levere en plan, tidsplan og budsjett for levering av ABC-tjenesten til XYZ-organisasjonen for å vinne en ny kunde med en fortjeneste på 25 %.</a:t>
            </a: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endParaRPr lang="nb-NO" sz="2000" dirty="0">
              <a:solidFill>
                <a:schemeClr val="bg1"/>
              </a:solidFill>
            </a:endParaRPr>
          </a:p>
          <a:p>
            <a:pPr marL="1371600" lvl="2" indent="-457200" defTabSz="609585">
              <a:buFont typeface="Arial" panose="020B0604020202020204" pitchFamily="34" charset="0"/>
              <a:buChar char="•"/>
              <a:defRPr/>
            </a:pPr>
            <a:r>
              <a:rPr lang="nb-NO" sz="2000" dirty="0">
                <a:solidFill>
                  <a:schemeClr val="bg1"/>
                </a:solidFill>
              </a:rPr>
              <a:t>Etablere en fotballiga med en styrende organisasjon, dommere, spillebaner, utstyr og åtte lagoppstillinger for å gi barn i lokalsamfunnet i alderen 5 til 20 år en sportsmulighet.</a:t>
            </a: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nb-NO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56CA7CFB-70F2-D222-0C2D-090130A55B8B}"/>
                  </a:ext>
                </a:extLst>
              </p14:cNvPr>
              <p14:cNvContentPartPr/>
              <p14:nvPr/>
            </p14:nvContentPartPr>
            <p14:xfrm>
              <a:off x="1217520" y="1000080"/>
              <a:ext cx="10199520" cy="4650480"/>
            </p14:xfrm>
          </p:contentPart>
        </mc:Choice>
        <mc:Fallback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56CA7CFB-70F2-D222-0C2D-090130A55B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8160" y="990720"/>
                <a:ext cx="10218240" cy="466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320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2BDFD-4D9B-AF36-70AB-66E2B8FD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59FEF468-8310-2FDE-6D22-EE280C05E639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Omfang: Målsetting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35ED5428-4482-9B8A-46D5-AA1C3247D537}"/>
              </a:ext>
            </a:extLst>
          </p:cNvPr>
          <p:cNvSpPr txBox="1"/>
          <p:nvPr/>
        </p:nvSpPr>
        <p:spPr>
          <a:xfrm>
            <a:off x="358343" y="998114"/>
            <a:ext cx="944446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marR="0" lvl="1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Prosess: Idemyldring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Inviter til ett eller flere møter</a:t>
            </a: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å kartlegge ideer, behov, antagelser og restriksjoner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r>
              <a:rPr lang="nb-NO" sz="2400" dirty="0">
                <a:solidFill>
                  <a:prstClr val="white"/>
                </a:solidFill>
                <a:latin typeface="Calibri" panose="020F0502020204030204"/>
              </a:rPr>
              <a:t>Be alle skrive ned «sin» målsetting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Prøv å komme til en konsensus for valg av EN setning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r>
              <a:rPr lang="nb-NO" sz="2400" dirty="0">
                <a:solidFill>
                  <a:prstClr val="white"/>
                </a:solidFill>
                <a:latin typeface="Calibri" panose="020F0502020204030204"/>
              </a:rPr>
              <a:t>La (hoved)kunden ha siste ord ved uenighet</a:t>
            </a:r>
          </a:p>
          <a:p>
            <a:pPr marL="1257300" lvl="2" indent="-342900" defTabSz="609585">
              <a:buFont typeface="+mj-lt"/>
              <a:buAutoNum type="arabicPeriod"/>
              <a:defRPr/>
            </a:pP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Vær s</a:t>
            </a:r>
            <a:r>
              <a:rPr lang="nb-NO" sz="2400" dirty="0">
                <a:solidFill>
                  <a:prstClr val="white"/>
                </a:solidFill>
                <a:latin typeface="Calibri" panose="020F0502020204030204"/>
              </a:rPr>
              <a:t>å konkret som mulig, gjerne tallfest det viktigste effektmålet</a:t>
            </a:r>
            <a:endParaRPr kumimoji="0" lang="nb-NO" sz="2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257300" lvl="2" indent="-342900" defTabSz="609585">
              <a:buFont typeface="+mj-lt"/>
              <a:buAutoNum type="arabicPeriod"/>
              <a:defRPr/>
            </a:pP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94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11A78-D24B-6ACD-C8C0-2C56D606C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5B1229A3-2155-1268-D5C5-AD8799E2376A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Konsept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D5DEEA41-0710-3912-7C0D-46F9D7F8B53A}"/>
              </a:ext>
            </a:extLst>
          </p:cNvPr>
          <p:cNvSpPr txBox="1"/>
          <p:nvPr/>
        </p:nvSpPr>
        <p:spPr>
          <a:xfrm>
            <a:off x="378221" y="3562410"/>
            <a:ext cx="94444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nb-NO" sz="2400" dirty="0">
                <a:solidFill>
                  <a:srgbClr val="FFFF00"/>
                </a:solidFill>
                <a:latin typeface="Calibri" panose="020F0502020204030204"/>
              </a:rPr>
              <a:t>Fremskaffes gjennom:</a:t>
            </a:r>
          </a:p>
          <a:p>
            <a:pPr defTabSz="609585">
              <a:defRPr/>
            </a:pPr>
            <a:endParaRPr kumimoji="0" lang="nb-NO" sz="2400" b="0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Brain-storming eller idemyldring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Prognoseteknikker – hvordan blir fremtiden</a:t>
            </a:r>
          </a:p>
          <a:p>
            <a:pPr marL="1714500" lvl="3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Scenarioanalyser – hva skjer hvis</a:t>
            </a:r>
          </a:p>
          <a:p>
            <a:pPr marL="1714500" lvl="3" indent="-342900" defTabSz="609585">
              <a:buFont typeface="Arial" panose="020B0604020202020204" pitchFamily="34" charset="0"/>
              <a:buChar char="•"/>
              <a:defRPr/>
            </a:pP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Delphi-metoden (ekspertpanel)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Organisasjonsutviklingsmetoder</a:t>
            </a:r>
          </a:p>
          <a:p>
            <a:pPr marL="1714500" lvl="3" indent="-342900" defTabSz="609585">
              <a:buFont typeface="Arial" panose="020B0604020202020204" pitchFamily="34" charset="0"/>
              <a:buChar char="•"/>
              <a:defRPr/>
            </a:pP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SWOT-analyse (</a:t>
            </a:r>
            <a:r>
              <a:rPr kumimoji="0" lang="nb-NO" sz="2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</a:t>
            </a: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2400" dirty="0" err="1">
                <a:solidFill>
                  <a:schemeClr val="bg1"/>
                </a:solidFill>
                <a:latin typeface="Calibri" panose="020F0502020204030204"/>
              </a:rPr>
              <a:t>Weakness</a:t>
            </a: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2400" dirty="0" err="1">
                <a:solidFill>
                  <a:schemeClr val="bg1"/>
                </a:solidFill>
                <a:latin typeface="Calibri" panose="020F0502020204030204"/>
              </a:rPr>
              <a:t>Opportunity</a:t>
            </a: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2400" dirty="0" err="1">
                <a:solidFill>
                  <a:schemeClr val="bg1"/>
                </a:solidFill>
                <a:latin typeface="Calibri" panose="020F0502020204030204"/>
              </a:rPr>
              <a:t>Threat</a:t>
            </a:r>
            <a:r>
              <a:rPr lang="nb-NO" sz="2400" dirty="0">
                <a:solidFill>
                  <a:schemeClr val="bg1"/>
                </a:solidFill>
                <a:latin typeface="Calibri" panose="020F0502020204030204"/>
              </a:rPr>
              <a:t>)</a:t>
            </a:r>
            <a:endParaRPr kumimoji="0" lang="nb-NO" sz="2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endParaRPr kumimoji="0" lang="nb-NO" sz="2400" b="0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1799ECAE-7630-239A-8025-5431450FDF86}"/>
              </a:ext>
            </a:extLst>
          </p:cNvPr>
          <p:cNvSpPr txBox="1"/>
          <p:nvPr/>
        </p:nvSpPr>
        <p:spPr>
          <a:xfrm>
            <a:off x="974986" y="777113"/>
            <a:ext cx="7064189" cy="1323439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nb-NO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Prinsippløsning</a:t>
            </a:r>
            <a:r>
              <a:rPr kumimoji="0" lang="nb-NO" sz="200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som ivaretar et sett av definerte behov og overordnede prioriteringer</a:t>
            </a:r>
            <a:r>
              <a:rPr kumimoji="0" lang="nb-NO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LÆREBOKA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FFDDC083-4E9B-C685-F0D4-A8DFC4FF644B}"/>
              </a:ext>
            </a:extLst>
          </p:cNvPr>
          <p:cNvSpPr txBox="1"/>
          <p:nvPr/>
        </p:nvSpPr>
        <p:spPr>
          <a:xfrm>
            <a:off x="974986" y="2430322"/>
            <a:ext cx="7064189" cy="1015663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nb-NO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overordnet løsning på den</a:t>
            </a:r>
            <a:r>
              <a:rPr kumimoji="0" lang="nb-NO" sz="200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definerte problemstillingen</a:t>
            </a:r>
            <a:r>
              <a:rPr kumimoji="0" lang="nb-NO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BIP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B85F5666-378C-CFA4-ECFE-1B45927EC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050" y="4860234"/>
            <a:ext cx="2109729" cy="161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6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F1F8E-7BBF-DC52-1719-7CEFD87D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08929BEC-E7D1-711C-7B14-45F1B271802A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Konseptvalg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33A0A4C8-F053-5B42-320E-A55522C77962}"/>
              </a:ext>
            </a:extLst>
          </p:cNvPr>
          <p:cNvSpPr txBox="1"/>
          <p:nvPr/>
        </p:nvSpPr>
        <p:spPr>
          <a:xfrm>
            <a:off x="377587" y="1808921"/>
            <a:ext cx="944446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Litt sidestilt ift. prosjektledelse</a:t>
            </a:r>
            <a:r>
              <a:rPr lang="nb-NO" sz="2000" dirty="0">
                <a:solidFill>
                  <a:schemeClr val="bg1"/>
                </a:solidFill>
                <a:latin typeface="Calibri" panose="020F0502020204030204"/>
              </a:rPr>
              <a:t>, men gjennomføres oftere og oftere av (eksterne) prosjektledere.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Kan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gjennomføres på mange måter: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2400" dirty="0">
              <a:solidFill>
                <a:schemeClr val="bg1"/>
              </a:solidFill>
              <a:latin typeface="Calibri" panose="020F0502020204030204"/>
            </a:endParaRP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dirty="0">
                <a:solidFill>
                  <a:srgbClr val="FFFF00"/>
                </a:solidFill>
              </a:rPr>
              <a:t>Nominalskala</a:t>
            </a:r>
            <a:r>
              <a:rPr lang="nb-NO" dirty="0">
                <a:solidFill>
                  <a:schemeClr val="bg1"/>
                </a:solidFill>
              </a:rPr>
              <a:t> gir en ren opplisting, som eksempelvis beskriver hvilke prosjektalternativ som har et bestemt kjennetegn, og hvilke som ikke har det, uten noen sammenligning.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endParaRPr lang="nb-NO" dirty="0">
              <a:solidFill>
                <a:schemeClr val="bg1"/>
              </a:solidFill>
            </a:endParaRP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dirty="0">
                <a:solidFill>
                  <a:srgbClr val="FFFF00"/>
                </a:solidFill>
              </a:rPr>
              <a:t>Ordinalskala</a:t>
            </a:r>
            <a:r>
              <a:rPr lang="nb-NO" dirty="0">
                <a:solidFill>
                  <a:schemeClr val="bg1"/>
                </a:solidFill>
              </a:rPr>
              <a:t> gir en rangering uten å angi hvor stor forskjellene er mellom alternativene, altså bare informasjon om rekkefølgen.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endParaRPr lang="nb-NO" dirty="0">
              <a:solidFill>
                <a:schemeClr val="bg1"/>
              </a:solidFill>
            </a:endParaRP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dirty="0">
                <a:solidFill>
                  <a:srgbClr val="FFFF00"/>
                </a:solidFill>
              </a:rPr>
              <a:t>Intervallskala</a:t>
            </a:r>
            <a:r>
              <a:rPr lang="nb-NO" dirty="0">
                <a:solidFill>
                  <a:schemeClr val="bg1"/>
                </a:solidFill>
              </a:rPr>
              <a:t> gir en rangering på en skala (eksempelvis 0 til 10)som illustrerer relative forskjeller mellom alternativene.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endParaRPr lang="nb-NO" dirty="0">
              <a:solidFill>
                <a:schemeClr val="bg1"/>
              </a:solidFill>
            </a:endParaRP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dirty="0" err="1">
                <a:solidFill>
                  <a:srgbClr val="FFFF00"/>
                </a:solidFill>
              </a:rPr>
              <a:t>Forholdsskala</a:t>
            </a:r>
            <a:r>
              <a:rPr lang="nb-NO" dirty="0">
                <a:solidFill>
                  <a:schemeClr val="bg1"/>
                </a:solidFill>
              </a:rPr>
              <a:t> gir et absolutt mål på kvalitet fordi det er en kontinuerlig skala med definert nullpunkt, slik at vanlige regneregler kan brukes, eksempelvis en penge-skala.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3343D4DB-4980-6929-B105-3D5996E3F70D}"/>
              </a:ext>
            </a:extLst>
          </p:cNvPr>
          <p:cNvSpPr txBox="1"/>
          <p:nvPr/>
        </p:nvSpPr>
        <p:spPr>
          <a:xfrm>
            <a:off x="3085854" y="591583"/>
            <a:ext cx="7064189" cy="1015663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nb-NO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Blant et sett med foreslåtte konsept, hvilket skal vi velge?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BIP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08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013DF-12C8-00D7-003A-69EDF0AC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CD4A459F-C096-AFC7-978D-27F611FE821E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Konseptvalg</a:t>
            </a: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1F69915B-44DD-2EF1-8B0F-EFBC73A1BF07}"/>
              </a:ext>
            </a:extLst>
          </p:cNvPr>
          <p:cNvSpPr txBox="1"/>
          <p:nvPr/>
        </p:nvSpPr>
        <p:spPr>
          <a:xfrm>
            <a:off x="660707" y="1605374"/>
            <a:ext cx="2489998" cy="1323439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Nominal metode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Hvem kom i mål?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872E7A55-368B-151B-BA92-CAC431F7BCE4}"/>
              </a:ext>
            </a:extLst>
          </p:cNvPr>
          <p:cNvSpPr txBox="1"/>
          <p:nvPr/>
        </p:nvSpPr>
        <p:spPr>
          <a:xfrm>
            <a:off x="3377403" y="1605374"/>
            <a:ext cx="2489998" cy="1323439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Ordinal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metode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Hvilken rekkefølge?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B495D50D-7DB5-00D7-72B2-0B9D6A3B1E51}"/>
              </a:ext>
            </a:extLst>
          </p:cNvPr>
          <p:cNvSpPr txBox="1"/>
          <p:nvPr/>
        </p:nvSpPr>
        <p:spPr>
          <a:xfrm>
            <a:off x="6094099" y="1605374"/>
            <a:ext cx="2489998" cy="1323439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Nominal metode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Tidsforskjeller?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23112781-3ED5-E4CD-C065-9B9F19A60C03}"/>
              </a:ext>
            </a:extLst>
          </p:cNvPr>
          <p:cNvSpPr txBox="1"/>
          <p:nvPr/>
        </p:nvSpPr>
        <p:spPr>
          <a:xfrm>
            <a:off x="8810795" y="1605374"/>
            <a:ext cx="2489998" cy="1323439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Nominal metode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Hvor lang tid?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026" name="Picture 2" descr="Back to Beijing: Usain Bolt's world record with an untied shoelace |  OlympicChannel.com">
            <a:extLst>
              <a:ext uri="{FF2B5EF4-FFF2-40B4-BE49-F238E27FC236}">
                <a16:creationId xmlns:a16="http://schemas.microsoft.com/office/drawing/2014/main" id="{01E4C00D-2603-FB59-0B87-EFCFD613F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464" y="3248476"/>
            <a:ext cx="5373757" cy="301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F2813CF5-204E-155B-EA61-6BD8456AC514}"/>
              </a:ext>
            </a:extLst>
          </p:cNvPr>
          <p:cNvSpPr txBox="1"/>
          <p:nvPr/>
        </p:nvSpPr>
        <p:spPr>
          <a:xfrm>
            <a:off x="601073" y="883985"/>
            <a:ext cx="6216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Analogi: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Håndskrift 9">
                <a:extLst>
                  <a:ext uri="{FF2B5EF4-FFF2-40B4-BE49-F238E27FC236}">
                    <a16:creationId xmlns:a16="http://schemas.microsoft.com/office/drawing/2014/main" id="{261B37E1-4444-5332-3DAD-D84F5E0DB0C6}"/>
                  </a:ext>
                </a:extLst>
              </p14:cNvPr>
              <p14:cNvContentPartPr/>
              <p14:nvPr/>
            </p14:nvContentPartPr>
            <p14:xfrm>
              <a:off x="9203760" y="1815840"/>
              <a:ext cx="1879560" cy="933840"/>
            </p14:xfrm>
          </p:contentPart>
        </mc:Choice>
        <mc:Fallback>
          <p:pic>
            <p:nvPicPr>
              <p:cNvPr id="10" name="Håndskrift 9">
                <a:extLst>
                  <a:ext uri="{FF2B5EF4-FFF2-40B4-BE49-F238E27FC236}">
                    <a16:creationId xmlns:a16="http://schemas.microsoft.com/office/drawing/2014/main" id="{261B37E1-4444-5332-3DAD-D84F5E0DB0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94400" y="1806480"/>
                <a:ext cx="1898280" cy="95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587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92D77-D83C-1250-FCD5-3EC7D189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44E4FB98-4AD2-37E4-9935-1AE9CE38E646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4267" dirty="0">
                <a:solidFill>
                  <a:prstClr val="white"/>
                </a:solidFill>
                <a:latin typeface="Calibri" panose="020F0502020204030204"/>
              </a:rPr>
              <a:t>Evalueringsmetoder</a:t>
            </a:r>
            <a:endParaRPr kumimoji="0" lang="nb-NO" sz="42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2DC4971-F20F-15D6-0DBC-BE324436A195}"/>
              </a:ext>
            </a:extLst>
          </p:cNvPr>
          <p:cNvSpPr txBox="1"/>
          <p:nvPr/>
        </p:nvSpPr>
        <p:spPr>
          <a:xfrm>
            <a:off x="516735" y="924338"/>
            <a:ext cx="944446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typer: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2000" dirty="0">
              <a:solidFill>
                <a:prstClr val="white"/>
              </a:solidFill>
              <a:latin typeface="Calibri" panose="020F0502020204030204"/>
            </a:endParaRP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Direkte evalueringsmetoder </a:t>
            </a: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basert på erfaring eller tro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Kriteriebaserte evalueringsmetoder</a:t>
            </a:r>
          </a:p>
          <a:p>
            <a:pPr marL="1371600" lvl="2" indent="-4572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Subjektive (kvalitative vurderinger)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Sjekkliste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Parvis rangering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Poengtavler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AHP (</a:t>
            </a:r>
            <a:r>
              <a:rPr kumimoji="0" lang="nb-NO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Analytical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20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Hierarchy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20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</a:t>
            </a:r>
            <a:r>
              <a:rPr kumimoji="0" lang="nb-NO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371600" lvl="2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srgbClr val="FFFF00"/>
                </a:solidFill>
                <a:latin typeface="Calibri" panose="020F0502020204030204"/>
              </a:rPr>
              <a:t>Objektive (kvantitative beregninger)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Akseptkriterier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Lønnsomhet</a:t>
            </a:r>
            <a:endParaRPr lang="nb-NO" dirty="0">
              <a:solidFill>
                <a:prstClr val="white"/>
              </a:solidFill>
              <a:latin typeface="Calibri" panose="020F0502020204030204"/>
            </a:endParaRPr>
          </a:p>
          <a:p>
            <a:pPr marL="2743200" lvl="5" indent="-457200" defTabSz="609585">
              <a:buFont typeface="+mj-lt"/>
              <a:buAutoNum type="arabicPeriod"/>
              <a:defRPr/>
            </a:pPr>
            <a:r>
              <a:rPr lang="nb-NO" dirty="0">
                <a:solidFill>
                  <a:prstClr val="white"/>
                </a:solidFill>
                <a:latin typeface="Calibri" panose="020F0502020204030204"/>
              </a:rPr>
              <a:t>Nåverdimetoden</a:t>
            </a:r>
          </a:p>
          <a:p>
            <a:pPr marL="2743200" lvl="5" indent="-457200" defTabSz="609585">
              <a:buFont typeface="+mj-lt"/>
              <a:buAutoNum type="arabicPeriod"/>
              <a:defRPr/>
            </a:pPr>
            <a:r>
              <a:rPr kumimoji="0" lang="nb-NO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Paybackmetoden</a:t>
            </a:r>
            <a:endParaRPr kumimoji="0" lang="nb-NO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743200" lvl="5" indent="-457200" defTabSz="609585">
              <a:buFont typeface="+mj-lt"/>
              <a:buAutoNum type="arabicPeriod"/>
              <a:defRPr/>
            </a:pPr>
            <a:r>
              <a:rPr lang="nb-NO" dirty="0">
                <a:solidFill>
                  <a:prstClr val="white"/>
                </a:solidFill>
                <a:latin typeface="Calibri" panose="020F0502020204030204"/>
              </a:rPr>
              <a:t>Internrentemetoden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Egenkapitalbehov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Risikokapital</a:t>
            </a:r>
          </a:p>
          <a:p>
            <a:pPr marL="2286000" lvl="4" indent="-457200" defTabSz="609585">
              <a:buFont typeface="+mj-lt"/>
              <a:buAutoNum type="arabicPeriod"/>
              <a:defRPr/>
            </a:pPr>
            <a:r>
              <a:rPr lang="nb-NO" sz="2000" dirty="0" err="1">
                <a:solidFill>
                  <a:prstClr val="white"/>
                </a:solidFill>
                <a:latin typeface="Calibri" panose="020F0502020204030204"/>
              </a:rPr>
              <a:t>Samfunnsnytte</a:t>
            </a:r>
            <a:endParaRPr lang="nb-NO" sz="200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7940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914F7-EB61-1AE9-A75C-FCC53392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F7AF8715-B0B6-320C-5874-C8D97239A4B2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Forretningsplan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679DDCC-B5FD-E81D-9702-D5E7E3B5EA93}"/>
              </a:ext>
            </a:extLst>
          </p:cNvPr>
          <p:cNvSpPr txBox="1"/>
          <p:nvPr/>
        </p:nvSpPr>
        <p:spPr>
          <a:xfrm>
            <a:off x="755273" y="3159829"/>
            <a:ext cx="9444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FFFF00"/>
                </a:solidFill>
                <a:latin typeface="Calibri" panose="020F0502020204030204"/>
              </a:rPr>
              <a:t>NB: Ikke det samme som </a:t>
            </a:r>
            <a:r>
              <a:rPr lang="nb-NO" sz="2400" dirty="0" err="1">
                <a:solidFill>
                  <a:srgbClr val="FFFF00"/>
                </a:solidFill>
                <a:latin typeface="Calibri" panose="020F0502020204030204"/>
              </a:rPr>
              <a:t>konseptVALGET</a:t>
            </a:r>
            <a:r>
              <a:rPr lang="nb-NO" sz="2400" dirty="0">
                <a:solidFill>
                  <a:srgbClr val="FFFF00"/>
                </a:solidFill>
                <a:latin typeface="Calibri" panose="020F0502020204030204"/>
              </a:rPr>
              <a:t> (da sammenligner vi løsninger)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AB51F25E-C0F0-64DD-B0CD-0DC04036A1FE}"/>
              </a:ext>
            </a:extLst>
          </p:cNvPr>
          <p:cNvSpPr txBox="1"/>
          <p:nvPr/>
        </p:nvSpPr>
        <p:spPr>
          <a:xfrm>
            <a:off x="2563905" y="1824035"/>
            <a:ext cx="7064189" cy="1015663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nb-NO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Forretningsplanen</a:t>
            </a:r>
            <a:r>
              <a:rPr kumimoji="0" lang="nb-NO" sz="200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peker på NYTTEN ift. INNSATSEN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BIP</a:t>
            </a:r>
            <a:endParaRPr kumimoji="0" lang="nb-NO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2360AE3B-F2B5-B600-EB8B-9E336B27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19" y="703835"/>
            <a:ext cx="7137876" cy="894848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BEF9BEDE-611F-A802-10C4-48BEDBCC1ED7}"/>
              </a:ext>
            </a:extLst>
          </p:cNvPr>
          <p:cNvSpPr txBox="1"/>
          <p:nvPr/>
        </p:nvSpPr>
        <p:spPr>
          <a:xfrm>
            <a:off x="755272" y="3778691"/>
            <a:ext cx="94444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srgbClr val="FFFF00"/>
                </a:solidFill>
                <a:latin typeface="Calibri" panose="020F0502020204030204"/>
              </a:rPr>
              <a:t>3 vanlige kalkuleringsmetoder: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sz="2400" dirty="0">
                <a:solidFill>
                  <a:srgbClr val="FFFF00"/>
                </a:solidFill>
                <a:latin typeface="Calibri" panose="020F0502020204030204"/>
              </a:rPr>
              <a:t>Kost – nytte forholdet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ROI</a:t>
            </a: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(Return </a:t>
            </a:r>
            <a:r>
              <a:rPr kumimoji="0" lang="nb-NO" sz="2400" b="0" i="0" u="none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  <a:r>
              <a:rPr kumimoji="0" lang="nb-NO" sz="2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Investment)</a:t>
            </a:r>
          </a:p>
          <a:p>
            <a:pPr marL="914400" lvl="1" indent="-457200" defTabSz="609585">
              <a:buFont typeface="+mj-lt"/>
              <a:buAutoNum type="arabicPeriod"/>
              <a:defRPr/>
            </a:pPr>
            <a:r>
              <a:rPr lang="nb-NO" sz="2400" baseline="0" dirty="0">
                <a:solidFill>
                  <a:srgbClr val="FFFF00"/>
                </a:solidFill>
                <a:latin typeface="Calibri" panose="020F0502020204030204"/>
              </a:rPr>
              <a:t>NNV</a:t>
            </a:r>
            <a:r>
              <a:rPr lang="nb-NO" sz="2400" dirty="0">
                <a:solidFill>
                  <a:srgbClr val="FFFF00"/>
                </a:solidFill>
                <a:latin typeface="Calibri" panose="020F0502020204030204"/>
              </a:rPr>
              <a:t> (Netto </a:t>
            </a:r>
            <a:r>
              <a:rPr lang="nb-NO" sz="2400" dirty="0" err="1">
                <a:solidFill>
                  <a:srgbClr val="FFFF00"/>
                </a:solidFill>
                <a:latin typeface="Calibri" panose="020F0502020204030204"/>
              </a:rPr>
              <a:t>NåVerdi</a:t>
            </a:r>
            <a:r>
              <a:rPr lang="nb-NO" sz="2400" dirty="0">
                <a:solidFill>
                  <a:srgbClr val="FFFF00"/>
                </a:solidFill>
                <a:latin typeface="Calibri" panose="020F0502020204030204"/>
              </a:rPr>
              <a:t>)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0B0AA18F-A42C-7D31-2FFD-CD356FC87057}"/>
                  </a:ext>
                </a:extLst>
              </p14:cNvPr>
              <p14:cNvContentPartPr/>
              <p14:nvPr/>
            </p14:nvContentPartPr>
            <p14:xfrm>
              <a:off x="5721840" y="4380840"/>
              <a:ext cx="5443560" cy="1173960"/>
            </p14:xfrm>
          </p:contentPart>
        </mc:Choice>
        <mc:Fallback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0B0AA18F-A42C-7D31-2FFD-CD356FC870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2480" y="4371480"/>
                <a:ext cx="5462280" cy="11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29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5AF0E-B400-EEE6-F617-7F88AF88D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B06B9B4E-FC28-7880-2978-0BA1DB5FBCB5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Forretningsplan</a:t>
            </a: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DCAF5A80-FD87-0F18-13B9-DBC1E671B0BA}"/>
              </a:ext>
            </a:extLst>
          </p:cNvPr>
          <p:cNvSpPr txBox="1"/>
          <p:nvPr/>
        </p:nvSpPr>
        <p:spPr>
          <a:xfrm>
            <a:off x="576080" y="979209"/>
            <a:ext cx="4880503" cy="4093428"/>
          </a:xfrm>
          <a:prstGeom prst="rect">
            <a:avLst/>
          </a:prstGeom>
          <a:noFill/>
          <a:ln>
            <a:solidFill>
              <a:srgbClr val="FFFF00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Eksempel: Oppgradering</a:t>
            </a:r>
            <a:r>
              <a:rPr kumimoji="0" lang="nb-NO" sz="2000" b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 datamaskiner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2000" baseline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Kostnader</a:t>
            </a:r>
            <a:r>
              <a:rPr kumimoji="0" lang="nb-NO" sz="2000" b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000" baseline="0" dirty="0">
                <a:solidFill>
                  <a:prstClr val="white"/>
                </a:solidFill>
                <a:latin typeface="Calibri" panose="020F0502020204030204"/>
              </a:rPr>
              <a:t>	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Software: 4 mill. kr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+</a:t>
            </a:r>
            <a:r>
              <a:rPr lang="nb-NO" sz="2000" dirty="0">
                <a:solidFill>
                  <a:prstClr val="white"/>
                </a:solidFill>
                <a:latin typeface="Calibri" panose="020F0502020204030204"/>
              </a:rPr>
              <a:t>Implementasjon: 1mill kr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=5 mill </a:t>
            </a:r>
            <a:r>
              <a:rPr kumimoji="0" lang="en-US" sz="2000" b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kr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srgbClr val="FFFF00"/>
                </a:solidFill>
                <a:latin typeface="Calibri" panose="020F0502020204030204"/>
              </a:rPr>
              <a:t>Nytte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Spart support: 4mill </a:t>
            </a:r>
            <a:r>
              <a:rPr lang="en-US" sz="2000" dirty="0" err="1">
                <a:solidFill>
                  <a:prstClr val="white"/>
                </a:solidFill>
                <a:latin typeface="Calibri" panose="020F0502020204030204"/>
              </a:rPr>
              <a:t>kr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/</a:t>
            </a:r>
            <a:r>
              <a:rPr lang="en-US" sz="2000" dirty="0" err="1">
                <a:solidFill>
                  <a:prstClr val="white"/>
                </a:solidFill>
                <a:latin typeface="Calibri" panose="020F0502020204030204"/>
              </a:rPr>
              <a:t>år</a:t>
            </a:r>
            <a:endParaRPr lang="en-US" sz="20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3</a:t>
            </a:r>
            <a:r>
              <a:rPr kumimoji="0" lang="en-US" sz="2000" b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år</a:t>
            </a:r>
            <a:endParaRPr kumimoji="0" lang="en-US" sz="2000" b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aseline="0" dirty="0">
                <a:solidFill>
                  <a:prstClr val="white"/>
                </a:solidFill>
                <a:latin typeface="Calibri" panose="020F0502020204030204"/>
              </a:rPr>
              <a:t>	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= 12 mill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FFFF00"/>
                </a:solidFill>
                <a:latin typeface="Calibri" panose="020F0502020204030204"/>
              </a:rPr>
              <a:t>BCR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 = 12/5 = 2.4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ROI</a:t>
            </a:r>
            <a:r>
              <a:rPr kumimoji="0" lang="en-US" sz="2000" b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(12-5)/5=140%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Håndskrift 4">
                <a:extLst>
                  <a:ext uri="{FF2B5EF4-FFF2-40B4-BE49-F238E27FC236}">
                    <a16:creationId xmlns:a16="http://schemas.microsoft.com/office/drawing/2014/main" id="{F605B492-523E-A24F-EEE3-9A5BA4D7DDD4}"/>
                  </a:ext>
                </a:extLst>
              </p14:cNvPr>
              <p14:cNvContentPartPr/>
              <p14:nvPr/>
            </p14:nvContentPartPr>
            <p14:xfrm>
              <a:off x="601560" y="2820600"/>
              <a:ext cx="4684680" cy="3192480"/>
            </p14:xfrm>
          </p:contentPart>
        </mc:Choice>
        <mc:Fallback>
          <p:pic>
            <p:nvPicPr>
              <p:cNvPr id="5" name="Håndskrift 4">
                <a:extLst>
                  <a:ext uri="{FF2B5EF4-FFF2-40B4-BE49-F238E27FC236}">
                    <a16:creationId xmlns:a16="http://schemas.microsoft.com/office/drawing/2014/main" id="{F605B492-523E-A24F-EEE3-9A5BA4D7DD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200" y="2811240"/>
                <a:ext cx="4703400" cy="321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198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F504E-4AE4-8A61-DE88-26CD4FCA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987F04B2-DA19-C7AC-4F5B-A685D127D370}"/>
              </a:ext>
            </a:extLst>
          </p:cNvPr>
          <p:cNvSpPr txBox="1"/>
          <p:nvPr/>
        </p:nvSpPr>
        <p:spPr>
          <a:xfrm>
            <a:off x="-1" y="0"/>
            <a:ext cx="10855624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2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Prosjektmandat</a:t>
            </a: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D5663AB4-9D01-9372-243B-622085B5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76" y="264793"/>
            <a:ext cx="7682949" cy="1294114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5C0E7391-04AC-B04F-F7CF-408201DB4C32}"/>
              </a:ext>
            </a:extLst>
          </p:cNvPr>
          <p:cNvSpPr txBox="1"/>
          <p:nvPr/>
        </p:nvSpPr>
        <p:spPr>
          <a:xfrm>
            <a:off x="447160" y="1502688"/>
            <a:ext cx="944446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609585">
              <a:defRPr/>
            </a:pPr>
            <a:r>
              <a:rPr lang="nb-NO" dirty="0">
                <a:solidFill>
                  <a:schemeClr val="bg1"/>
                </a:solidFill>
              </a:rPr>
              <a:t>Prosjektmandatet identifiserer formelt prosjektlederen for utarbeidelse av prosjektplanen og den påfølgende gjennomføringen dersom planen godkjennes.</a:t>
            </a:r>
          </a:p>
          <a:p>
            <a:pPr lvl="0" defTabSz="609585">
              <a:defRPr/>
            </a:pPr>
            <a:endParaRPr kumimoji="0" lang="nb-NO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lvl="0" defTabSz="609585">
              <a:defRPr/>
            </a:pPr>
            <a:r>
              <a:rPr lang="nb-NO" dirty="0">
                <a:solidFill>
                  <a:schemeClr val="bg1"/>
                </a:solidFill>
              </a:rPr>
              <a:t>Mandatet gir også prosjektlederen myndighet:</a:t>
            </a:r>
          </a:p>
          <a:p>
            <a:pPr lvl="0" defTabSz="609585">
              <a:defRPr/>
            </a:pPr>
            <a:endParaRPr lang="nb-NO" dirty="0">
              <a:solidFill>
                <a:schemeClr val="bg1"/>
              </a:solidFill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Prosjektlederen skal utarbeide en plan for gjennomføring av prosjektet, som dokumenterer omfang, tidsplan, budsjett og risiko for gjennomgang av sponsor.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endParaRPr lang="nb-NO" dirty="0">
              <a:solidFill>
                <a:schemeClr val="bg1"/>
              </a:solidFill>
            </a:endParaRP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Prosjektlederen kan benytte interne og eksterne ressurser etter behov for å utarbeide en fullstendig og nøyaktig plan.</a:t>
            </a:r>
          </a:p>
          <a:p>
            <a:pPr marL="800100" lvl="1" indent="-342900" defTabSz="609585">
              <a:buFont typeface="Arial" panose="020B0604020202020204" pitchFamily="34" charset="0"/>
              <a:buChar char="•"/>
              <a:defRPr/>
            </a:pPr>
            <a:endParaRPr kumimoji="0" lang="nb-NO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defTabSz="609585">
              <a:defRPr/>
            </a:pPr>
            <a:r>
              <a:rPr lang="nb-NO" dirty="0">
                <a:solidFill>
                  <a:schemeClr val="bg1"/>
                </a:solidFill>
              </a:rPr>
              <a:t>Prosjektmandatet bør også gi prosjektlederen et budsjett og en tidsplan for planleggingsfasen:</a:t>
            </a:r>
          </a:p>
          <a:p>
            <a:pPr defTabSz="609585">
              <a:defRPr/>
            </a:pPr>
            <a:endParaRPr kumimoji="0" lang="nb-NO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742950" lvl="1" indent="-28575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Planleggingsbudsjettet utgjør vanligvis 5 % av prosjektets estimerte oppstartskostnad – selv om det kan være så lite som 2,5 % for enkle prosjekter i velkjente domener, eller i sjeldne tilfeller så mye som 7,5 % for svært komplekse prosjekter i nye domener som krever omfattende kravanalyse.</a:t>
            </a:r>
          </a:p>
          <a:p>
            <a:pPr marL="742950" lvl="1" indent="-285750" defTabSz="609585">
              <a:buFont typeface="Arial" panose="020B0604020202020204" pitchFamily="34" charset="0"/>
              <a:buChar char="•"/>
              <a:defRPr/>
            </a:pPr>
            <a:endParaRPr lang="nb-NO" dirty="0">
              <a:solidFill>
                <a:schemeClr val="bg1"/>
              </a:solidFill>
            </a:endParaRPr>
          </a:p>
          <a:p>
            <a:pPr marL="742950" lvl="1" indent="-285750" defTabSz="609585">
              <a:buFont typeface="Arial" panose="020B0604020202020204" pitchFamily="34" charset="0"/>
              <a:buChar char="•"/>
              <a:defRPr/>
            </a:pPr>
            <a:r>
              <a:rPr lang="nb-NO" dirty="0">
                <a:solidFill>
                  <a:schemeClr val="bg1"/>
                </a:solidFill>
              </a:rPr>
              <a:t>En frist fastsettes for når planen må være klar for gjennomgang.</a:t>
            </a:r>
            <a:endParaRPr kumimoji="0" lang="nb-NO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AE301052-03C0-D4FD-ADE9-6209EC2894DD}"/>
                  </a:ext>
                </a:extLst>
              </p14:cNvPr>
              <p14:cNvContentPartPr/>
              <p14:nvPr/>
            </p14:nvContentPartPr>
            <p14:xfrm>
              <a:off x="4878720" y="4730040"/>
              <a:ext cx="7120800" cy="1820520"/>
            </p14:xfrm>
          </p:contentPart>
        </mc:Choice>
        <mc:Fallback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AE301052-03C0-D4FD-ADE9-6209EC2894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69360" y="4720680"/>
                <a:ext cx="7139520" cy="18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455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6.4|9.3|12|11.7|9.8|15"/>
</p:tagLst>
</file>

<file path=ppt/theme/theme1.xml><?xml version="1.0" encoding="utf-8"?>
<a:theme xmlns:a="http://schemas.openxmlformats.org/drawingml/2006/main" name="1_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B316E5-DAD0-4878-9280-237989CE8A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1873C2-DBDA-4E04-8B7A-278EB4E71C8D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customXml/itemProps3.xml><?xml version="1.0" encoding="utf-8"?>
<ds:datastoreItem xmlns:ds="http://schemas.openxmlformats.org/officeDocument/2006/customXml" ds:itemID="{87B0C525-06C4-4125-AA6E-9D0693645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700c87-5547-428e-a808-210cffccada0"/>
    <ds:schemaRef ds:uri="400c38e1-b6e2-4061-96f5-3a83e4f349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1205</Words>
  <Application>Microsoft Office PowerPoint</Application>
  <PresentationFormat>Widescreen</PresentationFormat>
  <Paragraphs>252</Paragraphs>
  <Slides>17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1_Office-tema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Molde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Bård Inge Austigard Pettersen</dc:creator>
  <cp:lastModifiedBy>Bård Inge Austigard Pettersen</cp:lastModifiedBy>
  <cp:revision>5</cp:revision>
  <dcterms:created xsi:type="dcterms:W3CDTF">2025-02-10T10:14:33Z</dcterms:created>
  <dcterms:modified xsi:type="dcterms:W3CDTF">2025-02-11T13:40:49Z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</Properties>
</file>