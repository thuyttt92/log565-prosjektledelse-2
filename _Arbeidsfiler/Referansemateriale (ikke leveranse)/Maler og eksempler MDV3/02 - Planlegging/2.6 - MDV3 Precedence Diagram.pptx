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8" r:id="rId5"/>
  </p:sldIdLst>
  <p:sldSz cx="42803763" cy="30275213"/>
  <p:notesSz cx="29818013" cy="423465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EAEAEA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82" autoAdjust="0"/>
    <p:restoredTop sz="96168" autoAdjust="0"/>
  </p:normalViewPr>
  <p:slideViewPr>
    <p:cSldViewPr snapToGrid="0">
      <p:cViewPr varScale="1">
        <p:scale>
          <a:sx n="44" d="100"/>
          <a:sy n="44" d="100"/>
        </p:scale>
        <p:origin x="88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ård Inge Austigard Pettersen" userId="bebddd87-b0b6-46bf-b87e-7c2cbec16442" providerId="ADAL" clId="{81F52853-21E5-48D4-A573-69562562F586}"/>
    <pc:docChg chg="custSel modSld">
      <pc:chgData name="Bård Inge Austigard Pettersen" userId="bebddd87-b0b6-46bf-b87e-7c2cbec16442" providerId="ADAL" clId="{81F52853-21E5-48D4-A573-69562562F586}" dt="2025-03-04T02:39:45.280" v="1" actId="478"/>
      <pc:docMkLst>
        <pc:docMk/>
      </pc:docMkLst>
      <pc:sldChg chg="delSp mod">
        <pc:chgData name="Bård Inge Austigard Pettersen" userId="bebddd87-b0b6-46bf-b87e-7c2cbec16442" providerId="ADAL" clId="{81F52853-21E5-48D4-A573-69562562F586}" dt="2025-03-04T02:39:45.280" v="1" actId="478"/>
        <pc:sldMkLst>
          <pc:docMk/>
          <pc:sldMk cId="1366821229" sldId="258"/>
        </pc:sldMkLst>
        <pc:spChg chg="del">
          <ac:chgData name="Bård Inge Austigard Pettersen" userId="bebddd87-b0b6-46bf-b87e-7c2cbec16442" providerId="ADAL" clId="{81F52853-21E5-48D4-A573-69562562F586}" dt="2025-03-04T02:39:43.142" v="0" actId="478"/>
          <ac:spMkLst>
            <pc:docMk/>
            <pc:sldMk cId="1366821229" sldId="258"/>
            <ac:spMk id="443" creationId="{56EEFAC3-4075-4958-A93F-1118F47FE093}"/>
          </ac:spMkLst>
        </pc:spChg>
        <pc:picChg chg="del">
          <ac:chgData name="Bård Inge Austigard Pettersen" userId="bebddd87-b0b6-46bf-b87e-7c2cbec16442" providerId="ADAL" clId="{81F52853-21E5-48D4-A573-69562562F586}" dt="2025-03-04T02:39:45.280" v="1" actId="478"/>
          <ac:picMkLst>
            <pc:docMk/>
            <pc:sldMk cId="1366821229" sldId="258"/>
            <ac:picMk id="444" creationId="{A5C643C5-CF4A-48BD-90BD-E5D8A170DB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464200" y="1538280"/>
            <a:ext cx="37874160" cy="228697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187108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378741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1871080" y="72748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1871080" y="16228080"/>
            <a:ext cx="1848240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CA" sz="2293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526976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28075320" y="72748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246420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1526976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28075320" y="16228080"/>
            <a:ext cx="12195360" cy="8175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CA" sz="1667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64200" y="1538280"/>
            <a:ext cx="37874160" cy="4933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CA" sz="2293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464200" y="7274880"/>
            <a:ext cx="37874160" cy="17140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73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667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590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458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4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25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29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CA" sz="1042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14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CA" sz="1042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2464200" y="27284760"/>
            <a:ext cx="980424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CA" sz="1400" b="0" strike="noStrike" spc="-1" dirty="0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14752440" y="27284760"/>
            <a:ext cx="1333908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CA" sz="1400" b="0" strike="noStrike" spc="-1" dirty="0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30534120" y="27284760"/>
            <a:ext cx="9804240" cy="2036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8A38396F-B676-46DB-A2BF-4DA9FA6F6730}" type="slidenum">
              <a:rPr lang="en-CA" sz="1400" b="0" strike="noStrike" spc="-1">
                <a:latin typeface="Times New Roman"/>
              </a:rPr>
              <a:t>‹#›</a:t>
            </a:fld>
            <a:endParaRPr lang="en-CA" sz="14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7AA3873-F9A8-466C-8AE8-895AC91CE407}"/>
              </a:ext>
            </a:extLst>
          </p:cNvPr>
          <p:cNvGrpSpPr/>
          <p:nvPr/>
        </p:nvGrpSpPr>
        <p:grpSpPr>
          <a:xfrm>
            <a:off x="4095320" y="6537618"/>
            <a:ext cx="792000" cy="1328490"/>
            <a:chOff x="4249970" y="7216049"/>
            <a:chExt cx="792000" cy="1328490"/>
          </a:xfrm>
        </p:grpSpPr>
        <p:sp>
          <p:nvSpPr>
            <p:cNvPr id="309" name="Rectangle: Rounded Corners 308">
              <a:extLst>
                <a:ext uri="{FF2B5EF4-FFF2-40B4-BE49-F238E27FC236}">
                  <a16:creationId xmlns:a16="http://schemas.microsoft.com/office/drawing/2014/main" id="{345FF941-F1C2-4F0C-82F4-D73FD80363F4}"/>
                </a:ext>
              </a:extLst>
            </p:cNvPr>
            <p:cNvSpPr/>
            <p:nvPr/>
          </p:nvSpPr>
          <p:spPr>
            <a:xfrm>
              <a:off x="4249970" y="805493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Processes To-Be Final</a:t>
              </a:r>
            </a:p>
          </p:txBody>
        </p:sp>
        <p:sp>
          <p:nvSpPr>
            <p:cNvPr id="308" name="Rectangle: Rounded Corners 307">
              <a:extLst>
                <a:ext uri="{FF2B5EF4-FFF2-40B4-BE49-F238E27FC236}">
                  <a16:creationId xmlns:a16="http://schemas.microsoft.com/office/drawing/2014/main" id="{6548141D-62FC-44BA-8121-9BFE709EF580}"/>
                </a:ext>
              </a:extLst>
            </p:cNvPr>
            <p:cNvSpPr/>
            <p:nvPr/>
          </p:nvSpPr>
          <p:spPr>
            <a:xfrm>
              <a:off x="4249970" y="721604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Processes As-Is Final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2934A50-358F-4B25-A949-3C515C31AC8A}"/>
              </a:ext>
            </a:extLst>
          </p:cNvPr>
          <p:cNvGrpSpPr/>
          <p:nvPr/>
        </p:nvGrpSpPr>
        <p:grpSpPr>
          <a:xfrm>
            <a:off x="2927822" y="6537618"/>
            <a:ext cx="792000" cy="1328490"/>
            <a:chOff x="3005147" y="7216049"/>
            <a:chExt cx="792000" cy="1328490"/>
          </a:xfrm>
        </p:grpSpPr>
        <p:sp>
          <p:nvSpPr>
            <p:cNvPr id="310" name="Rectangle: Rounded Corners 309">
              <a:extLst>
                <a:ext uri="{FF2B5EF4-FFF2-40B4-BE49-F238E27FC236}">
                  <a16:creationId xmlns:a16="http://schemas.microsoft.com/office/drawing/2014/main" id="{F6DAA782-C31F-4E29-8A14-14002F49EBEC}"/>
                </a:ext>
              </a:extLst>
            </p:cNvPr>
            <p:cNvSpPr/>
            <p:nvPr/>
          </p:nvSpPr>
          <p:spPr>
            <a:xfrm>
              <a:off x="3005147" y="805493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Processes To-Be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</a:t>
              </a:r>
            </a:p>
          </p:txBody>
        </p:sp>
        <p:sp>
          <p:nvSpPr>
            <p:cNvPr id="312" name="Rectangle: Rounded Corners 311">
              <a:extLst>
                <a:ext uri="{FF2B5EF4-FFF2-40B4-BE49-F238E27FC236}">
                  <a16:creationId xmlns:a16="http://schemas.microsoft.com/office/drawing/2014/main" id="{D0A8A95D-11A4-4262-ADEA-811C556D853C}"/>
                </a:ext>
              </a:extLst>
            </p:cNvPr>
            <p:cNvSpPr/>
            <p:nvPr/>
          </p:nvSpPr>
          <p:spPr>
            <a:xfrm>
              <a:off x="3005147" y="721604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Processes As-Is Draft</a:t>
              </a:r>
            </a:p>
          </p:txBody>
        </p:sp>
      </p:grp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35C2B6F2-6BBF-4D9F-9CEE-6C6B4FBB04C7}"/>
              </a:ext>
            </a:extLst>
          </p:cNvPr>
          <p:cNvSpPr/>
          <p:nvPr/>
        </p:nvSpPr>
        <p:spPr>
          <a:xfrm>
            <a:off x="40349837" y="9080028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Implement-ation Readiness Review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99BC62-65B7-4582-90DE-FF60B034FAE4}"/>
              </a:ext>
            </a:extLst>
          </p:cNvPr>
          <p:cNvGrpSpPr/>
          <p:nvPr/>
        </p:nvGrpSpPr>
        <p:grpSpPr>
          <a:xfrm>
            <a:off x="39182332" y="7795986"/>
            <a:ext cx="792000" cy="3037900"/>
            <a:chOff x="39105014" y="8474417"/>
            <a:chExt cx="792000" cy="3037900"/>
          </a:xfrm>
        </p:grpSpPr>
        <p:sp>
          <p:nvSpPr>
            <p:cNvPr id="343" name="Rectangle: Rounded Corners 342">
              <a:extLst>
                <a:ext uri="{FF2B5EF4-FFF2-40B4-BE49-F238E27FC236}">
                  <a16:creationId xmlns:a16="http://schemas.microsoft.com/office/drawing/2014/main" id="{5D806585-7853-4938-9C8F-DFFADF7DFBCF}"/>
                </a:ext>
              </a:extLst>
            </p:cNvPr>
            <p:cNvSpPr/>
            <p:nvPr/>
          </p:nvSpPr>
          <p:spPr>
            <a:xfrm>
              <a:off x="39105014" y="932385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Implement-ation Plan Final</a:t>
              </a:r>
            </a:p>
          </p:txBody>
        </p:sp>
        <p:sp>
          <p:nvSpPr>
            <p:cNvPr id="344" name="Rectangle: Rounded Corners 343">
              <a:extLst>
                <a:ext uri="{FF2B5EF4-FFF2-40B4-BE49-F238E27FC236}">
                  <a16:creationId xmlns:a16="http://schemas.microsoft.com/office/drawing/2014/main" id="{CCAEA592-8BB4-431B-B514-1CFC2EEBB516}"/>
                </a:ext>
              </a:extLst>
            </p:cNvPr>
            <p:cNvSpPr/>
            <p:nvPr/>
          </p:nvSpPr>
          <p:spPr>
            <a:xfrm>
              <a:off x="39105014" y="10173283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 Material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  <p:sp>
          <p:nvSpPr>
            <p:cNvPr id="346" name="Rectangle: Rounded Corners 345">
              <a:extLst>
                <a:ext uri="{FF2B5EF4-FFF2-40B4-BE49-F238E27FC236}">
                  <a16:creationId xmlns:a16="http://schemas.microsoft.com/office/drawing/2014/main" id="{81307EA3-3803-4B58-907E-7E98BEB7F9A1}"/>
                </a:ext>
              </a:extLst>
            </p:cNvPr>
            <p:cNvSpPr/>
            <p:nvPr/>
          </p:nvSpPr>
          <p:spPr>
            <a:xfrm>
              <a:off x="39105014" y="110227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 Package Final</a:t>
              </a:r>
            </a:p>
          </p:txBody>
        </p:sp>
        <p:sp>
          <p:nvSpPr>
            <p:cNvPr id="342" name="Rectangle: Rounded Corners 341">
              <a:extLst>
                <a:ext uri="{FF2B5EF4-FFF2-40B4-BE49-F238E27FC236}">
                  <a16:creationId xmlns:a16="http://schemas.microsoft.com/office/drawing/2014/main" id="{FFFF21D7-40F6-4060-BA9B-8F1185B0AF2F}"/>
                </a:ext>
              </a:extLst>
            </p:cNvPr>
            <p:cNvSpPr/>
            <p:nvPr/>
          </p:nvSpPr>
          <p:spPr>
            <a:xfrm>
              <a:off x="39105014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Final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20F881-9B66-4F2C-867D-3A66B230CAD7}"/>
              </a:ext>
            </a:extLst>
          </p:cNvPr>
          <p:cNvGrpSpPr/>
          <p:nvPr/>
        </p:nvGrpSpPr>
        <p:grpSpPr>
          <a:xfrm>
            <a:off x="29816791" y="5247687"/>
            <a:ext cx="792000" cy="5586199"/>
            <a:chOff x="29146430" y="5926118"/>
            <a:chExt cx="792000" cy="5586199"/>
          </a:xfrm>
        </p:grpSpPr>
        <p:sp>
          <p:nvSpPr>
            <p:cNvPr id="334" name="Rectangle: Rounded Corners 333">
              <a:extLst>
                <a:ext uri="{FF2B5EF4-FFF2-40B4-BE49-F238E27FC236}">
                  <a16:creationId xmlns:a16="http://schemas.microsoft.com/office/drawing/2014/main" id="{2E7C28E3-6176-49BC-868A-37C7E3AB2DE7}"/>
                </a:ext>
              </a:extLst>
            </p:cNvPr>
            <p:cNvSpPr/>
            <p:nvPr/>
          </p:nvSpPr>
          <p:spPr>
            <a:xfrm>
              <a:off x="29146430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1</a:t>
              </a:r>
            </a:p>
          </p:txBody>
        </p:sp>
        <p:sp>
          <p:nvSpPr>
            <p:cNvPr id="375" name="Rectangle: Rounded Corners 374">
              <a:extLst>
                <a:ext uri="{FF2B5EF4-FFF2-40B4-BE49-F238E27FC236}">
                  <a16:creationId xmlns:a16="http://schemas.microsoft.com/office/drawing/2014/main" id="{CF1227ED-9844-4795-AD4F-85F398A274A6}"/>
                </a:ext>
              </a:extLst>
            </p:cNvPr>
            <p:cNvSpPr/>
            <p:nvPr/>
          </p:nvSpPr>
          <p:spPr>
            <a:xfrm>
              <a:off x="29146430" y="932385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Implement-ation Plan Draft 3</a:t>
              </a:r>
            </a:p>
          </p:txBody>
        </p:sp>
        <p:sp>
          <p:nvSpPr>
            <p:cNvPr id="376" name="Rectangle: Rounded Corners 375">
              <a:extLst>
                <a:ext uri="{FF2B5EF4-FFF2-40B4-BE49-F238E27FC236}">
                  <a16:creationId xmlns:a16="http://schemas.microsoft.com/office/drawing/2014/main" id="{1A73495C-4D66-4850-917B-C733B35D9461}"/>
                </a:ext>
              </a:extLst>
            </p:cNvPr>
            <p:cNvSpPr/>
            <p:nvPr/>
          </p:nvSpPr>
          <p:spPr>
            <a:xfrm>
              <a:off x="29146430" y="10173283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 Material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2</a:t>
              </a:r>
            </a:p>
          </p:txBody>
        </p:sp>
        <p:sp>
          <p:nvSpPr>
            <p:cNvPr id="377" name="Rectangle: Rounded Corners 376">
              <a:extLst>
                <a:ext uri="{FF2B5EF4-FFF2-40B4-BE49-F238E27FC236}">
                  <a16:creationId xmlns:a16="http://schemas.microsoft.com/office/drawing/2014/main" id="{2D368DBE-4AD8-4F15-BC5D-A8531D37872E}"/>
                </a:ext>
              </a:extLst>
            </p:cNvPr>
            <p:cNvSpPr/>
            <p:nvPr/>
          </p:nvSpPr>
          <p:spPr>
            <a:xfrm>
              <a:off x="29146430" y="110227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 Package Draft 2</a:t>
              </a:r>
            </a:p>
          </p:txBody>
        </p:sp>
        <p:sp>
          <p:nvSpPr>
            <p:cNvPr id="370" name="Rectangle: Rounded Corners 369">
              <a:extLst>
                <a:ext uri="{FF2B5EF4-FFF2-40B4-BE49-F238E27FC236}">
                  <a16:creationId xmlns:a16="http://schemas.microsoft.com/office/drawing/2014/main" id="{F5B6F71D-9A37-47DA-AEFC-5CAB46978173}"/>
                </a:ext>
              </a:extLst>
            </p:cNvPr>
            <p:cNvSpPr/>
            <p:nvPr/>
          </p:nvSpPr>
          <p:spPr>
            <a:xfrm>
              <a:off x="29146430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4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4D9B0B-BA28-4F40-9865-FDDF9E9F42DA}"/>
              </a:ext>
            </a:extLst>
          </p:cNvPr>
          <p:cNvGrpSpPr/>
          <p:nvPr/>
        </p:nvGrpSpPr>
        <p:grpSpPr>
          <a:xfrm>
            <a:off x="35667375" y="5247687"/>
            <a:ext cx="796575" cy="3037898"/>
            <a:chOff x="35370545" y="5926118"/>
            <a:chExt cx="796575" cy="3037898"/>
          </a:xfrm>
        </p:grpSpPr>
        <p:sp>
          <p:nvSpPr>
            <p:cNvPr id="439" name="Rectangle: Rounded Corners 438">
              <a:extLst>
                <a:ext uri="{FF2B5EF4-FFF2-40B4-BE49-F238E27FC236}">
                  <a16:creationId xmlns:a16="http://schemas.microsoft.com/office/drawing/2014/main" id="{3A1B7565-831A-455E-9C39-67B2E93BFB19}"/>
                </a:ext>
              </a:extLst>
            </p:cNvPr>
            <p:cNvSpPr/>
            <p:nvPr/>
          </p:nvSpPr>
          <p:spPr>
            <a:xfrm>
              <a:off x="35375120" y="8474416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6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9" name="Rectangle: Rounded Corners 338">
              <a:extLst>
                <a:ext uri="{FF2B5EF4-FFF2-40B4-BE49-F238E27FC236}">
                  <a16:creationId xmlns:a16="http://schemas.microsoft.com/office/drawing/2014/main" id="{CF097539-4FDF-41D1-AF21-C71B4F311665}"/>
                </a:ext>
              </a:extLst>
            </p:cNvPr>
            <p:cNvSpPr/>
            <p:nvPr/>
          </p:nvSpPr>
          <p:spPr>
            <a:xfrm>
              <a:off x="35370545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Security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C99E2B-731F-47C9-A0A5-A03C6319D276}"/>
              </a:ext>
            </a:extLst>
          </p:cNvPr>
          <p:cNvGrpSpPr/>
          <p:nvPr/>
        </p:nvGrpSpPr>
        <p:grpSpPr>
          <a:xfrm>
            <a:off x="36839448" y="5247687"/>
            <a:ext cx="795944" cy="5580351"/>
            <a:chOff x="36611424" y="5926118"/>
            <a:chExt cx="795944" cy="5580351"/>
          </a:xfrm>
        </p:grpSpPr>
        <p:sp>
          <p:nvSpPr>
            <p:cNvPr id="340" name="Rectangle: Rounded Corners 339">
              <a:extLst>
                <a:ext uri="{FF2B5EF4-FFF2-40B4-BE49-F238E27FC236}">
                  <a16:creationId xmlns:a16="http://schemas.microsoft.com/office/drawing/2014/main" id="{894E170F-57C0-4C5E-AA02-EE7D63784666}"/>
                </a:ext>
              </a:extLst>
            </p:cNvPr>
            <p:cNvSpPr/>
            <p:nvPr/>
          </p:nvSpPr>
          <p:spPr>
            <a:xfrm>
              <a:off x="36615368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Security Certification</a:t>
              </a:r>
            </a:p>
          </p:txBody>
        </p:sp>
        <p:sp>
          <p:nvSpPr>
            <p:cNvPr id="372" name="Rectangle: Rounded Corners 371">
              <a:extLst>
                <a:ext uri="{FF2B5EF4-FFF2-40B4-BE49-F238E27FC236}">
                  <a16:creationId xmlns:a16="http://schemas.microsoft.com/office/drawing/2014/main" id="{27BE9142-DB13-493F-B174-13A1D3B6FE2F}"/>
                </a:ext>
              </a:extLst>
            </p:cNvPr>
            <p:cNvSpPr/>
            <p:nvPr/>
          </p:nvSpPr>
          <p:spPr>
            <a:xfrm>
              <a:off x="36611424" y="931800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Implement-ation Plan Draft 4</a:t>
              </a:r>
            </a:p>
          </p:txBody>
        </p:sp>
        <p:sp>
          <p:nvSpPr>
            <p:cNvPr id="373" name="Rectangle: Rounded Corners 372">
              <a:extLst>
                <a:ext uri="{FF2B5EF4-FFF2-40B4-BE49-F238E27FC236}">
                  <a16:creationId xmlns:a16="http://schemas.microsoft.com/office/drawing/2014/main" id="{673A7E8C-3523-49EF-B97E-D661AF60104F}"/>
                </a:ext>
              </a:extLst>
            </p:cNvPr>
            <p:cNvSpPr/>
            <p:nvPr/>
          </p:nvSpPr>
          <p:spPr>
            <a:xfrm>
              <a:off x="36611424" y="10167435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 Material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3</a:t>
              </a:r>
            </a:p>
          </p:txBody>
        </p:sp>
        <p:sp>
          <p:nvSpPr>
            <p:cNvPr id="374" name="Rectangle: Rounded Corners 373">
              <a:extLst>
                <a:ext uri="{FF2B5EF4-FFF2-40B4-BE49-F238E27FC236}">
                  <a16:creationId xmlns:a16="http://schemas.microsoft.com/office/drawing/2014/main" id="{A7C33F5E-5530-41AD-AD28-3FAF3DD0473F}"/>
                </a:ext>
              </a:extLst>
            </p:cNvPr>
            <p:cNvSpPr/>
            <p:nvPr/>
          </p:nvSpPr>
          <p:spPr>
            <a:xfrm>
              <a:off x="36611424" y="1101686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 Package Draft 3</a:t>
              </a:r>
            </a:p>
          </p:txBody>
        </p:sp>
        <p:sp>
          <p:nvSpPr>
            <p:cNvPr id="371" name="Rectangle: Rounded Corners 370">
              <a:extLst>
                <a:ext uri="{FF2B5EF4-FFF2-40B4-BE49-F238E27FC236}">
                  <a16:creationId xmlns:a16="http://schemas.microsoft.com/office/drawing/2014/main" id="{32860AE9-E3CC-43F1-B18E-E5E31E333294}"/>
                </a:ext>
              </a:extLst>
            </p:cNvPr>
            <p:cNvSpPr/>
            <p:nvPr/>
          </p:nvSpPr>
          <p:spPr>
            <a:xfrm>
              <a:off x="36611424" y="846856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7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1C44187-B4A9-409C-8609-95700BE81DAD}"/>
              </a:ext>
            </a:extLst>
          </p:cNvPr>
          <p:cNvSpPr/>
          <p:nvPr/>
        </p:nvSpPr>
        <p:spPr>
          <a:xfrm>
            <a:off x="23881626" y="12566418"/>
            <a:ext cx="247500" cy="247500"/>
          </a:xfrm>
          <a:prstGeom prst="ellipse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F</a:t>
            </a:r>
            <a:endParaRPr lang="en-CA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65BD21DB-4CBD-4C37-A6C9-ED1AA4375A0F}"/>
              </a:ext>
            </a:extLst>
          </p:cNvPr>
          <p:cNvSpPr/>
          <p:nvPr/>
        </p:nvSpPr>
        <p:spPr>
          <a:xfrm>
            <a:off x="7597814" y="6946553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dirty="0">
                <a:solidFill>
                  <a:schemeClr val="tx1"/>
                </a:solidFill>
                <a:latin typeface="Arial" panose="020B0604020202020204" pitchFamily="34" charset="0"/>
              </a:rPr>
              <a:t>System Architecture Draft</a:t>
            </a:r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612CACC6-C12D-4D9F-9BFE-9EB0999A7CCB}"/>
              </a:ext>
            </a:extLst>
          </p:cNvPr>
          <p:cNvSpPr/>
          <p:nvPr/>
        </p:nvSpPr>
        <p:spPr>
          <a:xfrm>
            <a:off x="1760324" y="6946553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dirty="0">
                <a:solidFill>
                  <a:schemeClr val="tx1"/>
                </a:solidFill>
                <a:latin typeface="Arial" panose="020B0604020202020204" pitchFamily="34" charset="0"/>
              </a:rPr>
              <a:t>Kickoff Meeting</a:t>
            </a: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193AFBF8-FD6B-49A8-925D-0376C378AE2E}"/>
              </a:ext>
            </a:extLst>
          </p:cNvPr>
          <p:cNvSpPr/>
          <p:nvPr/>
        </p:nvSpPr>
        <p:spPr>
          <a:xfrm>
            <a:off x="5262818" y="6946553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Gap Analysis</a:t>
            </a:r>
          </a:p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Draft</a:t>
            </a:r>
            <a:endParaRPr lang="en-CA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4" name="Rectangle: Rounded Corners 313">
            <a:extLst>
              <a:ext uri="{FF2B5EF4-FFF2-40B4-BE49-F238E27FC236}">
                <a16:creationId xmlns:a16="http://schemas.microsoft.com/office/drawing/2014/main" id="{C6C1CD0F-870B-4B7A-B6E1-FB3208AF5A8A}"/>
              </a:ext>
            </a:extLst>
          </p:cNvPr>
          <p:cNvSpPr/>
          <p:nvPr/>
        </p:nvSpPr>
        <p:spPr>
          <a:xfrm>
            <a:off x="6430316" y="6946553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Gap Analysis</a:t>
            </a:r>
          </a:p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Final</a:t>
            </a:r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DC523FCC-F4A9-49DC-A7EF-16B893927246}"/>
              </a:ext>
            </a:extLst>
          </p:cNvPr>
          <p:cNvSpPr/>
          <p:nvPr/>
        </p:nvSpPr>
        <p:spPr>
          <a:xfrm>
            <a:off x="8765312" y="6946553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System Architecture Final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59DCA6F3-7CA3-4709-89FF-A0026D1C7D55}"/>
              </a:ext>
            </a:extLst>
          </p:cNvPr>
          <p:cNvSpPr/>
          <p:nvPr/>
        </p:nvSpPr>
        <p:spPr>
          <a:xfrm>
            <a:off x="1240574" y="7067603"/>
            <a:ext cx="247500" cy="247500"/>
          </a:xfrm>
          <a:prstGeom prst="ellipse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CA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1EA9B7-1488-4A2E-AA61-D27EABD3521D}"/>
              </a:ext>
            </a:extLst>
          </p:cNvPr>
          <p:cNvGrpSpPr/>
          <p:nvPr/>
        </p:nvGrpSpPr>
        <p:grpSpPr>
          <a:xfrm>
            <a:off x="12270594" y="2699388"/>
            <a:ext cx="793811" cy="10235580"/>
            <a:chOff x="12961920" y="3377819"/>
            <a:chExt cx="793811" cy="10235580"/>
          </a:xfrm>
        </p:grpSpPr>
        <p:sp>
          <p:nvSpPr>
            <p:cNvPr id="393" name="Rectangle: Rounded Corners 392">
              <a:extLst>
                <a:ext uri="{FF2B5EF4-FFF2-40B4-BE49-F238E27FC236}">
                  <a16:creationId xmlns:a16="http://schemas.microsoft.com/office/drawing/2014/main" id="{EFEC1E58-856E-414D-A08A-FAA302390B3F}"/>
                </a:ext>
              </a:extLst>
            </p:cNvPr>
            <p:cNvSpPr/>
            <p:nvPr/>
          </p:nvSpPr>
          <p:spPr>
            <a:xfrm>
              <a:off x="12961920" y="122508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1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Pilot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6" name="Rectangle: Rounded Corners 395">
              <a:extLst>
                <a:ext uri="{FF2B5EF4-FFF2-40B4-BE49-F238E27FC236}">
                  <a16:creationId xmlns:a16="http://schemas.microsoft.com/office/drawing/2014/main" id="{C0013FEA-E559-4478-8250-A5A8DDD5AF62}"/>
                </a:ext>
              </a:extLst>
            </p:cNvPr>
            <p:cNvSpPr/>
            <p:nvPr/>
          </p:nvSpPr>
          <p:spPr>
            <a:xfrm>
              <a:off x="12961920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2 Training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0" name="Rectangle: Rounded Corners 319">
              <a:extLst>
                <a:ext uri="{FF2B5EF4-FFF2-40B4-BE49-F238E27FC236}">
                  <a16:creationId xmlns:a16="http://schemas.microsoft.com/office/drawing/2014/main" id="{52A238BA-D265-4CBF-A387-9C23B7C6D2B4}"/>
                </a:ext>
              </a:extLst>
            </p:cNvPr>
            <p:cNvSpPr/>
            <p:nvPr/>
          </p:nvSpPr>
          <p:spPr>
            <a:xfrm>
              <a:off x="12963731" y="337781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Security</a:t>
              </a:r>
            </a:p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Test Plan</a:t>
              </a:r>
            </a:p>
          </p:txBody>
        </p:sp>
        <p:sp>
          <p:nvSpPr>
            <p:cNvPr id="348" name="Rectangle: Rounded Corners 347">
              <a:extLst>
                <a:ext uri="{FF2B5EF4-FFF2-40B4-BE49-F238E27FC236}">
                  <a16:creationId xmlns:a16="http://schemas.microsoft.com/office/drawing/2014/main" id="{884F7E4F-0340-4068-881A-137EFEE044AF}"/>
                </a:ext>
              </a:extLst>
            </p:cNvPr>
            <p:cNvSpPr/>
            <p:nvPr/>
          </p:nvSpPr>
          <p:spPr>
            <a:xfrm>
              <a:off x="12963731" y="5076685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 Plan</a:t>
              </a:r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95ED8C71-88DD-4E73-896D-9523C749475C}"/>
                </a:ext>
              </a:extLst>
            </p:cNvPr>
            <p:cNvSpPr/>
            <p:nvPr/>
          </p:nvSpPr>
          <p:spPr>
            <a:xfrm>
              <a:off x="12963731" y="6775551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 Plan</a:t>
              </a:r>
            </a:p>
          </p:txBody>
        </p:sp>
        <p:sp>
          <p:nvSpPr>
            <p:cNvPr id="383" name="Rectangle: Rounded Corners 382">
              <a:extLst>
                <a:ext uri="{FF2B5EF4-FFF2-40B4-BE49-F238E27FC236}">
                  <a16:creationId xmlns:a16="http://schemas.microsoft.com/office/drawing/2014/main" id="{C5EB6FA7-B7CF-403A-BB5D-B88B16E8A130}"/>
                </a:ext>
              </a:extLst>
            </p:cNvPr>
            <p:cNvSpPr/>
            <p:nvPr/>
          </p:nvSpPr>
          <p:spPr>
            <a:xfrm>
              <a:off x="12963731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Draft 1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1" name="Rectangle: Rounded Corners 320">
              <a:extLst>
                <a:ext uri="{FF2B5EF4-FFF2-40B4-BE49-F238E27FC236}">
                  <a16:creationId xmlns:a16="http://schemas.microsoft.com/office/drawing/2014/main" id="{C4A8E830-733A-45ED-8FAD-0408928A62C2}"/>
                </a:ext>
              </a:extLst>
            </p:cNvPr>
            <p:cNvSpPr/>
            <p:nvPr/>
          </p:nvSpPr>
          <p:spPr>
            <a:xfrm>
              <a:off x="12963731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6B4D5F6-6E83-4610-94AB-5C05F7995545}"/>
              </a:ext>
            </a:extLst>
          </p:cNvPr>
          <p:cNvGrpSpPr/>
          <p:nvPr/>
        </p:nvGrpSpPr>
        <p:grpSpPr>
          <a:xfrm>
            <a:off x="13439903" y="3548821"/>
            <a:ext cx="793811" cy="10259047"/>
            <a:chOff x="14206743" y="4227252"/>
            <a:chExt cx="793811" cy="10259047"/>
          </a:xfrm>
        </p:grpSpPr>
        <p:sp>
          <p:nvSpPr>
            <p:cNvPr id="394" name="Rectangle: Rounded Corners 393">
              <a:extLst>
                <a:ext uri="{FF2B5EF4-FFF2-40B4-BE49-F238E27FC236}">
                  <a16:creationId xmlns:a16="http://schemas.microsoft.com/office/drawing/2014/main" id="{A319F6B3-BBCE-4593-891F-5788FEEA5EF4}"/>
                </a:ext>
              </a:extLst>
            </p:cNvPr>
            <p:cNvSpPr/>
            <p:nvPr/>
          </p:nvSpPr>
          <p:spPr>
            <a:xfrm>
              <a:off x="14206743" y="122508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1 Rollout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0" name="Rectangle: Rounded Corners 399">
              <a:extLst>
                <a:ext uri="{FF2B5EF4-FFF2-40B4-BE49-F238E27FC236}">
                  <a16:creationId xmlns:a16="http://schemas.microsoft.com/office/drawing/2014/main" id="{93B5AE15-7247-4D26-9109-27BE44F17C6F}"/>
                </a:ext>
              </a:extLst>
            </p:cNvPr>
            <p:cNvSpPr/>
            <p:nvPr/>
          </p:nvSpPr>
          <p:spPr>
            <a:xfrm>
              <a:off x="14206743" y="139966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3 Training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7" name="Rectangle: Rounded Corners 396">
              <a:extLst>
                <a:ext uri="{FF2B5EF4-FFF2-40B4-BE49-F238E27FC236}">
                  <a16:creationId xmlns:a16="http://schemas.microsoft.com/office/drawing/2014/main" id="{4F816F40-E0C4-4B21-B025-533022DAEF3A}"/>
                </a:ext>
              </a:extLst>
            </p:cNvPr>
            <p:cNvSpPr/>
            <p:nvPr/>
          </p:nvSpPr>
          <p:spPr>
            <a:xfrm>
              <a:off x="14206743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2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Pilot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" name="Rectangle: Rounded Corners 348">
              <a:extLst>
                <a:ext uri="{FF2B5EF4-FFF2-40B4-BE49-F238E27FC236}">
                  <a16:creationId xmlns:a16="http://schemas.microsoft.com/office/drawing/2014/main" id="{6D51F7C7-2404-4D8D-9C6B-D457BDC9C2E1}"/>
                </a:ext>
              </a:extLst>
            </p:cNvPr>
            <p:cNvSpPr/>
            <p:nvPr/>
          </p:nvSpPr>
          <p:spPr>
            <a:xfrm>
              <a:off x="14208554" y="5076685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  <p:sp>
          <p:nvSpPr>
            <p:cNvPr id="361" name="Rectangle: Rounded Corners 360">
              <a:extLst>
                <a:ext uri="{FF2B5EF4-FFF2-40B4-BE49-F238E27FC236}">
                  <a16:creationId xmlns:a16="http://schemas.microsoft.com/office/drawing/2014/main" id="{060E2342-7298-4040-972C-D04D0F0F5033}"/>
                </a:ext>
              </a:extLst>
            </p:cNvPr>
            <p:cNvSpPr/>
            <p:nvPr/>
          </p:nvSpPr>
          <p:spPr>
            <a:xfrm>
              <a:off x="14208554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</a:t>
              </a: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  <p:sp>
          <p:nvSpPr>
            <p:cNvPr id="322" name="Rectangle: Rounded Corners 321">
              <a:extLst>
                <a:ext uri="{FF2B5EF4-FFF2-40B4-BE49-F238E27FC236}">
                  <a16:creationId xmlns:a16="http://schemas.microsoft.com/office/drawing/2014/main" id="{19D67755-EEE2-4815-985F-F079F093E7A6}"/>
                </a:ext>
              </a:extLst>
            </p:cNvPr>
            <p:cNvSpPr/>
            <p:nvPr/>
          </p:nvSpPr>
          <p:spPr>
            <a:xfrm>
              <a:off x="14208554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3DC70F7-53ED-4C22-AA57-07022D70F3D0}"/>
              </a:ext>
            </a:extLst>
          </p:cNvPr>
          <p:cNvGrpSpPr/>
          <p:nvPr/>
        </p:nvGrpSpPr>
        <p:grpSpPr>
          <a:xfrm>
            <a:off x="14609212" y="3548821"/>
            <a:ext cx="793811" cy="10259047"/>
            <a:chOff x="15451566" y="4227252"/>
            <a:chExt cx="793811" cy="10259047"/>
          </a:xfrm>
        </p:grpSpPr>
        <p:sp>
          <p:nvSpPr>
            <p:cNvPr id="395" name="Rectangle: Rounded Corners 394">
              <a:extLst>
                <a:ext uri="{FF2B5EF4-FFF2-40B4-BE49-F238E27FC236}">
                  <a16:creationId xmlns:a16="http://schemas.microsoft.com/office/drawing/2014/main" id="{0B7C6159-C9CC-432D-86E0-BC05C3CB2C3F}"/>
                </a:ext>
              </a:extLst>
            </p:cNvPr>
            <p:cNvSpPr/>
            <p:nvPr/>
          </p:nvSpPr>
          <p:spPr>
            <a:xfrm>
              <a:off x="15451566" y="122508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1 Support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1" name="Rectangle: Rounded Corners 400">
              <a:extLst>
                <a:ext uri="{FF2B5EF4-FFF2-40B4-BE49-F238E27FC236}">
                  <a16:creationId xmlns:a16="http://schemas.microsoft.com/office/drawing/2014/main" id="{6EF736A5-943C-423F-80B3-DDC7765ADBE9}"/>
                </a:ext>
              </a:extLst>
            </p:cNvPr>
            <p:cNvSpPr/>
            <p:nvPr/>
          </p:nvSpPr>
          <p:spPr>
            <a:xfrm>
              <a:off x="15451566" y="139966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3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Pilot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8" name="Rectangle: Rounded Corners 397">
              <a:extLst>
                <a:ext uri="{FF2B5EF4-FFF2-40B4-BE49-F238E27FC236}">
                  <a16:creationId xmlns:a16="http://schemas.microsoft.com/office/drawing/2014/main" id="{C5D378D1-4202-487F-878B-15A42D7F85BB}"/>
                </a:ext>
              </a:extLst>
            </p:cNvPr>
            <p:cNvSpPr/>
            <p:nvPr/>
          </p:nvSpPr>
          <p:spPr>
            <a:xfrm>
              <a:off x="15451566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2 Rollout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0" name="Rectangle: Rounded Corners 349">
              <a:extLst>
                <a:ext uri="{FF2B5EF4-FFF2-40B4-BE49-F238E27FC236}">
                  <a16:creationId xmlns:a16="http://schemas.microsoft.com/office/drawing/2014/main" id="{D0A812D6-1585-40EB-A4FD-32856115131A}"/>
                </a:ext>
              </a:extLst>
            </p:cNvPr>
            <p:cNvSpPr/>
            <p:nvPr/>
          </p:nvSpPr>
          <p:spPr>
            <a:xfrm>
              <a:off x="15453377" y="5076685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2</a:t>
              </a:r>
            </a:p>
          </p:txBody>
        </p:sp>
        <p:sp>
          <p:nvSpPr>
            <p:cNvPr id="356" name="Rectangle: Rounded Corners 355">
              <a:extLst>
                <a:ext uri="{FF2B5EF4-FFF2-40B4-BE49-F238E27FC236}">
                  <a16:creationId xmlns:a16="http://schemas.microsoft.com/office/drawing/2014/main" id="{0CCA4E66-3190-4874-B2AE-49109DB5E803}"/>
                </a:ext>
              </a:extLst>
            </p:cNvPr>
            <p:cNvSpPr/>
            <p:nvPr/>
          </p:nvSpPr>
          <p:spPr>
            <a:xfrm>
              <a:off x="15453377" y="6775551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 Test Procedures Draft 1</a:t>
              </a:r>
            </a:p>
          </p:txBody>
        </p:sp>
        <p:sp>
          <p:nvSpPr>
            <p:cNvPr id="384" name="Rectangle: Rounded Corners 383">
              <a:extLst>
                <a:ext uri="{FF2B5EF4-FFF2-40B4-BE49-F238E27FC236}">
                  <a16:creationId xmlns:a16="http://schemas.microsoft.com/office/drawing/2014/main" id="{E8D5BBBC-556B-4955-8415-E1D68A5DC82A}"/>
                </a:ext>
              </a:extLst>
            </p:cNvPr>
            <p:cNvSpPr/>
            <p:nvPr/>
          </p:nvSpPr>
          <p:spPr>
            <a:xfrm>
              <a:off x="15453377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Draft 2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2" name="Rectangle: Rounded Corners 361">
              <a:extLst>
                <a:ext uri="{FF2B5EF4-FFF2-40B4-BE49-F238E27FC236}">
                  <a16:creationId xmlns:a16="http://schemas.microsoft.com/office/drawing/2014/main" id="{B099977B-53FD-40E2-BDD7-92BA1FB46718}"/>
                </a:ext>
              </a:extLst>
            </p:cNvPr>
            <p:cNvSpPr/>
            <p:nvPr/>
          </p:nvSpPr>
          <p:spPr>
            <a:xfrm>
              <a:off x="15453377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</a:t>
              </a: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2</a:t>
              </a:r>
            </a:p>
          </p:txBody>
        </p:sp>
        <p:sp>
          <p:nvSpPr>
            <p:cNvPr id="323" name="Rectangle: Rounded Corners 322">
              <a:extLst>
                <a:ext uri="{FF2B5EF4-FFF2-40B4-BE49-F238E27FC236}">
                  <a16:creationId xmlns:a16="http://schemas.microsoft.com/office/drawing/2014/main" id="{F18D39E9-1FC8-40CB-BD03-C6D0CE5B3D08}"/>
                </a:ext>
              </a:extLst>
            </p:cNvPr>
            <p:cNvSpPr/>
            <p:nvPr/>
          </p:nvSpPr>
          <p:spPr>
            <a:xfrm>
              <a:off x="15453377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21662B-0FDB-4BB7-9C09-D636DB14DE11}"/>
              </a:ext>
            </a:extLst>
          </p:cNvPr>
          <p:cNvGrpSpPr/>
          <p:nvPr/>
        </p:nvGrpSpPr>
        <p:grpSpPr>
          <a:xfrm>
            <a:off x="15778521" y="3548821"/>
            <a:ext cx="793811" cy="10259047"/>
            <a:chOff x="16696389" y="4227252"/>
            <a:chExt cx="793811" cy="10259047"/>
          </a:xfrm>
        </p:grpSpPr>
        <p:sp>
          <p:nvSpPr>
            <p:cNvPr id="402" name="Rectangle: Rounded Corners 401">
              <a:extLst>
                <a:ext uri="{FF2B5EF4-FFF2-40B4-BE49-F238E27FC236}">
                  <a16:creationId xmlns:a16="http://schemas.microsoft.com/office/drawing/2014/main" id="{74286C28-01B5-49FD-A494-5438B0BA2A6B}"/>
                </a:ext>
              </a:extLst>
            </p:cNvPr>
            <p:cNvSpPr/>
            <p:nvPr/>
          </p:nvSpPr>
          <p:spPr>
            <a:xfrm>
              <a:off x="16696389" y="139966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3 Rollout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" name="Rectangle: Rounded Corners 398">
              <a:extLst>
                <a:ext uri="{FF2B5EF4-FFF2-40B4-BE49-F238E27FC236}">
                  <a16:creationId xmlns:a16="http://schemas.microsoft.com/office/drawing/2014/main" id="{B09063F4-B504-47E6-91CF-F45C8F721392}"/>
                </a:ext>
              </a:extLst>
            </p:cNvPr>
            <p:cNvSpPr/>
            <p:nvPr/>
          </p:nvSpPr>
          <p:spPr>
            <a:xfrm>
              <a:off x="16696389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2 Support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1" name="Rectangle: Rounded Corners 350">
              <a:extLst>
                <a:ext uri="{FF2B5EF4-FFF2-40B4-BE49-F238E27FC236}">
                  <a16:creationId xmlns:a16="http://schemas.microsoft.com/office/drawing/2014/main" id="{09080CF1-5EBA-484A-ACFC-B72E5E2E63D2}"/>
                </a:ext>
              </a:extLst>
            </p:cNvPr>
            <p:cNvSpPr/>
            <p:nvPr/>
          </p:nvSpPr>
          <p:spPr>
            <a:xfrm>
              <a:off x="16698200" y="5076685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2D059026-06A1-44B0-A09C-6BB1065B23ED}"/>
                </a:ext>
              </a:extLst>
            </p:cNvPr>
            <p:cNvSpPr/>
            <p:nvPr/>
          </p:nvSpPr>
          <p:spPr>
            <a:xfrm>
              <a:off x="16698200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  <p:sp>
          <p:nvSpPr>
            <p:cNvPr id="357" name="Rectangle: Rounded Corners 356">
              <a:extLst>
                <a:ext uri="{FF2B5EF4-FFF2-40B4-BE49-F238E27FC236}">
                  <a16:creationId xmlns:a16="http://schemas.microsoft.com/office/drawing/2014/main" id="{800EF51F-77EC-45A5-981B-EDE7C3D42BE6}"/>
                </a:ext>
              </a:extLst>
            </p:cNvPr>
            <p:cNvSpPr/>
            <p:nvPr/>
          </p:nvSpPr>
          <p:spPr>
            <a:xfrm>
              <a:off x="16698200" y="6775551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 Test Procedures Draft 2</a:t>
              </a:r>
            </a:p>
          </p:txBody>
        </p:sp>
        <p:sp>
          <p:nvSpPr>
            <p:cNvPr id="385" name="Rectangle: Rounded Corners 384">
              <a:extLst>
                <a:ext uri="{FF2B5EF4-FFF2-40B4-BE49-F238E27FC236}">
                  <a16:creationId xmlns:a16="http://schemas.microsoft.com/office/drawing/2014/main" id="{0DCE0B83-EDFA-4020-871A-AAFF8368142A}"/>
                </a:ext>
              </a:extLst>
            </p:cNvPr>
            <p:cNvSpPr/>
            <p:nvPr/>
          </p:nvSpPr>
          <p:spPr>
            <a:xfrm>
              <a:off x="16698200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Draft 3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3" name="Rectangle: Rounded Corners 362">
              <a:extLst>
                <a:ext uri="{FF2B5EF4-FFF2-40B4-BE49-F238E27FC236}">
                  <a16:creationId xmlns:a16="http://schemas.microsoft.com/office/drawing/2014/main" id="{5D2505BB-44CF-4081-A59C-2F023C93504D}"/>
                </a:ext>
              </a:extLst>
            </p:cNvPr>
            <p:cNvSpPr/>
            <p:nvPr/>
          </p:nvSpPr>
          <p:spPr>
            <a:xfrm>
              <a:off x="16698200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</a:t>
              </a: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  <p:sp>
          <p:nvSpPr>
            <p:cNvPr id="324" name="Rectangle: Rounded Corners 323">
              <a:extLst>
                <a:ext uri="{FF2B5EF4-FFF2-40B4-BE49-F238E27FC236}">
                  <a16:creationId xmlns:a16="http://schemas.microsoft.com/office/drawing/2014/main" id="{A77C798F-D594-47D8-8929-4F0F6A381B87}"/>
                </a:ext>
              </a:extLst>
            </p:cNvPr>
            <p:cNvSpPr/>
            <p:nvPr/>
          </p:nvSpPr>
          <p:spPr>
            <a:xfrm>
              <a:off x="16698200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Software Procurement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60262F-9B05-49B1-A051-BFCEB1B2738E}"/>
              </a:ext>
            </a:extLst>
          </p:cNvPr>
          <p:cNvGrpSpPr/>
          <p:nvPr/>
        </p:nvGrpSpPr>
        <p:grpSpPr>
          <a:xfrm>
            <a:off x="16947830" y="3548821"/>
            <a:ext cx="793811" cy="10259047"/>
            <a:chOff x="17941212" y="4227252"/>
            <a:chExt cx="793811" cy="10259047"/>
          </a:xfrm>
        </p:grpSpPr>
        <p:sp>
          <p:nvSpPr>
            <p:cNvPr id="403" name="Rectangle: Rounded Corners 402">
              <a:extLst>
                <a:ext uri="{FF2B5EF4-FFF2-40B4-BE49-F238E27FC236}">
                  <a16:creationId xmlns:a16="http://schemas.microsoft.com/office/drawing/2014/main" id="{38A17CCE-7306-4C98-9FD2-3BAF38460DF7}"/>
                </a:ext>
              </a:extLst>
            </p:cNvPr>
            <p:cNvSpPr/>
            <p:nvPr/>
          </p:nvSpPr>
          <p:spPr>
            <a:xfrm>
              <a:off x="17941212" y="139966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3 Support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2" name="Rectangle: Rounded Corners 351">
              <a:extLst>
                <a:ext uri="{FF2B5EF4-FFF2-40B4-BE49-F238E27FC236}">
                  <a16:creationId xmlns:a16="http://schemas.microsoft.com/office/drawing/2014/main" id="{916591E5-A0F2-4E6F-90E2-92D83BA05F35}"/>
                </a:ext>
              </a:extLst>
            </p:cNvPr>
            <p:cNvSpPr/>
            <p:nvPr/>
          </p:nvSpPr>
          <p:spPr>
            <a:xfrm>
              <a:off x="17943023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2</a:t>
              </a:r>
            </a:p>
          </p:txBody>
        </p:sp>
        <p:sp>
          <p:nvSpPr>
            <p:cNvPr id="358" name="Rectangle: Rounded Corners 357">
              <a:extLst>
                <a:ext uri="{FF2B5EF4-FFF2-40B4-BE49-F238E27FC236}">
                  <a16:creationId xmlns:a16="http://schemas.microsoft.com/office/drawing/2014/main" id="{52339465-E8EC-4F23-A6CA-2E76212AE819}"/>
                </a:ext>
              </a:extLst>
            </p:cNvPr>
            <p:cNvSpPr/>
            <p:nvPr/>
          </p:nvSpPr>
          <p:spPr>
            <a:xfrm>
              <a:off x="17943023" y="6775551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 Test Procedures Final</a:t>
              </a:r>
            </a:p>
          </p:txBody>
        </p:sp>
        <p:sp>
          <p:nvSpPr>
            <p:cNvPr id="387" name="Rectangle: Rounded Corners 386">
              <a:extLst>
                <a:ext uri="{FF2B5EF4-FFF2-40B4-BE49-F238E27FC236}">
                  <a16:creationId xmlns:a16="http://schemas.microsoft.com/office/drawing/2014/main" id="{0C56DDAF-7DB6-406D-AD66-AFAE71613D02}"/>
                </a:ext>
              </a:extLst>
            </p:cNvPr>
            <p:cNvSpPr/>
            <p:nvPr/>
          </p:nvSpPr>
          <p:spPr>
            <a:xfrm>
              <a:off x="17943023" y="932385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Implement-ation Plan Draft 2</a:t>
              </a:r>
            </a:p>
          </p:txBody>
        </p:sp>
        <p:sp>
          <p:nvSpPr>
            <p:cNvPr id="388" name="Rectangle: Rounded Corners 387">
              <a:extLst>
                <a:ext uri="{FF2B5EF4-FFF2-40B4-BE49-F238E27FC236}">
                  <a16:creationId xmlns:a16="http://schemas.microsoft.com/office/drawing/2014/main" id="{AC2B02AB-599A-495F-A380-74F2ED5E915F}"/>
                </a:ext>
              </a:extLst>
            </p:cNvPr>
            <p:cNvSpPr/>
            <p:nvPr/>
          </p:nvSpPr>
          <p:spPr>
            <a:xfrm>
              <a:off x="17943023" y="10173283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 Material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  <p:sp>
          <p:nvSpPr>
            <p:cNvPr id="389" name="Rectangle: Rounded Corners 388">
              <a:extLst>
                <a:ext uri="{FF2B5EF4-FFF2-40B4-BE49-F238E27FC236}">
                  <a16:creationId xmlns:a16="http://schemas.microsoft.com/office/drawing/2014/main" id="{6E9BB35F-7009-4076-B669-D9A636E60B50}"/>
                </a:ext>
              </a:extLst>
            </p:cNvPr>
            <p:cNvSpPr/>
            <p:nvPr/>
          </p:nvSpPr>
          <p:spPr>
            <a:xfrm>
              <a:off x="17943023" y="110227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 Package Draft 1</a:t>
              </a:r>
            </a:p>
          </p:txBody>
        </p:sp>
        <p:sp>
          <p:nvSpPr>
            <p:cNvPr id="386" name="Rectangle: Rounded Corners 385">
              <a:extLst>
                <a:ext uri="{FF2B5EF4-FFF2-40B4-BE49-F238E27FC236}">
                  <a16:creationId xmlns:a16="http://schemas.microsoft.com/office/drawing/2014/main" id="{5380F9CB-CEAE-46E4-8B62-8FC8F44483DD}"/>
                </a:ext>
              </a:extLst>
            </p:cNvPr>
            <p:cNvSpPr/>
            <p:nvPr/>
          </p:nvSpPr>
          <p:spPr>
            <a:xfrm>
              <a:off x="17943023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Design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Final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4" name="Rectangle: Rounded Corners 363">
              <a:extLst>
                <a:ext uri="{FF2B5EF4-FFF2-40B4-BE49-F238E27FC236}">
                  <a16:creationId xmlns:a16="http://schemas.microsoft.com/office/drawing/2014/main" id="{306688AF-AF21-4BBA-A14C-4C1BF433D86A}"/>
                </a:ext>
              </a:extLst>
            </p:cNvPr>
            <p:cNvSpPr/>
            <p:nvPr/>
          </p:nvSpPr>
          <p:spPr>
            <a:xfrm>
              <a:off x="17943023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Procurement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5" name="Rectangle: Rounded Corners 324">
              <a:extLst>
                <a:ext uri="{FF2B5EF4-FFF2-40B4-BE49-F238E27FC236}">
                  <a16:creationId xmlns:a16="http://schemas.microsoft.com/office/drawing/2014/main" id="{5EB295DC-FFBD-40E2-9FA0-9C4AC1CF5BEF}"/>
                </a:ext>
              </a:extLst>
            </p:cNvPr>
            <p:cNvSpPr/>
            <p:nvPr/>
          </p:nvSpPr>
          <p:spPr>
            <a:xfrm>
              <a:off x="17943023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013007-5EDB-4418-B4CC-872D72355DD7}"/>
              </a:ext>
            </a:extLst>
          </p:cNvPr>
          <p:cNvGrpSpPr/>
          <p:nvPr/>
        </p:nvGrpSpPr>
        <p:grpSpPr>
          <a:xfrm>
            <a:off x="19286448" y="2699388"/>
            <a:ext cx="793811" cy="10235580"/>
            <a:chOff x="20430858" y="3377819"/>
            <a:chExt cx="793811" cy="10235580"/>
          </a:xfrm>
        </p:grpSpPr>
        <p:sp>
          <p:nvSpPr>
            <p:cNvPr id="405" name="Rectangle: Rounded Corners 404">
              <a:extLst>
                <a:ext uri="{FF2B5EF4-FFF2-40B4-BE49-F238E27FC236}">
                  <a16:creationId xmlns:a16="http://schemas.microsoft.com/office/drawing/2014/main" id="{C4580843-359C-4EF1-9D6D-C7C95B62643B}"/>
                </a:ext>
              </a:extLst>
            </p:cNvPr>
            <p:cNvSpPr/>
            <p:nvPr/>
          </p:nvSpPr>
          <p:spPr>
            <a:xfrm>
              <a:off x="20430858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Final Procuremnts Closure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7" name="Rectangle: Rounded Corners 326">
              <a:extLst>
                <a:ext uri="{FF2B5EF4-FFF2-40B4-BE49-F238E27FC236}">
                  <a16:creationId xmlns:a16="http://schemas.microsoft.com/office/drawing/2014/main" id="{9AAD2177-4F3A-42F9-BC11-58270E194371}"/>
                </a:ext>
              </a:extLst>
            </p:cNvPr>
            <p:cNvSpPr/>
            <p:nvPr/>
          </p:nvSpPr>
          <p:spPr>
            <a:xfrm>
              <a:off x="20432669" y="337781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Security Test Procedures Final</a:t>
              </a:r>
            </a:p>
          </p:txBody>
        </p:sp>
        <p:sp>
          <p:nvSpPr>
            <p:cNvPr id="390" name="Rectangle: Rounded Corners 389">
              <a:extLst>
                <a:ext uri="{FF2B5EF4-FFF2-40B4-BE49-F238E27FC236}">
                  <a16:creationId xmlns:a16="http://schemas.microsoft.com/office/drawing/2014/main" id="{39173FA7-7B6C-4080-B982-893397B80731}"/>
                </a:ext>
              </a:extLst>
            </p:cNvPr>
            <p:cNvSpPr/>
            <p:nvPr/>
          </p:nvSpPr>
          <p:spPr>
            <a:xfrm>
              <a:off x="20432669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1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39743C5B-065F-41ED-8224-AD88B0669D60}"/>
                </a:ext>
              </a:extLst>
            </p:cNvPr>
            <p:cNvSpPr/>
            <p:nvPr/>
          </p:nvSpPr>
          <p:spPr>
            <a:xfrm>
              <a:off x="20432669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1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9" name="Rectangle: Rounded Corners 328">
              <a:extLst>
                <a:ext uri="{FF2B5EF4-FFF2-40B4-BE49-F238E27FC236}">
                  <a16:creationId xmlns:a16="http://schemas.microsoft.com/office/drawing/2014/main" id="{FD4250AF-41D7-4055-BD67-2A4E3F9892F6}"/>
                </a:ext>
              </a:extLst>
            </p:cNvPr>
            <p:cNvSpPr/>
            <p:nvPr/>
          </p:nvSpPr>
          <p:spPr>
            <a:xfrm>
              <a:off x="20432669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79CC13-F4FF-488F-A91A-1D57C577B402}"/>
              </a:ext>
            </a:extLst>
          </p:cNvPr>
          <p:cNvGrpSpPr/>
          <p:nvPr/>
        </p:nvGrpSpPr>
        <p:grpSpPr>
          <a:xfrm>
            <a:off x="21627830" y="3548821"/>
            <a:ext cx="793811" cy="9386147"/>
            <a:chOff x="22920504" y="4227252"/>
            <a:chExt cx="793811" cy="9386147"/>
          </a:xfrm>
        </p:grpSpPr>
        <p:sp>
          <p:nvSpPr>
            <p:cNvPr id="407" name="Rectangle: Rounded Corners 406">
              <a:extLst>
                <a:ext uri="{FF2B5EF4-FFF2-40B4-BE49-F238E27FC236}">
                  <a16:creationId xmlns:a16="http://schemas.microsoft.com/office/drawing/2014/main" id="{D65BDB1D-F3DE-4490-87FE-5D4FF44C4A62}"/>
                </a:ext>
              </a:extLst>
            </p:cNvPr>
            <p:cNvSpPr/>
            <p:nvPr/>
          </p:nvSpPr>
          <p:spPr>
            <a:xfrm>
              <a:off x="22920504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Lessons Learned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Report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1" name="Rectangle: Rounded Corners 390">
              <a:extLst>
                <a:ext uri="{FF2B5EF4-FFF2-40B4-BE49-F238E27FC236}">
                  <a16:creationId xmlns:a16="http://schemas.microsoft.com/office/drawing/2014/main" id="{1D64D9FE-9C90-458A-B054-E4AC25B8D5DF}"/>
                </a:ext>
              </a:extLst>
            </p:cNvPr>
            <p:cNvSpPr/>
            <p:nvPr/>
          </p:nvSpPr>
          <p:spPr>
            <a:xfrm>
              <a:off x="22922315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2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8" name="Rectangle: Rounded Corners 367">
              <a:extLst>
                <a:ext uri="{FF2B5EF4-FFF2-40B4-BE49-F238E27FC236}">
                  <a16:creationId xmlns:a16="http://schemas.microsoft.com/office/drawing/2014/main" id="{3E02179C-4748-49CF-B39F-65830FA52617}"/>
                </a:ext>
              </a:extLst>
            </p:cNvPr>
            <p:cNvSpPr/>
            <p:nvPr/>
          </p:nvSpPr>
          <p:spPr>
            <a:xfrm>
              <a:off x="22922315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2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1" name="Rectangle: Rounded Corners 330">
              <a:extLst>
                <a:ext uri="{FF2B5EF4-FFF2-40B4-BE49-F238E27FC236}">
                  <a16:creationId xmlns:a16="http://schemas.microsoft.com/office/drawing/2014/main" id="{DC3A2508-172E-480B-B4DE-499A39D3E2BC}"/>
                </a:ext>
              </a:extLst>
            </p:cNvPr>
            <p:cNvSpPr/>
            <p:nvPr/>
          </p:nvSpPr>
          <p:spPr>
            <a:xfrm>
              <a:off x="22922315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3</a:t>
              </a:r>
            </a:p>
          </p:txBody>
        </p:sp>
      </p:grpSp>
      <p:sp>
        <p:nvSpPr>
          <p:cNvPr id="333" name="Rectangle: Rounded Corners 332">
            <a:extLst>
              <a:ext uri="{FF2B5EF4-FFF2-40B4-BE49-F238E27FC236}">
                <a16:creationId xmlns:a16="http://schemas.microsoft.com/office/drawing/2014/main" id="{7E9B3BC1-4160-44A1-801E-260559F8368C}"/>
              </a:ext>
            </a:extLst>
          </p:cNvPr>
          <p:cNvSpPr/>
          <p:nvPr/>
        </p:nvSpPr>
        <p:spPr>
          <a:xfrm>
            <a:off x="28649293" y="3548821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Software</a:t>
            </a:r>
          </a:p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Final</a:t>
            </a:r>
          </a:p>
        </p:txBody>
      </p: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F882BD45-3A26-48C3-91BE-CEDA566C7B92}"/>
              </a:ext>
            </a:extLst>
          </p:cNvPr>
          <p:cNvCxnSpPr>
            <a:stCxn id="311" idx="3"/>
            <a:endCxn id="312" idx="1"/>
          </p:cNvCxnSpPr>
          <p:nvPr/>
        </p:nvCxnSpPr>
        <p:spPr>
          <a:xfrm flipV="1">
            <a:off x="2552324" y="6782418"/>
            <a:ext cx="375498" cy="40893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2DA7953B-5ED3-49D3-BCC0-8D548D1CC92C}"/>
              </a:ext>
            </a:extLst>
          </p:cNvPr>
          <p:cNvCxnSpPr>
            <a:cxnSpLocks/>
            <a:stCxn id="311" idx="3"/>
            <a:endCxn id="310" idx="1"/>
          </p:cNvCxnSpPr>
          <p:nvPr/>
        </p:nvCxnSpPr>
        <p:spPr>
          <a:xfrm>
            <a:off x="2552324" y="7191353"/>
            <a:ext cx="375498" cy="42995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24DD40A0-5D4C-4020-B57C-C50D588B1193}"/>
              </a:ext>
            </a:extLst>
          </p:cNvPr>
          <p:cNvCxnSpPr>
            <a:cxnSpLocks/>
            <a:stCxn id="408" idx="6"/>
            <a:endCxn id="311" idx="1"/>
          </p:cNvCxnSpPr>
          <p:nvPr/>
        </p:nvCxnSpPr>
        <p:spPr>
          <a:xfrm>
            <a:off x="1488074" y="7191353"/>
            <a:ext cx="27225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3FFD9D89-B240-4A34-85C5-E4239CF4DD35}"/>
              </a:ext>
            </a:extLst>
          </p:cNvPr>
          <p:cNvCxnSpPr>
            <a:cxnSpLocks/>
            <a:stCxn id="312" idx="3"/>
            <a:endCxn id="308" idx="1"/>
          </p:cNvCxnSpPr>
          <p:nvPr/>
        </p:nvCxnSpPr>
        <p:spPr>
          <a:xfrm>
            <a:off x="3719822" y="6782418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11AB4374-0BE4-4E2E-8A51-059BB7014E50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3719822" y="7621308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8B859D13-8743-44CF-99F1-09750210B5AE}"/>
              </a:ext>
            </a:extLst>
          </p:cNvPr>
          <p:cNvCxnSpPr>
            <a:cxnSpLocks/>
            <a:stCxn id="308" idx="3"/>
            <a:endCxn id="313" idx="1"/>
          </p:cNvCxnSpPr>
          <p:nvPr/>
        </p:nvCxnSpPr>
        <p:spPr>
          <a:xfrm>
            <a:off x="4887320" y="6782418"/>
            <a:ext cx="375498" cy="40893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19F95FDF-F03A-47EF-B309-061B937AE817}"/>
              </a:ext>
            </a:extLst>
          </p:cNvPr>
          <p:cNvCxnSpPr>
            <a:cxnSpLocks/>
            <a:stCxn id="309" idx="3"/>
            <a:endCxn id="313" idx="1"/>
          </p:cNvCxnSpPr>
          <p:nvPr/>
        </p:nvCxnSpPr>
        <p:spPr>
          <a:xfrm flipV="1">
            <a:off x="4887320" y="7191353"/>
            <a:ext cx="375498" cy="42995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1A28443-A4B7-49AD-9BB2-651FE6B42770}"/>
              </a:ext>
            </a:extLst>
          </p:cNvPr>
          <p:cNvCxnSpPr>
            <a:cxnSpLocks/>
            <a:stCxn id="313" idx="3"/>
            <a:endCxn id="314" idx="1"/>
          </p:cNvCxnSpPr>
          <p:nvPr/>
        </p:nvCxnSpPr>
        <p:spPr>
          <a:xfrm>
            <a:off x="6054818" y="7191353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F7D86528-DCE6-4587-ADA7-28E41129B350}"/>
              </a:ext>
            </a:extLst>
          </p:cNvPr>
          <p:cNvCxnSpPr>
            <a:cxnSpLocks/>
            <a:stCxn id="314" idx="3"/>
            <a:endCxn id="307" idx="1"/>
          </p:cNvCxnSpPr>
          <p:nvPr/>
        </p:nvCxnSpPr>
        <p:spPr>
          <a:xfrm>
            <a:off x="7222316" y="7191353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61CADB43-B7A8-4703-9716-FB6D869765F6}"/>
              </a:ext>
            </a:extLst>
          </p:cNvPr>
          <p:cNvCxnSpPr>
            <a:cxnSpLocks/>
            <a:stCxn id="307" idx="3"/>
            <a:endCxn id="315" idx="1"/>
          </p:cNvCxnSpPr>
          <p:nvPr/>
        </p:nvCxnSpPr>
        <p:spPr>
          <a:xfrm>
            <a:off x="8389814" y="7191353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02BAB9C9-56E0-4BA0-92B6-56AC447AAC68}"/>
              </a:ext>
            </a:extLst>
          </p:cNvPr>
          <p:cNvCxnSpPr>
            <a:cxnSpLocks/>
            <a:stCxn id="315" idx="3"/>
            <a:endCxn id="359" idx="1"/>
          </p:cNvCxnSpPr>
          <p:nvPr/>
        </p:nvCxnSpPr>
        <p:spPr>
          <a:xfrm>
            <a:off x="9557312" y="7191353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Arrow Connector 455">
            <a:extLst>
              <a:ext uri="{FF2B5EF4-FFF2-40B4-BE49-F238E27FC236}">
                <a16:creationId xmlns:a16="http://schemas.microsoft.com/office/drawing/2014/main" id="{D89C582B-5240-4A86-B6A3-28D6161EE8E9}"/>
              </a:ext>
            </a:extLst>
          </p:cNvPr>
          <p:cNvCxnSpPr>
            <a:cxnSpLocks/>
            <a:stCxn id="315" idx="3"/>
            <a:endCxn id="378" idx="1"/>
          </p:cNvCxnSpPr>
          <p:nvPr/>
        </p:nvCxnSpPr>
        <p:spPr>
          <a:xfrm>
            <a:off x="9557312" y="7191353"/>
            <a:ext cx="375498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B338AC0F-E67F-4600-A323-699293CE8ADD}"/>
              </a:ext>
            </a:extLst>
          </p:cNvPr>
          <p:cNvCxnSpPr>
            <a:cxnSpLocks/>
            <a:stCxn id="315" idx="3"/>
            <a:endCxn id="379" idx="1"/>
          </p:cNvCxnSpPr>
          <p:nvPr/>
        </p:nvCxnSpPr>
        <p:spPr>
          <a:xfrm>
            <a:off x="9557312" y="7191353"/>
            <a:ext cx="375498" cy="169886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9E03C354-BA47-4C9A-B8A1-B1C119066DBB}"/>
              </a:ext>
            </a:extLst>
          </p:cNvPr>
          <p:cNvCxnSpPr>
            <a:cxnSpLocks/>
            <a:stCxn id="315" idx="3"/>
            <a:endCxn id="380" idx="1"/>
          </p:cNvCxnSpPr>
          <p:nvPr/>
        </p:nvCxnSpPr>
        <p:spPr>
          <a:xfrm>
            <a:off x="9557312" y="7191353"/>
            <a:ext cx="375498" cy="25482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D35311B2-F855-4B65-ADEB-C7579672289B}"/>
              </a:ext>
            </a:extLst>
          </p:cNvPr>
          <p:cNvCxnSpPr>
            <a:cxnSpLocks/>
            <a:stCxn id="315" idx="3"/>
            <a:endCxn id="347" idx="1"/>
          </p:cNvCxnSpPr>
          <p:nvPr/>
        </p:nvCxnSpPr>
        <p:spPr>
          <a:xfrm flipV="1">
            <a:off x="9557312" y="5492487"/>
            <a:ext cx="375498" cy="169886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F4C697F8-7CE3-4E49-92B0-584D36C2FFF7}"/>
              </a:ext>
            </a:extLst>
          </p:cNvPr>
          <p:cNvCxnSpPr>
            <a:cxnSpLocks/>
            <a:stCxn id="315" idx="3"/>
            <a:endCxn id="316" idx="1"/>
          </p:cNvCxnSpPr>
          <p:nvPr/>
        </p:nvCxnSpPr>
        <p:spPr>
          <a:xfrm flipV="1">
            <a:off x="9557312" y="2944188"/>
            <a:ext cx="375498" cy="42471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8033A449-0D4D-473B-BD11-8999051DA8F4}"/>
              </a:ext>
            </a:extLst>
          </p:cNvPr>
          <p:cNvCxnSpPr>
            <a:cxnSpLocks/>
            <a:stCxn id="315" idx="3"/>
            <a:endCxn id="318" idx="1"/>
          </p:cNvCxnSpPr>
          <p:nvPr/>
        </p:nvCxnSpPr>
        <p:spPr>
          <a:xfrm flipV="1">
            <a:off x="9557312" y="3793621"/>
            <a:ext cx="375498" cy="339773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Arrow Connector 461">
            <a:extLst>
              <a:ext uri="{FF2B5EF4-FFF2-40B4-BE49-F238E27FC236}">
                <a16:creationId xmlns:a16="http://schemas.microsoft.com/office/drawing/2014/main" id="{82A52869-F5E7-47CD-B573-A874C2C1DF51}"/>
              </a:ext>
            </a:extLst>
          </p:cNvPr>
          <p:cNvCxnSpPr>
            <a:cxnSpLocks/>
            <a:stCxn id="316" idx="3"/>
            <a:endCxn id="317" idx="1"/>
          </p:cNvCxnSpPr>
          <p:nvPr/>
        </p:nvCxnSpPr>
        <p:spPr>
          <a:xfrm>
            <a:off x="10724810" y="2944188"/>
            <a:ext cx="378286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1B53DEB1-B7F2-4ADB-BA68-31407AE81162}"/>
              </a:ext>
            </a:extLst>
          </p:cNvPr>
          <p:cNvCxnSpPr>
            <a:cxnSpLocks/>
            <a:stCxn id="317" idx="3"/>
            <a:endCxn id="320" idx="1"/>
          </p:cNvCxnSpPr>
          <p:nvPr/>
        </p:nvCxnSpPr>
        <p:spPr>
          <a:xfrm>
            <a:off x="11895096" y="294418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Arrow Connector 463">
            <a:extLst>
              <a:ext uri="{FF2B5EF4-FFF2-40B4-BE49-F238E27FC236}">
                <a16:creationId xmlns:a16="http://schemas.microsoft.com/office/drawing/2014/main" id="{4C5106D2-87A1-4F6A-859F-4A9A496F92CD}"/>
              </a:ext>
            </a:extLst>
          </p:cNvPr>
          <p:cNvCxnSpPr>
            <a:cxnSpLocks/>
            <a:stCxn id="317" idx="3"/>
            <a:endCxn id="321" idx="1"/>
          </p:cNvCxnSpPr>
          <p:nvPr/>
        </p:nvCxnSpPr>
        <p:spPr>
          <a:xfrm>
            <a:off x="11895096" y="2944188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8417F916-918A-4EF3-A2EB-4726C7307B3D}"/>
              </a:ext>
            </a:extLst>
          </p:cNvPr>
          <p:cNvCxnSpPr>
            <a:cxnSpLocks/>
            <a:stCxn id="315" idx="3"/>
            <a:endCxn id="381" idx="1"/>
          </p:cNvCxnSpPr>
          <p:nvPr/>
        </p:nvCxnSpPr>
        <p:spPr>
          <a:xfrm>
            <a:off x="9557312" y="7191353"/>
            <a:ext cx="375498" cy="33977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Arrow Connector 491">
            <a:extLst>
              <a:ext uri="{FF2B5EF4-FFF2-40B4-BE49-F238E27FC236}">
                <a16:creationId xmlns:a16="http://schemas.microsoft.com/office/drawing/2014/main" id="{5EF6D29A-101E-4CB0-954F-83559D68E03D}"/>
              </a:ext>
            </a:extLst>
          </p:cNvPr>
          <p:cNvCxnSpPr>
            <a:cxnSpLocks/>
            <a:stCxn id="317" idx="3"/>
            <a:endCxn id="361" idx="1"/>
          </p:cNvCxnSpPr>
          <p:nvPr/>
        </p:nvCxnSpPr>
        <p:spPr>
          <a:xfrm>
            <a:off x="11895096" y="2944188"/>
            <a:ext cx="1546618" cy="42471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Arrow Connector 494">
            <a:extLst>
              <a:ext uri="{FF2B5EF4-FFF2-40B4-BE49-F238E27FC236}">
                <a16:creationId xmlns:a16="http://schemas.microsoft.com/office/drawing/2014/main" id="{89EF0CB3-B1AF-4587-B3CB-FD1A12A16C86}"/>
              </a:ext>
            </a:extLst>
          </p:cNvPr>
          <p:cNvCxnSpPr>
            <a:cxnSpLocks/>
            <a:stCxn id="320" idx="3"/>
            <a:endCxn id="326" idx="1"/>
          </p:cNvCxnSpPr>
          <p:nvPr/>
        </p:nvCxnSpPr>
        <p:spPr>
          <a:xfrm>
            <a:off x="13064405" y="2944188"/>
            <a:ext cx="5054545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4F629B36-99B7-49CC-A1F1-7BC37B24D0D9}"/>
              </a:ext>
            </a:extLst>
          </p:cNvPr>
          <p:cNvCxnSpPr>
            <a:cxnSpLocks/>
            <a:stCxn id="326" idx="3"/>
            <a:endCxn id="327" idx="1"/>
          </p:cNvCxnSpPr>
          <p:nvPr/>
        </p:nvCxnSpPr>
        <p:spPr>
          <a:xfrm>
            <a:off x="18910950" y="294418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F33129A0-B830-4134-9D6A-94DA041BBC02}"/>
              </a:ext>
            </a:extLst>
          </p:cNvPr>
          <p:cNvCxnSpPr>
            <a:cxnSpLocks/>
            <a:stCxn id="318" idx="3"/>
            <a:endCxn id="319" idx="1"/>
          </p:cNvCxnSpPr>
          <p:nvPr/>
        </p:nvCxnSpPr>
        <p:spPr>
          <a:xfrm>
            <a:off x="10724810" y="3793621"/>
            <a:ext cx="378286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9267DE5B-DC10-4D2F-9A6A-E175F5D4DEBD}"/>
              </a:ext>
            </a:extLst>
          </p:cNvPr>
          <p:cNvCxnSpPr>
            <a:cxnSpLocks/>
            <a:stCxn id="319" idx="3"/>
            <a:endCxn id="321" idx="1"/>
          </p:cNvCxnSpPr>
          <p:nvPr/>
        </p:nvCxnSpPr>
        <p:spPr>
          <a:xfrm>
            <a:off x="11895096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A99C1E00-37B9-4B27-8FE2-782A6B5E7C0E}"/>
              </a:ext>
            </a:extLst>
          </p:cNvPr>
          <p:cNvCxnSpPr>
            <a:cxnSpLocks/>
            <a:stCxn id="321" idx="3"/>
            <a:endCxn id="322" idx="1"/>
          </p:cNvCxnSpPr>
          <p:nvPr/>
        </p:nvCxnSpPr>
        <p:spPr>
          <a:xfrm>
            <a:off x="13064405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74E427F0-DE63-4597-8CE4-CF57444A9634}"/>
              </a:ext>
            </a:extLst>
          </p:cNvPr>
          <p:cNvCxnSpPr>
            <a:cxnSpLocks/>
            <a:stCxn id="319" idx="3"/>
            <a:endCxn id="348" idx="1"/>
          </p:cNvCxnSpPr>
          <p:nvPr/>
        </p:nvCxnSpPr>
        <p:spPr>
          <a:xfrm>
            <a:off x="11895096" y="3793621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Arrow Connector 516">
            <a:extLst>
              <a:ext uri="{FF2B5EF4-FFF2-40B4-BE49-F238E27FC236}">
                <a16:creationId xmlns:a16="http://schemas.microsoft.com/office/drawing/2014/main" id="{5691A49E-ACBC-4C8B-9F35-186198201E28}"/>
              </a:ext>
            </a:extLst>
          </p:cNvPr>
          <p:cNvCxnSpPr>
            <a:cxnSpLocks/>
            <a:stCxn id="321" idx="3"/>
            <a:endCxn id="349" idx="1"/>
          </p:cNvCxnSpPr>
          <p:nvPr/>
        </p:nvCxnSpPr>
        <p:spPr>
          <a:xfrm>
            <a:off x="13064405" y="3793621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Arrow Connector 519">
            <a:extLst>
              <a:ext uri="{FF2B5EF4-FFF2-40B4-BE49-F238E27FC236}">
                <a16:creationId xmlns:a16="http://schemas.microsoft.com/office/drawing/2014/main" id="{DA4354CB-715F-46F1-8B49-E992F9B3F7C7}"/>
              </a:ext>
            </a:extLst>
          </p:cNvPr>
          <p:cNvCxnSpPr>
            <a:cxnSpLocks/>
            <a:stCxn id="321" idx="3"/>
            <a:endCxn id="361" idx="1"/>
          </p:cNvCxnSpPr>
          <p:nvPr/>
        </p:nvCxnSpPr>
        <p:spPr>
          <a:xfrm>
            <a:off x="13064405" y="3793621"/>
            <a:ext cx="377309" cy="339773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01272094-5755-4812-8A9D-C506DFA7A581}"/>
              </a:ext>
            </a:extLst>
          </p:cNvPr>
          <p:cNvCxnSpPr>
            <a:cxnSpLocks/>
            <a:stCxn id="322" idx="3"/>
            <a:endCxn id="323" idx="1"/>
          </p:cNvCxnSpPr>
          <p:nvPr/>
        </p:nvCxnSpPr>
        <p:spPr>
          <a:xfrm>
            <a:off x="14233714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0AD140E8-9A0F-4425-98A2-304494C89833}"/>
              </a:ext>
            </a:extLst>
          </p:cNvPr>
          <p:cNvCxnSpPr>
            <a:cxnSpLocks/>
            <a:stCxn id="322" idx="3"/>
            <a:endCxn id="350" idx="1"/>
          </p:cNvCxnSpPr>
          <p:nvPr/>
        </p:nvCxnSpPr>
        <p:spPr>
          <a:xfrm>
            <a:off x="14233714" y="3793621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Arrow Connector 528">
            <a:extLst>
              <a:ext uri="{FF2B5EF4-FFF2-40B4-BE49-F238E27FC236}">
                <a16:creationId xmlns:a16="http://schemas.microsoft.com/office/drawing/2014/main" id="{C07F6887-9E90-4D66-985A-8601D120D1C4}"/>
              </a:ext>
            </a:extLst>
          </p:cNvPr>
          <p:cNvCxnSpPr>
            <a:cxnSpLocks/>
            <a:stCxn id="322" idx="3"/>
            <a:endCxn id="362" idx="1"/>
          </p:cNvCxnSpPr>
          <p:nvPr/>
        </p:nvCxnSpPr>
        <p:spPr>
          <a:xfrm>
            <a:off x="14233714" y="3793621"/>
            <a:ext cx="377309" cy="339773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Arrow Connector 531">
            <a:extLst>
              <a:ext uri="{FF2B5EF4-FFF2-40B4-BE49-F238E27FC236}">
                <a16:creationId xmlns:a16="http://schemas.microsoft.com/office/drawing/2014/main" id="{87B982C1-8FCE-4085-BC0D-A63ABEA1CAFA}"/>
              </a:ext>
            </a:extLst>
          </p:cNvPr>
          <p:cNvCxnSpPr>
            <a:cxnSpLocks/>
            <a:stCxn id="323" idx="3"/>
            <a:endCxn id="324" idx="1"/>
          </p:cNvCxnSpPr>
          <p:nvPr/>
        </p:nvCxnSpPr>
        <p:spPr>
          <a:xfrm>
            <a:off x="15403023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AE8F3407-453B-4A64-A5DA-42CD7AB9C7A7}"/>
              </a:ext>
            </a:extLst>
          </p:cNvPr>
          <p:cNvCxnSpPr>
            <a:cxnSpLocks/>
            <a:stCxn id="323" idx="3"/>
            <a:endCxn id="326" idx="1"/>
          </p:cNvCxnSpPr>
          <p:nvPr/>
        </p:nvCxnSpPr>
        <p:spPr>
          <a:xfrm flipV="1">
            <a:off x="15403023" y="2944188"/>
            <a:ext cx="2715927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Arrow Connector 537">
            <a:extLst>
              <a:ext uri="{FF2B5EF4-FFF2-40B4-BE49-F238E27FC236}">
                <a16:creationId xmlns:a16="http://schemas.microsoft.com/office/drawing/2014/main" id="{50892BAF-4E74-4448-A306-EE2FFCAB66F9}"/>
              </a:ext>
            </a:extLst>
          </p:cNvPr>
          <p:cNvCxnSpPr>
            <a:cxnSpLocks/>
            <a:stCxn id="323" idx="3"/>
            <a:endCxn id="351" idx="1"/>
          </p:cNvCxnSpPr>
          <p:nvPr/>
        </p:nvCxnSpPr>
        <p:spPr>
          <a:xfrm>
            <a:off x="15403023" y="3793621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Arrow Connector 540">
            <a:extLst>
              <a:ext uri="{FF2B5EF4-FFF2-40B4-BE49-F238E27FC236}">
                <a16:creationId xmlns:a16="http://schemas.microsoft.com/office/drawing/2014/main" id="{D27EC81D-28B6-4925-B102-42BD91D4BD5C}"/>
              </a:ext>
            </a:extLst>
          </p:cNvPr>
          <p:cNvCxnSpPr>
            <a:cxnSpLocks/>
            <a:stCxn id="323" idx="3"/>
            <a:endCxn id="363" idx="1"/>
          </p:cNvCxnSpPr>
          <p:nvPr/>
        </p:nvCxnSpPr>
        <p:spPr>
          <a:xfrm>
            <a:off x="15403023" y="3793621"/>
            <a:ext cx="377309" cy="339773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Arrow Connector 544">
            <a:extLst>
              <a:ext uri="{FF2B5EF4-FFF2-40B4-BE49-F238E27FC236}">
                <a16:creationId xmlns:a16="http://schemas.microsoft.com/office/drawing/2014/main" id="{A48610B8-A04C-49CE-AABF-D0EF7CE08E2A}"/>
              </a:ext>
            </a:extLst>
          </p:cNvPr>
          <p:cNvCxnSpPr>
            <a:cxnSpLocks/>
            <a:stCxn id="323" idx="3"/>
            <a:endCxn id="387" idx="1"/>
          </p:cNvCxnSpPr>
          <p:nvPr/>
        </p:nvCxnSpPr>
        <p:spPr>
          <a:xfrm>
            <a:off x="15403023" y="3793621"/>
            <a:ext cx="1546618" cy="509659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3E0121BF-5C3E-4BC6-8A63-A5A10067829D}"/>
              </a:ext>
            </a:extLst>
          </p:cNvPr>
          <p:cNvCxnSpPr>
            <a:cxnSpLocks/>
            <a:stCxn id="323" idx="3"/>
            <a:endCxn id="388" idx="1"/>
          </p:cNvCxnSpPr>
          <p:nvPr/>
        </p:nvCxnSpPr>
        <p:spPr>
          <a:xfrm>
            <a:off x="15403023" y="3793621"/>
            <a:ext cx="1546618" cy="594603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EFDB5CE4-D5CF-4C1D-B550-B9AC822C2735}"/>
              </a:ext>
            </a:extLst>
          </p:cNvPr>
          <p:cNvCxnSpPr>
            <a:cxnSpLocks/>
            <a:stCxn id="323" idx="3"/>
            <a:endCxn id="389" idx="1"/>
          </p:cNvCxnSpPr>
          <p:nvPr/>
        </p:nvCxnSpPr>
        <p:spPr>
          <a:xfrm>
            <a:off x="15403023" y="3793621"/>
            <a:ext cx="1546618" cy="67954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Arrow Connector 553">
            <a:extLst>
              <a:ext uri="{FF2B5EF4-FFF2-40B4-BE49-F238E27FC236}">
                <a16:creationId xmlns:a16="http://schemas.microsoft.com/office/drawing/2014/main" id="{DAB1EE8A-D18B-4A86-A67E-58B3F9A85816}"/>
              </a:ext>
            </a:extLst>
          </p:cNvPr>
          <p:cNvCxnSpPr>
            <a:cxnSpLocks/>
            <a:stCxn id="324" idx="3"/>
            <a:endCxn id="325" idx="1"/>
          </p:cNvCxnSpPr>
          <p:nvPr/>
        </p:nvCxnSpPr>
        <p:spPr>
          <a:xfrm>
            <a:off x="16572332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Arrow Connector 556">
            <a:extLst>
              <a:ext uri="{FF2B5EF4-FFF2-40B4-BE49-F238E27FC236}">
                <a16:creationId xmlns:a16="http://schemas.microsoft.com/office/drawing/2014/main" id="{C467BF60-0EE9-49DD-906F-5E153861BBF2}"/>
              </a:ext>
            </a:extLst>
          </p:cNvPr>
          <p:cNvCxnSpPr>
            <a:cxnSpLocks/>
            <a:stCxn id="325" idx="3"/>
            <a:endCxn id="328" idx="1"/>
          </p:cNvCxnSpPr>
          <p:nvPr/>
        </p:nvCxnSpPr>
        <p:spPr>
          <a:xfrm>
            <a:off x="17741641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FA9E0E69-2AFD-4308-9809-72B24DA0E70E}"/>
              </a:ext>
            </a:extLst>
          </p:cNvPr>
          <p:cNvCxnSpPr>
            <a:cxnSpLocks/>
            <a:stCxn id="328" idx="3"/>
            <a:endCxn id="329" idx="1"/>
          </p:cNvCxnSpPr>
          <p:nvPr/>
        </p:nvCxnSpPr>
        <p:spPr>
          <a:xfrm>
            <a:off x="18910950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C3E6B15A-DD10-45DE-A154-5A32EACA604F}"/>
              </a:ext>
            </a:extLst>
          </p:cNvPr>
          <p:cNvCxnSpPr>
            <a:cxnSpLocks/>
            <a:stCxn id="329" idx="3"/>
            <a:endCxn id="330" idx="1"/>
          </p:cNvCxnSpPr>
          <p:nvPr/>
        </p:nvCxnSpPr>
        <p:spPr>
          <a:xfrm>
            <a:off x="20080259" y="3793621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61CAAC4A-1A49-45D7-81D9-257862C841CC}"/>
              </a:ext>
            </a:extLst>
          </p:cNvPr>
          <p:cNvCxnSpPr>
            <a:cxnSpLocks/>
            <a:stCxn id="330" idx="3"/>
            <a:endCxn id="331" idx="1"/>
          </p:cNvCxnSpPr>
          <p:nvPr/>
        </p:nvCxnSpPr>
        <p:spPr>
          <a:xfrm>
            <a:off x="21252332" y="3793621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Arrow Connector 568">
            <a:extLst>
              <a:ext uri="{FF2B5EF4-FFF2-40B4-BE49-F238E27FC236}">
                <a16:creationId xmlns:a16="http://schemas.microsoft.com/office/drawing/2014/main" id="{C3628EE3-1F05-4ABB-A61A-340A87F0D113}"/>
              </a:ext>
            </a:extLst>
          </p:cNvPr>
          <p:cNvCxnSpPr>
            <a:cxnSpLocks/>
            <a:stCxn id="331" idx="3"/>
            <a:endCxn id="332" idx="1"/>
          </p:cNvCxnSpPr>
          <p:nvPr/>
        </p:nvCxnSpPr>
        <p:spPr>
          <a:xfrm>
            <a:off x="22421641" y="3793621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Arrow Connector 571">
            <a:extLst>
              <a:ext uri="{FF2B5EF4-FFF2-40B4-BE49-F238E27FC236}">
                <a16:creationId xmlns:a16="http://schemas.microsoft.com/office/drawing/2014/main" id="{92B0A895-3096-45FC-8345-E22EE6C07219}"/>
              </a:ext>
            </a:extLst>
          </p:cNvPr>
          <p:cNvCxnSpPr>
            <a:cxnSpLocks/>
            <a:stCxn id="332" idx="3"/>
            <a:endCxn id="409" idx="1"/>
          </p:cNvCxnSpPr>
          <p:nvPr/>
        </p:nvCxnSpPr>
        <p:spPr>
          <a:xfrm>
            <a:off x="23593714" y="3793621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BABF1405-B9FA-4384-9BC9-9CEC0F99F503}"/>
              </a:ext>
            </a:extLst>
          </p:cNvPr>
          <p:cNvCxnSpPr>
            <a:cxnSpLocks/>
            <a:stCxn id="409" idx="3"/>
            <a:endCxn id="410" idx="1"/>
          </p:cNvCxnSpPr>
          <p:nvPr/>
        </p:nvCxnSpPr>
        <p:spPr>
          <a:xfrm>
            <a:off x="24761212" y="3793621"/>
            <a:ext cx="381012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Arrow Connector 577">
            <a:extLst>
              <a:ext uri="{FF2B5EF4-FFF2-40B4-BE49-F238E27FC236}">
                <a16:creationId xmlns:a16="http://schemas.microsoft.com/office/drawing/2014/main" id="{A0F6087A-D6A2-4143-895A-9B00359853FD}"/>
              </a:ext>
            </a:extLst>
          </p:cNvPr>
          <p:cNvCxnSpPr>
            <a:cxnSpLocks/>
            <a:stCxn id="410" idx="3"/>
            <a:endCxn id="432" idx="1"/>
          </p:cNvCxnSpPr>
          <p:nvPr/>
        </p:nvCxnSpPr>
        <p:spPr>
          <a:xfrm>
            <a:off x="25934224" y="3793621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1562B36E-3FCD-4AA1-8117-8740E1AEB892}"/>
              </a:ext>
            </a:extLst>
          </p:cNvPr>
          <p:cNvCxnSpPr>
            <a:cxnSpLocks/>
            <a:stCxn id="333" idx="3"/>
            <a:endCxn id="334" idx="1"/>
          </p:cNvCxnSpPr>
          <p:nvPr/>
        </p:nvCxnSpPr>
        <p:spPr>
          <a:xfrm>
            <a:off x="29441293" y="3793621"/>
            <a:ext cx="375498" cy="169886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Arrow Connector 583">
            <a:extLst>
              <a:ext uri="{FF2B5EF4-FFF2-40B4-BE49-F238E27FC236}">
                <a16:creationId xmlns:a16="http://schemas.microsoft.com/office/drawing/2014/main" id="{C7DE56EB-B004-49D9-B818-1F6E741B27EE}"/>
              </a:ext>
            </a:extLst>
          </p:cNvPr>
          <p:cNvCxnSpPr>
            <a:cxnSpLocks/>
            <a:stCxn id="333" idx="3"/>
            <a:endCxn id="370" idx="1"/>
          </p:cNvCxnSpPr>
          <p:nvPr/>
        </p:nvCxnSpPr>
        <p:spPr>
          <a:xfrm>
            <a:off x="29441293" y="3793621"/>
            <a:ext cx="375498" cy="42471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8E889F88-E8AC-4962-A975-FA1C94B738C5}"/>
              </a:ext>
            </a:extLst>
          </p:cNvPr>
          <p:cNvCxnSpPr>
            <a:cxnSpLocks/>
            <a:stCxn id="333" idx="3"/>
            <a:endCxn id="375" idx="1"/>
          </p:cNvCxnSpPr>
          <p:nvPr/>
        </p:nvCxnSpPr>
        <p:spPr>
          <a:xfrm>
            <a:off x="29441293" y="3793621"/>
            <a:ext cx="375498" cy="509659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F20B0DCA-864E-4CF4-9F23-792AEEAE28E3}"/>
              </a:ext>
            </a:extLst>
          </p:cNvPr>
          <p:cNvCxnSpPr>
            <a:cxnSpLocks/>
            <a:stCxn id="333" idx="3"/>
            <a:endCxn id="376" idx="1"/>
          </p:cNvCxnSpPr>
          <p:nvPr/>
        </p:nvCxnSpPr>
        <p:spPr>
          <a:xfrm>
            <a:off x="29441293" y="3793621"/>
            <a:ext cx="375498" cy="594603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Arrow Connector 592">
            <a:extLst>
              <a:ext uri="{FF2B5EF4-FFF2-40B4-BE49-F238E27FC236}">
                <a16:creationId xmlns:a16="http://schemas.microsoft.com/office/drawing/2014/main" id="{E20995ED-6978-4D45-99E2-9984F7A21031}"/>
              </a:ext>
            </a:extLst>
          </p:cNvPr>
          <p:cNvCxnSpPr>
            <a:cxnSpLocks/>
            <a:stCxn id="333" idx="3"/>
            <a:endCxn id="377" idx="1"/>
          </p:cNvCxnSpPr>
          <p:nvPr/>
        </p:nvCxnSpPr>
        <p:spPr>
          <a:xfrm>
            <a:off x="29441293" y="3793621"/>
            <a:ext cx="375498" cy="67954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DBA8F6A4-41CD-4657-B4BD-AD478AA0149F}"/>
              </a:ext>
            </a:extLst>
          </p:cNvPr>
          <p:cNvCxnSpPr>
            <a:cxnSpLocks/>
            <a:stCxn id="334" idx="3"/>
            <a:endCxn id="335" idx="1"/>
          </p:cNvCxnSpPr>
          <p:nvPr/>
        </p:nvCxnSpPr>
        <p:spPr>
          <a:xfrm>
            <a:off x="30608791" y="5492487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695258DF-B0D7-4BC7-BF5A-38C90847B085}"/>
              </a:ext>
            </a:extLst>
          </p:cNvPr>
          <p:cNvCxnSpPr>
            <a:cxnSpLocks/>
            <a:stCxn id="335" idx="3"/>
            <a:endCxn id="336" idx="1"/>
          </p:cNvCxnSpPr>
          <p:nvPr/>
        </p:nvCxnSpPr>
        <p:spPr>
          <a:xfrm>
            <a:off x="31776289" y="5492487"/>
            <a:ext cx="38662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Arrow Connector 601">
            <a:extLst>
              <a:ext uri="{FF2B5EF4-FFF2-40B4-BE49-F238E27FC236}">
                <a16:creationId xmlns:a16="http://schemas.microsoft.com/office/drawing/2014/main" id="{B474663D-B402-4AE9-BC30-F82F938313BD}"/>
              </a:ext>
            </a:extLst>
          </p:cNvPr>
          <p:cNvCxnSpPr>
            <a:cxnSpLocks/>
            <a:stCxn id="336" idx="3"/>
            <a:endCxn id="337" idx="1"/>
          </p:cNvCxnSpPr>
          <p:nvPr/>
        </p:nvCxnSpPr>
        <p:spPr>
          <a:xfrm>
            <a:off x="32954909" y="5492487"/>
            <a:ext cx="37747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604">
            <a:extLst>
              <a:ext uri="{FF2B5EF4-FFF2-40B4-BE49-F238E27FC236}">
                <a16:creationId xmlns:a16="http://schemas.microsoft.com/office/drawing/2014/main" id="{76DAFDEB-A785-4BD0-8049-26112E4FB1D3}"/>
              </a:ext>
            </a:extLst>
          </p:cNvPr>
          <p:cNvCxnSpPr>
            <a:cxnSpLocks/>
            <a:stCxn id="337" idx="3"/>
            <a:endCxn id="338" idx="1"/>
          </p:cNvCxnSpPr>
          <p:nvPr/>
        </p:nvCxnSpPr>
        <p:spPr>
          <a:xfrm>
            <a:off x="34124379" y="5492487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Arrow Connector 607">
            <a:extLst>
              <a:ext uri="{FF2B5EF4-FFF2-40B4-BE49-F238E27FC236}">
                <a16:creationId xmlns:a16="http://schemas.microsoft.com/office/drawing/2014/main" id="{C73CD7DF-D740-452E-AEF2-2E337E1BDDB4}"/>
              </a:ext>
            </a:extLst>
          </p:cNvPr>
          <p:cNvCxnSpPr>
            <a:cxnSpLocks/>
            <a:stCxn id="338" idx="3"/>
            <a:endCxn id="339" idx="1"/>
          </p:cNvCxnSpPr>
          <p:nvPr/>
        </p:nvCxnSpPr>
        <p:spPr>
          <a:xfrm>
            <a:off x="35291877" y="5492487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Arrow Connector 610">
            <a:extLst>
              <a:ext uri="{FF2B5EF4-FFF2-40B4-BE49-F238E27FC236}">
                <a16:creationId xmlns:a16="http://schemas.microsoft.com/office/drawing/2014/main" id="{900127E9-CA64-44CC-AB45-0AF5E5759BA6}"/>
              </a:ext>
            </a:extLst>
          </p:cNvPr>
          <p:cNvCxnSpPr>
            <a:cxnSpLocks/>
            <a:stCxn id="339" idx="3"/>
            <a:endCxn id="340" idx="1"/>
          </p:cNvCxnSpPr>
          <p:nvPr/>
        </p:nvCxnSpPr>
        <p:spPr>
          <a:xfrm>
            <a:off x="36459375" y="5492487"/>
            <a:ext cx="384017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Arrow Connector 613">
            <a:extLst>
              <a:ext uri="{FF2B5EF4-FFF2-40B4-BE49-F238E27FC236}">
                <a16:creationId xmlns:a16="http://schemas.microsoft.com/office/drawing/2014/main" id="{631CD0E0-EE24-454C-BEE4-7DDD525824F7}"/>
              </a:ext>
            </a:extLst>
          </p:cNvPr>
          <p:cNvCxnSpPr>
            <a:cxnSpLocks/>
            <a:stCxn id="340" idx="3"/>
            <a:endCxn id="341" idx="1"/>
          </p:cNvCxnSpPr>
          <p:nvPr/>
        </p:nvCxnSpPr>
        <p:spPr>
          <a:xfrm>
            <a:off x="37635392" y="5492487"/>
            <a:ext cx="379442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Arrow Connector 616">
            <a:extLst>
              <a:ext uri="{FF2B5EF4-FFF2-40B4-BE49-F238E27FC236}">
                <a16:creationId xmlns:a16="http://schemas.microsoft.com/office/drawing/2014/main" id="{CA2396EC-797B-4569-85CB-BACF0DEB4437}"/>
              </a:ext>
            </a:extLst>
          </p:cNvPr>
          <p:cNvCxnSpPr>
            <a:cxnSpLocks/>
            <a:stCxn id="341" idx="3"/>
            <a:endCxn id="342" idx="1"/>
          </p:cNvCxnSpPr>
          <p:nvPr/>
        </p:nvCxnSpPr>
        <p:spPr>
          <a:xfrm>
            <a:off x="38806834" y="5492487"/>
            <a:ext cx="375498" cy="25482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Arrow Connector 619">
            <a:extLst>
              <a:ext uri="{FF2B5EF4-FFF2-40B4-BE49-F238E27FC236}">
                <a16:creationId xmlns:a16="http://schemas.microsoft.com/office/drawing/2014/main" id="{C6414434-5F11-4E41-A71A-695877557528}"/>
              </a:ext>
            </a:extLst>
          </p:cNvPr>
          <p:cNvCxnSpPr>
            <a:cxnSpLocks/>
            <a:stCxn id="341" idx="3"/>
            <a:endCxn id="343" idx="1"/>
          </p:cNvCxnSpPr>
          <p:nvPr/>
        </p:nvCxnSpPr>
        <p:spPr>
          <a:xfrm>
            <a:off x="38806834" y="5492487"/>
            <a:ext cx="375498" cy="339773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45B8E44E-AB85-460B-8008-264E7A151149}"/>
              </a:ext>
            </a:extLst>
          </p:cNvPr>
          <p:cNvCxnSpPr>
            <a:cxnSpLocks/>
            <a:stCxn id="341" idx="3"/>
            <a:endCxn id="344" idx="1"/>
          </p:cNvCxnSpPr>
          <p:nvPr/>
        </p:nvCxnSpPr>
        <p:spPr>
          <a:xfrm>
            <a:off x="38806834" y="5492487"/>
            <a:ext cx="375498" cy="42471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E15325F6-DBC3-4037-890F-FA41BCD400CF}"/>
              </a:ext>
            </a:extLst>
          </p:cNvPr>
          <p:cNvCxnSpPr>
            <a:cxnSpLocks/>
            <a:stCxn id="341" idx="3"/>
            <a:endCxn id="346" idx="1"/>
          </p:cNvCxnSpPr>
          <p:nvPr/>
        </p:nvCxnSpPr>
        <p:spPr>
          <a:xfrm>
            <a:off x="38806834" y="5492487"/>
            <a:ext cx="375498" cy="50965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Arrow Connector 628">
            <a:extLst>
              <a:ext uri="{FF2B5EF4-FFF2-40B4-BE49-F238E27FC236}">
                <a16:creationId xmlns:a16="http://schemas.microsoft.com/office/drawing/2014/main" id="{E8EEC3D1-C0A1-4213-A0CC-D915ACA19D39}"/>
              </a:ext>
            </a:extLst>
          </p:cNvPr>
          <p:cNvCxnSpPr>
            <a:cxnSpLocks/>
            <a:stCxn id="420" idx="3"/>
            <a:endCxn id="342" idx="1"/>
          </p:cNvCxnSpPr>
          <p:nvPr/>
        </p:nvCxnSpPr>
        <p:spPr>
          <a:xfrm>
            <a:off x="38802890" y="8034165"/>
            <a:ext cx="379442" cy="662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ED1FF17B-5D3E-414F-B534-533125AAD491}"/>
              </a:ext>
            </a:extLst>
          </p:cNvPr>
          <p:cNvCxnSpPr>
            <a:cxnSpLocks/>
            <a:stCxn id="342" idx="3"/>
            <a:endCxn id="345" idx="1"/>
          </p:cNvCxnSpPr>
          <p:nvPr/>
        </p:nvCxnSpPr>
        <p:spPr>
          <a:xfrm>
            <a:off x="39974332" y="8040786"/>
            <a:ext cx="375505" cy="128404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Arrow Connector 634">
            <a:extLst>
              <a:ext uri="{FF2B5EF4-FFF2-40B4-BE49-F238E27FC236}">
                <a16:creationId xmlns:a16="http://schemas.microsoft.com/office/drawing/2014/main" id="{000A8FA6-1464-4112-9CBD-535105E3A85C}"/>
              </a:ext>
            </a:extLst>
          </p:cNvPr>
          <p:cNvCxnSpPr>
            <a:cxnSpLocks/>
            <a:stCxn id="343" idx="3"/>
            <a:endCxn id="345" idx="1"/>
          </p:cNvCxnSpPr>
          <p:nvPr/>
        </p:nvCxnSpPr>
        <p:spPr>
          <a:xfrm>
            <a:off x="39974332" y="8890219"/>
            <a:ext cx="375505" cy="43460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Arrow Connector 637">
            <a:extLst>
              <a:ext uri="{FF2B5EF4-FFF2-40B4-BE49-F238E27FC236}">
                <a16:creationId xmlns:a16="http://schemas.microsoft.com/office/drawing/2014/main" id="{540F8C35-CB36-4D7F-BF83-846CD25980EA}"/>
              </a:ext>
            </a:extLst>
          </p:cNvPr>
          <p:cNvCxnSpPr>
            <a:cxnSpLocks/>
            <a:stCxn id="344" idx="3"/>
            <a:endCxn id="345" idx="1"/>
          </p:cNvCxnSpPr>
          <p:nvPr/>
        </p:nvCxnSpPr>
        <p:spPr>
          <a:xfrm flipV="1">
            <a:off x="39974332" y="9324828"/>
            <a:ext cx="375505" cy="414824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Arrow Connector 640">
            <a:extLst>
              <a:ext uri="{FF2B5EF4-FFF2-40B4-BE49-F238E27FC236}">
                <a16:creationId xmlns:a16="http://schemas.microsoft.com/office/drawing/2014/main" id="{D7B5BCA2-14FA-4AED-90A3-20BF527EF58A}"/>
              </a:ext>
            </a:extLst>
          </p:cNvPr>
          <p:cNvCxnSpPr>
            <a:cxnSpLocks/>
            <a:stCxn id="346" idx="3"/>
            <a:endCxn id="345" idx="1"/>
          </p:cNvCxnSpPr>
          <p:nvPr/>
        </p:nvCxnSpPr>
        <p:spPr>
          <a:xfrm flipV="1">
            <a:off x="39974332" y="9324828"/>
            <a:ext cx="375505" cy="126425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Arrow Connector 643">
            <a:extLst>
              <a:ext uri="{FF2B5EF4-FFF2-40B4-BE49-F238E27FC236}">
                <a16:creationId xmlns:a16="http://schemas.microsoft.com/office/drawing/2014/main" id="{75381AD6-3336-472A-AE7A-18B34C3F779F}"/>
              </a:ext>
            </a:extLst>
          </p:cNvPr>
          <p:cNvCxnSpPr>
            <a:cxnSpLocks/>
            <a:stCxn id="372" idx="3"/>
            <a:endCxn id="343" idx="1"/>
          </p:cNvCxnSpPr>
          <p:nvPr/>
        </p:nvCxnSpPr>
        <p:spPr>
          <a:xfrm>
            <a:off x="37631448" y="8884371"/>
            <a:ext cx="1550884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Arrow Connector 646">
            <a:extLst>
              <a:ext uri="{FF2B5EF4-FFF2-40B4-BE49-F238E27FC236}">
                <a16:creationId xmlns:a16="http://schemas.microsoft.com/office/drawing/2014/main" id="{8C841179-3986-452F-A14B-717FA2F05BB1}"/>
              </a:ext>
            </a:extLst>
          </p:cNvPr>
          <p:cNvCxnSpPr>
            <a:cxnSpLocks/>
            <a:stCxn id="373" idx="3"/>
            <a:endCxn id="344" idx="1"/>
          </p:cNvCxnSpPr>
          <p:nvPr/>
        </p:nvCxnSpPr>
        <p:spPr>
          <a:xfrm>
            <a:off x="37631448" y="9733804"/>
            <a:ext cx="1550884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Arrow Connector 649">
            <a:extLst>
              <a:ext uri="{FF2B5EF4-FFF2-40B4-BE49-F238E27FC236}">
                <a16:creationId xmlns:a16="http://schemas.microsoft.com/office/drawing/2014/main" id="{AA85CB22-5DA8-4302-AED1-62AE9DE3B4D8}"/>
              </a:ext>
            </a:extLst>
          </p:cNvPr>
          <p:cNvCxnSpPr>
            <a:cxnSpLocks/>
            <a:stCxn id="374" idx="3"/>
            <a:endCxn id="346" idx="1"/>
          </p:cNvCxnSpPr>
          <p:nvPr/>
        </p:nvCxnSpPr>
        <p:spPr>
          <a:xfrm>
            <a:off x="37631448" y="10583238"/>
            <a:ext cx="1550884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12D13FE6-0955-4A21-89C6-CB9E6BE10838}"/>
              </a:ext>
            </a:extLst>
          </p:cNvPr>
          <p:cNvCxnSpPr>
            <a:cxnSpLocks/>
            <a:stCxn id="370" idx="3"/>
            <a:endCxn id="419" idx="1"/>
          </p:cNvCxnSpPr>
          <p:nvPr/>
        </p:nvCxnSpPr>
        <p:spPr>
          <a:xfrm flipV="1">
            <a:off x="30608791" y="8040013"/>
            <a:ext cx="380073" cy="77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Arrow Connector 655">
            <a:extLst>
              <a:ext uri="{FF2B5EF4-FFF2-40B4-BE49-F238E27FC236}">
                <a16:creationId xmlns:a16="http://schemas.microsoft.com/office/drawing/2014/main" id="{6751246B-49AD-4E52-BBAB-CAE6164C758C}"/>
              </a:ext>
            </a:extLst>
          </p:cNvPr>
          <p:cNvCxnSpPr>
            <a:cxnSpLocks/>
            <a:stCxn id="375" idx="3"/>
            <a:endCxn id="372" idx="1"/>
          </p:cNvCxnSpPr>
          <p:nvPr/>
        </p:nvCxnSpPr>
        <p:spPr>
          <a:xfrm flipV="1">
            <a:off x="30608791" y="8884371"/>
            <a:ext cx="6230657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Arrow Connector 658">
            <a:extLst>
              <a:ext uri="{FF2B5EF4-FFF2-40B4-BE49-F238E27FC236}">
                <a16:creationId xmlns:a16="http://schemas.microsoft.com/office/drawing/2014/main" id="{09CF1555-91FB-47C6-931F-3F95D66221D7}"/>
              </a:ext>
            </a:extLst>
          </p:cNvPr>
          <p:cNvCxnSpPr>
            <a:cxnSpLocks/>
            <a:stCxn id="376" idx="3"/>
            <a:endCxn id="373" idx="1"/>
          </p:cNvCxnSpPr>
          <p:nvPr/>
        </p:nvCxnSpPr>
        <p:spPr>
          <a:xfrm flipV="1">
            <a:off x="30608791" y="9733804"/>
            <a:ext cx="6230657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27A2EA5D-8E8C-48DD-863A-0007E82491C4}"/>
              </a:ext>
            </a:extLst>
          </p:cNvPr>
          <p:cNvCxnSpPr>
            <a:cxnSpLocks/>
            <a:stCxn id="377" idx="3"/>
            <a:endCxn id="374" idx="1"/>
          </p:cNvCxnSpPr>
          <p:nvPr/>
        </p:nvCxnSpPr>
        <p:spPr>
          <a:xfrm flipV="1">
            <a:off x="30608791" y="10583238"/>
            <a:ext cx="6230657" cy="5848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Arrow Connector 664">
            <a:extLst>
              <a:ext uri="{FF2B5EF4-FFF2-40B4-BE49-F238E27FC236}">
                <a16:creationId xmlns:a16="http://schemas.microsoft.com/office/drawing/2014/main" id="{E9745969-69CA-4653-9FFF-64B836C0DBAE}"/>
              </a:ext>
            </a:extLst>
          </p:cNvPr>
          <p:cNvCxnSpPr>
            <a:cxnSpLocks/>
            <a:stCxn id="338" idx="3"/>
            <a:endCxn id="371" idx="1"/>
          </p:cNvCxnSpPr>
          <p:nvPr/>
        </p:nvCxnSpPr>
        <p:spPr>
          <a:xfrm>
            <a:off x="35291877" y="5492487"/>
            <a:ext cx="1547571" cy="254245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B23DE849-C6AD-4CE0-AD4E-064FEC657CDE}"/>
              </a:ext>
            </a:extLst>
          </p:cNvPr>
          <p:cNvCxnSpPr>
            <a:cxnSpLocks/>
            <a:stCxn id="338" idx="3"/>
            <a:endCxn id="372" idx="1"/>
          </p:cNvCxnSpPr>
          <p:nvPr/>
        </p:nvCxnSpPr>
        <p:spPr>
          <a:xfrm>
            <a:off x="35291877" y="5492487"/>
            <a:ext cx="1547571" cy="3391884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A1C0F4EC-1C48-4EF1-9164-846B1892338F}"/>
              </a:ext>
            </a:extLst>
          </p:cNvPr>
          <p:cNvCxnSpPr>
            <a:cxnSpLocks/>
            <a:stCxn id="338" idx="3"/>
            <a:endCxn id="373" idx="1"/>
          </p:cNvCxnSpPr>
          <p:nvPr/>
        </p:nvCxnSpPr>
        <p:spPr>
          <a:xfrm>
            <a:off x="35291877" y="5492487"/>
            <a:ext cx="1547571" cy="4241317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2A15B35A-8F10-4455-BCC8-8F7DC5CF37F2}"/>
              </a:ext>
            </a:extLst>
          </p:cNvPr>
          <p:cNvCxnSpPr>
            <a:cxnSpLocks/>
            <a:stCxn id="338" idx="3"/>
            <a:endCxn id="374" idx="1"/>
          </p:cNvCxnSpPr>
          <p:nvPr/>
        </p:nvCxnSpPr>
        <p:spPr>
          <a:xfrm>
            <a:off x="35291877" y="5492487"/>
            <a:ext cx="1547571" cy="509075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032115B6-71DE-4D4C-983D-4D5AB9C4F893}"/>
              </a:ext>
            </a:extLst>
          </p:cNvPr>
          <p:cNvCxnSpPr>
            <a:cxnSpLocks/>
            <a:stCxn id="347" idx="3"/>
            <a:endCxn id="348" idx="1"/>
          </p:cNvCxnSpPr>
          <p:nvPr/>
        </p:nvCxnSpPr>
        <p:spPr>
          <a:xfrm flipV="1">
            <a:off x="10724810" y="4643054"/>
            <a:ext cx="1547595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Arrow Connector 679">
            <a:extLst>
              <a:ext uri="{FF2B5EF4-FFF2-40B4-BE49-F238E27FC236}">
                <a16:creationId xmlns:a16="http://schemas.microsoft.com/office/drawing/2014/main" id="{F0D83E02-C466-4E91-B8DC-A3AAA20D06DB}"/>
              </a:ext>
            </a:extLst>
          </p:cNvPr>
          <p:cNvCxnSpPr>
            <a:cxnSpLocks/>
            <a:stCxn id="347" idx="3"/>
            <a:endCxn id="353" idx="1"/>
          </p:cNvCxnSpPr>
          <p:nvPr/>
        </p:nvCxnSpPr>
        <p:spPr>
          <a:xfrm>
            <a:off x="10724810" y="5492487"/>
            <a:ext cx="5055522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Arrow Connector 682">
            <a:extLst>
              <a:ext uri="{FF2B5EF4-FFF2-40B4-BE49-F238E27FC236}">
                <a16:creationId xmlns:a16="http://schemas.microsoft.com/office/drawing/2014/main" id="{EC692E67-A953-4766-9763-1B8416AD2E00}"/>
              </a:ext>
            </a:extLst>
          </p:cNvPr>
          <p:cNvCxnSpPr>
            <a:cxnSpLocks/>
            <a:stCxn id="347" idx="3"/>
            <a:endCxn id="355" idx="1"/>
          </p:cNvCxnSpPr>
          <p:nvPr/>
        </p:nvCxnSpPr>
        <p:spPr>
          <a:xfrm>
            <a:off x="10724810" y="5492487"/>
            <a:ext cx="1547595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Arrow Connector 685">
            <a:extLst>
              <a:ext uri="{FF2B5EF4-FFF2-40B4-BE49-F238E27FC236}">
                <a16:creationId xmlns:a16="http://schemas.microsoft.com/office/drawing/2014/main" id="{E51DFEB4-F1CA-4CF7-87BA-8664286C3509}"/>
              </a:ext>
            </a:extLst>
          </p:cNvPr>
          <p:cNvCxnSpPr>
            <a:cxnSpLocks/>
            <a:stCxn id="348" idx="3"/>
            <a:endCxn id="349" idx="1"/>
          </p:cNvCxnSpPr>
          <p:nvPr/>
        </p:nvCxnSpPr>
        <p:spPr>
          <a:xfrm>
            <a:off x="13064405" y="4643054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Arrow Connector 688">
            <a:extLst>
              <a:ext uri="{FF2B5EF4-FFF2-40B4-BE49-F238E27FC236}">
                <a16:creationId xmlns:a16="http://schemas.microsoft.com/office/drawing/2014/main" id="{8E318EC8-807B-4821-A697-C14C91C30CDA}"/>
              </a:ext>
            </a:extLst>
          </p:cNvPr>
          <p:cNvCxnSpPr>
            <a:cxnSpLocks/>
            <a:stCxn id="349" idx="3"/>
            <a:endCxn id="350" idx="1"/>
          </p:cNvCxnSpPr>
          <p:nvPr/>
        </p:nvCxnSpPr>
        <p:spPr>
          <a:xfrm>
            <a:off x="14233714" y="4643054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CEF5740E-80BA-4D67-9259-663488087639}"/>
              </a:ext>
            </a:extLst>
          </p:cNvPr>
          <p:cNvCxnSpPr>
            <a:cxnSpLocks/>
            <a:stCxn id="349" idx="3"/>
            <a:endCxn id="353" idx="1"/>
          </p:cNvCxnSpPr>
          <p:nvPr/>
        </p:nvCxnSpPr>
        <p:spPr>
          <a:xfrm>
            <a:off x="14233714" y="4643054"/>
            <a:ext cx="1546618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Arrow Connector 694">
            <a:extLst>
              <a:ext uri="{FF2B5EF4-FFF2-40B4-BE49-F238E27FC236}">
                <a16:creationId xmlns:a16="http://schemas.microsoft.com/office/drawing/2014/main" id="{5BF6A7EB-6BE0-4375-B8C9-926753A0609E}"/>
              </a:ext>
            </a:extLst>
          </p:cNvPr>
          <p:cNvCxnSpPr>
            <a:cxnSpLocks/>
            <a:stCxn id="350" idx="3"/>
            <a:endCxn id="351" idx="1"/>
          </p:cNvCxnSpPr>
          <p:nvPr/>
        </p:nvCxnSpPr>
        <p:spPr>
          <a:xfrm>
            <a:off x="15403023" y="4643054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Arrow Connector 697">
            <a:extLst>
              <a:ext uri="{FF2B5EF4-FFF2-40B4-BE49-F238E27FC236}">
                <a16:creationId xmlns:a16="http://schemas.microsoft.com/office/drawing/2014/main" id="{7B18B312-4C53-444E-891F-1A68AB366E8E}"/>
              </a:ext>
            </a:extLst>
          </p:cNvPr>
          <p:cNvCxnSpPr>
            <a:cxnSpLocks/>
            <a:stCxn id="350" idx="3"/>
            <a:endCxn id="352" idx="1"/>
          </p:cNvCxnSpPr>
          <p:nvPr/>
        </p:nvCxnSpPr>
        <p:spPr>
          <a:xfrm>
            <a:off x="15403023" y="4643054"/>
            <a:ext cx="1546618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Arrow Connector 700">
            <a:extLst>
              <a:ext uri="{FF2B5EF4-FFF2-40B4-BE49-F238E27FC236}">
                <a16:creationId xmlns:a16="http://schemas.microsoft.com/office/drawing/2014/main" id="{BEA9BA23-68E5-4373-A95A-990E0FCB2A11}"/>
              </a:ext>
            </a:extLst>
          </p:cNvPr>
          <p:cNvCxnSpPr>
            <a:cxnSpLocks/>
            <a:stCxn id="351" idx="3"/>
            <a:endCxn id="328" idx="1"/>
          </p:cNvCxnSpPr>
          <p:nvPr/>
        </p:nvCxnSpPr>
        <p:spPr>
          <a:xfrm flipV="1">
            <a:off x="16572332" y="3793621"/>
            <a:ext cx="1546618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Arrow Connector 703">
            <a:extLst>
              <a:ext uri="{FF2B5EF4-FFF2-40B4-BE49-F238E27FC236}">
                <a16:creationId xmlns:a16="http://schemas.microsoft.com/office/drawing/2014/main" id="{CE6AC80D-7F46-46CA-8EB1-C49615CE0ECA}"/>
              </a:ext>
            </a:extLst>
          </p:cNvPr>
          <p:cNvCxnSpPr>
            <a:cxnSpLocks/>
            <a:stCxn id="351" idx="3"/>
            <a:endCxn id="354" idx="1"/>
          </p:cNvCxnSpPr>
          <p:nvPr/>
        </p:nvCxnSpPr>
        <p:spPr>
          <a:xfrm>
            <a:off x="16572332" y="4643054"/>
            <a:ext cx="1546618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Arrow Connector 706">
            <a:extLst>
              <a:ext uri="{FF2B5EF4-FFF2-40B4-BE49-F238E27FC236}">
                <a16:creationId xmlns:a16="http://schemas.microsoft.com/office/drawing/2014/main" id="{144CC939-6716-4D3B-B891-FE468C5FD0FF}"/>
              </a:ext>
            </a:extLst>
          </p:cNvPr>
          <p:cNvCxnSpPr>
            <a:cxnSpLocks/>
            <a:stCxn id="711" idx="3"/>
            <a:endCxn id="334" idx="1"/>
          </p:cNvCxnSpPr>
          <p:nvPr/>
        </p:nvCxnSpPr>
        <p:spPr>
          <a:xfrm flipV="1">
            <a:off x="25938799" y="5492487"/>
            <a:ext cx="3877992" cy="169848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Arrow Connector 712">
            <a:extLst>
              <a:ext uri="{FF2B5EF4-FFF2-40B4-BE49-F238E27FC236}">
                <a16:creationId xmlns:a16="http://schemas.microsoft.com/office/drawing/2014/main" id="{6F1AF610-E4EB-4D55-9E29-931432AC4F2B}"/>
              </a:ext>
            </a:extLst>
          </p:cNvPr>
          <p:cNvCxnSpPr>
            <a:cxnSpLocks/>
            <a:stCxn id="711" idx="3"/>
            <a:endCxn id="370" idx="1"/>
          </p:cNvCxnSpPr>
          <p:nvPr/>
        </p:nvCxnSpPr>
        <p:spPr>
          <a:xfrm>
            <a:off x="25938799" y="7190967"/>
            <a:ext cx="3877992" cy="84981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Arrow Connector 715">
            <a:extLst>
              <a:ext uri="{FF2B5EF4-FFF2-40B4-BE49-F238E27FC236}">
                <a16:creationId xmlns:a16="http://schemas.microsoft.com/office/drawing/2014/main" id="{D433FD45-27EB-4EDC-8238-81CE16899B12}"/>
              </a:ext>
            </a:extLst>
          </p:cNvPr>
          <p:cNvCxnSpPr>
            <a:cxnSpLocks/>
            <a:stCxn id="711" idx="3"/>
            <a:endCxn id="375" idx="1"/>
          </p:cNvCxnSpPr>
          <p:nvPr/>
        </p:nvCxnSpPr>
        <p:spPr>
          <a:xfrm>
            <a:off x="25938799" y="7190967"/>
            <a:ext cx="3877992" cy="1699252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Arrow Connector 718">
            <a:extLst>
              <a:ext uri="{FF2B5EF4-FFF2-40B4-BE49-F238E27FC236}">
                <a16:creationId xmlns:a16="http://schemas.microsoft.com/office/drawing/2014/main" id="{CA6CAF5D-0C24-444C-89C2-33CDE2AB491F}"/>
              </a:ext>
            </a:extLst>
          </p:cNvPr>
          <p:cNvCxnSpPr>
            <a:cxnSpLocks/>
            <a:stCxn id="711" idx="3"/>
            <a:endCxn id="376" idx="1"/>
          </p:cNvCxnSpPr>
          <p:nvPr/>
        </p:nvCxnSpPr>
        <p:spPr>
          <a:xfrm>
            <a:off x="25938799" y="7190967"/>
            <a:ext cx="3877992" cy="254868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Arrow Connector 721">
            <a:extLst>
              <a:ext uri="{FF2B5EF4-FFF2-40B4-BE49-F238E27FC236}">
                <a16:creationId xmlns:a16="http://schemas.microsoft.com/office/drawing/2014/main" id="{8615568E-DBCB-41EB-BB7C-D7516023444A}"/>
              </a:ext>
            </a:extLst>
          </p:cNvPr>
          <p:cNvCxnSpPr>
            <a:cxnSpLocks/>
            <a:stCxn id="711" idx="3"/>
            <a:endCxn id="377" idx="1"/>
          </p:cNvCxnSpPr>
          <p:nvPr/>
        </p:nvCxnSpPr>
        <p:spPr>
          <a:xfrm>
            <a:off x="25938799" y="7190967"/>
            <a:ext cx="3877992" cy="339811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Arrow Connector 724">
            <a:extLst>
              <a:ext uri="{FF2B5EF4-FFF2-40B4-BE49-F238E27FC236}">
                <a16:creationId xmlns:a16="http://schemas.microsoft.com/office/drawing/2014/main" id="{EF39A56C-D9AD-4EEC-AD1C-DBA3778D03AE}"/>
              </a:ext>
            </a:extLst>
          </p:cNvPr>
          <p:cNvCxnSpPr>
            <a:cxnSpLocks/>
            <a:stCxn id="353" idx="3"/>
            <a:endCxn id="352" idx="1"/>
          </p:cNvCxnSpPr>
          <p:nvPr/>
        </p:nvCxnSpPr>
        <p:spPr>
          <a:xfrm>
            <a:off x="16572332" y="5492487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Arrow Connector 727">
            <a:extLst>
              <a:ext uri="{FF2B5EF4-FFF2-40B4-BE49-F238E27FC236}">
                <a16:creationId xmlns:a16="http://schemas.microsoft.com/office/drawing/2014/main" id="{E91822BA-D7AA-4B4F-B1BD-27B21E296A37}"/>
              </a:ext>
            </a:extLst>
          </p:cNvPr>
          <p:cNvCxnSpPr>
            <a:cxnSpLocks/>
            <a:stCxn id="352" idx="3"/>
            <a:endCxn id="354" idx="1"/>
          </p:cNvCxnSpPr>
          <p:nvPr/>
        </p:nvCxnSpPr>
        <p:spPr>
          <a:xfrm>
            <a:off x="17741641" y="5492487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Arrow Connector 730">
            <a:extLst>
              <a:ext uri="{FF2B5EF4-FFF2-40B4-BE49-F238E27FC236}">
                <a16:creationId xmlns:a16="http://schemas.microsoft.com/office/drawing/2014/main" id="{DF96AB92-15DD-4EB9-BDF0-52B2E86A1BDA}"/>
              </a:ext>
            </a:extLst>
          </p:cNvPr>
          <p:cNvCxnSpPr>
            <a:cxnSpLocks/>
            <a:stCxn id="354" idx="3"/>
            <a:endCxn id="327" idx="1"/>
          </p:cNvCxnSpPr>
          <p:nvPr/>
        </p:nvCxnSpPr>
        <p:spPr>
          <a:xfrm flipV="1">
            <a:off x="18910950" y="2944188"/>
            <a:ext cx="377309" cy="25482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Arrow Connector 733">
            <a:extLst>
              <a:ext uri="{FF2B5EF4-FFF2-40B4-BE49-F238E27FC236}">
                <a16:creationId xmlns:a16="http://schemas.microsoft.com/office/drawing/2014/main" id="{E847B432-C4AD-4053-9116-3C7ACB6DBEEB}"/>
              </a:ext>
            </a:extLst>
          </p:cNvPr>
          <p:cNvCxnSpPr>
            <a:cxnSpLocks/>
            <a:stCxn id="354" idx="3"/>
            <a:endCxn id="334" idx="1"/>
          </p:cNvCxnSpPr>
          <p:nvPr/>
        </p:nvCxnSpPr>
        <p:spPr>
          <a:xfrm>
            <a:off x="18910950" y="5492487"/>
            <a:ext cx="10905841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Arrow Connector 736">
            <a:extLst>
              <a:ext uri="{FF2B5EF4-FFF2-40B4-BE49-F238E27FC236}">
                <a16:creationId xmlns:a16="http://schemas.microsoft.com/office/drawing/2014/main" id="{5BADD230-AD32-4FF2-84E1-E97D3BCA2C55}"/>
              </a:ext>
            </a:extLst>
          </p:cNvPr>
          <p:cNvCxnSpPr>
            <a:cxnSpLocks/>
            <a:stCxn id="355" idx="3"/>
            <a:endCxn id="356" idx="1"/>
          </p:cNvCxnSpPr>
          <p:nvPr/>
        </p:nvCxnSpPr>
        <p:spPr>
          <a:xfrm>
            <a:off x="13064405" y="6341920"/>
            <a:ext cx="154661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Arrow Connector 739">
            <a:extLst>
              <a:ext uri="{FF2B5EF4-FFF2-40B4-BE49-F238E27FC236}">
                <a16:creationId xmlns:a16="http://schemas.microsoft.com/office/drawing/2014/main" id="{908FDF62-FFB4-447A-AE30-D58B2A424EC6}"/>
              </a:ext>
            </a:extLst>
          </p:cNvPr>
          <p:cNvCxnSpPr>
            <a:cxnSpLocks/>
            <a:stCxn id="356" idx="3"/>
            <a:endCxn id="353" idx="1"/>
          </p:cNvCxnSpPr>
          <p:nvPr/>
        </p:nvCxnSpPr>
        <p:spPr>
          <a:xfrm flipV="1">
            <a:off x="15403023" y="5492487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F3C7AB67-8593-4AAB-9929-4BF0C80B1DCA}"/>
              </a:ext>
            </a:extLst>
          </p:cNvPr>
          <p:cNvCxnSpPr>
            <a:cxnSpLocks/>
            <a:stCxn id="356" idx="3"/>
            <a:endCxn id="357" idx="1"/>
          </p:cNvCxnSpPr>
          <p:nvPr/>
        </p:nvCxnSpPr>
        <p:spPr>
          <a:xfrm>
            <a:off x="15403023" y="6341920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Arrow Connector 745">
            <a:extLst>
              <a:ext uri="{FF2B5EF4-FFF2-40B4-BE49-F238E27FC236}">
                <a16:creationId xmlns:a16="http://schemas.microsoft.com/office/drawing/2014/main" id="{68023EFC-4015-4FDA-8375-8A20B5FAF03F}"/>
              </a:ext>
            </a:extLst>
          </p:cNvPr>
          <p:cNvCxnSpPr>
            <a:cxnSpLocks/>
            <a:stCxn id="357" idx="3"/>
            <a:endCxn id="358" idx="1"/>
          </p:cNvCxnSpPr>
          <p:nvPr/>
        </p:nvCxnSpPr>
        <p:spPr>
          <a:xfrm>
            <a:off x="16572332" y="6341920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Arrow Connector 748">
            <a:extLst>
              <a:ext uri="{FF2B5EF4-FFF2-40B4-BE49-F238E27FC236}">
                <a16:creationId xmlns:a16="http://schemas.microsoft.com/office/drawing/2014/main" id="{93F32674-75FF-4605-A191-5EFFC7613342}"/>
              </a:ext>
            </a:extLst>
          </p:cNvPr>
          <p:cNvCxnSpPr>
            <a:cxnSpLocks/>
            <a:stCxn id="357" idx="3"/>
            <a:endCxn id="352" idx="1"/>
          </p:cNvCxnSpPr>
          <p:nvPr/>
        </p:nvCxnSpPr>
        <p:spPr>
          <a:xfrm flipV="1">
            <a:off x="16572332" y="5492487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Arrow Connector 751">
            <a:extLst>
              <a:ext uri="{FF2B5EF4-FFF2-40B4-BE49-F238E27FC236}">
                <a16:creationId xmlns:a16="http://schemas.microsoft.com/office/drawing/2014/main" id="{927CBCD6-64EF-4D2D-A73C-5C593BA9F58A}"/>
              </a:ext>
            </a:extLst>
          </p:cNvPr>
          <p:cNvCxnSpPr>
            <a:cxnSpLocks/>
            <a:stCxn id="358" idx="3"/>
            <a:endCxn id="354" idx="1"/>
          </p:cNvCxnSpPr>
          <p:nvPr/>
        </p:nvCxnSpPr>
        <p:spPr>
          <a:xfrm flipV="1">
            <a:off x="17741641" y="5492487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Arrow Connector 754">
            <a:extLst>
              <a:ext uri="{FF2B5EF4-FFF2-40B4-BE49-F238E27FC236}">
                <a16:creationId xmlns:a16="http://schemas.microsoft.com/office/drawing/2014/main" id="{ED2F113E-ED45-4424-B3D3-89E1512772EE}"/>
              </a:ext>
            </a:extLst>
          </p:cNvPr>
          <p:cNvCxnSpPr>
            <a:cxnSpLocks/>
            <a:stCxn id="359" idx="3"/>
            <a:endCxn id="360" idx="1"/>
          </p:cNvCxnSpPr>
          <p:nvPr/>
        </p:nvCxnSpPr>
        <p:spPr>
          <a:xfrm>
            <a:off x="10724810" y="7191353"/>
            <a:ext cx="378286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Arrow Connector 757">
            <a:extLst>
              <a:ext uri="{FF2B5EF4-FFF2-40B4-BE49-F238E27FC236}">
                <a16:creationId xmlns:a16="http://schemas.microsoft.com/office/drawing/2014/main" id="{B768F4F0-134E-4A33-B019-D9AC3D19C4FF}"/>
              </a:ext>
            </a:extLst>
          </p:cNvPr>
          <p:cNvCxnSpPr>
            <a:cxnSpLocks/>
            <a:stCxn id="360" idx="3"/>
            <a:endCxn id="355" idx="1"/>
          </p:cNvCxnSpPr>
          <p:nvPr/>
        </p:nvCxnSpPr>
        <p:spPr>
          <a:xfrm flipV="1">
            <a:off x="11895096" y="6341920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Arrow Connector 760">
            <a:extLst>
              <a:ext uri="{FF2B5EF4-FFF2-40B4-BE49-F238E27FC236}">
                <a16:creationId xmlns:a16="http://schemas.microsoft.com/office/drawing/2014/main" id="{F8EADEFF-899F-450F-8B65-081A7898F964}"/>
              </a:ext>
            </a:extLst>
          </p:cNvPr>
          <p:cNvCxnSpPr>
            <a:cxnSpLocks/>
            <a:stCxn id="360" idx="3"/>
            <a:endCxn id="361" idx="1"/>
          </p:cNvCxnSpPr>
          <p:nvPr/>
        </p:nvCxnSpPr>
        <p:spPr>
          <a:xfrm>
            <a:off x="11895096" y="7191353"/>
            <a:ext cx="154661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Arrow Connector 763">
            <a:extLst>
              <a:ext uri="{FF2B5EF4-FFF2-40B4-BE49-F238E27FC236}">
                <a16:creationId xmlns:a16="http://schemas.microsoft.com/office/drawing/2014/main" id="{06D3AC7B-891B-47C0-8BE1-AA554CB0C8C0}"/>
              </a:ext>
            </a:extLst>
          </p:cNvPr>
          <p:cNvCxnSpPr>
            <a:cxnSpLocks/>
            <a:stCxn id="361" idx="3"/>
            <a:endCxn id="356" idx="1"/>
          </p:cNvCxnSpPr>
          <p:nvPr/>
        </p:nvCxnSpPr>
        <p:spPr>
          <a:xfrm flipV="1">
            <a:off x="14233714" y="6341920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Arrow Connector 766">
            <a:extLst>
              <a:ext uri="{FF2B5EF4-FFF2-40B4-BE49-F238E27FC236}">
                <a16:creationId xmlns:a16="http://schemas.microsoft.com/office/drawing/2014/main" id="{BE33F1F9-01D6-46C4-881D-766081E2CBC9}"/>
              </a:ext>
            </a:extLst>
          </p:cNvPr>
          <p:cNvCxnSpPr>
            <a:cxnSpLocks/>
            <a:stCxn id="361" idx="3"/>
            <a:endCxn id="362" idx="1"/>
          </p:cNvCxnSpPr>
          <p:nvPr/>
        </p:nvCxnSpPr>
        <p:spPr>
          <a:xfrm>
            <a:off x="14233714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Arrow Connector 769">
            <a:extLst>
              <a:ext uri="{FF2B5EF4-FFF2-40B4-BE49-F238E27FC236}">
                <a16:creationId xmlns:a16="http://schemas.microsoft.com/office/drawing/2014/main" id="{0262091C-416B-4794-8F86-982723C21C95}"/>
              </a:ext>
            </a:extLst>
          </p:cNvPr>
          <p:cNvCxnSpPr>
            <a:cxnSpLocks/>
            <a:stCxn id="361" idx="3"/>
            <a:endCxn id="384" idx="1"/>
          </p:cNvCxnSpPr>
          <p:nvPr/>
        </p:nvCxnSpPr>
        <p:spPr>
          <a:xfrm>
            <a:off x="14233714" y="7191353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Arrow Connector 772">
            <a:extLst>
              <a:ext uri="{FF2B5EF4-FFF2-40B4-BE49-F238E27FC236}">
                <a16:creationId xmlns:a16="http://schemas.microsoft.com/office/drawing/2014/main" id="{91CDC65E-550B-4C20-91FF-131C9AB93535}"/>
              </a:ext>
            </a:extLst>
          </p:cNvPr>
          <p:cNvCxnSpPr>
            <a:cxnSpLocks/>
            <a:stCxn id="362" idx="3"/>
            <a:endCxn id="357" idx="1"/>
          </p:cNvCxnSpPr>
          <p:nvPr/>
        </p:nvCxnSpPr>
        <p:spPr>
          <a:xfrm flipV="1">
            <a:off x="15403023" y="6341920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Arrow Connector 775">
            <a:extLst>
              <a:ext uri="{FF2B5EF4-FFF2-40B4-BE49-F238E27FC236}">
                <a16:creationId xmlns:a16="http://schemas.microsoft.com/office/drawing/2014/main" id="{26271800-C6C7-4953-8890-80397B2A222F}"/>
              </a:ext>
            </a:extLst>
          </p:cNvPr>
          <p:cNvCxnSpPr>
            <a:cxnSpLocks/>
            <a:stCxn id="362" idx="3"/>
            <a:endCxn id="363" idx="1"/>
          </p:cNvCxnSpPr>
          <p:nvPr/>
        </p:nvCxnSpPr>
        <p:spPr>
          <a:xfrm>
            <a:off x="15403023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Arrow Connector 778">
            <a:extLst>
              <a:ext uri="{FF2B5EF4-FFF2-40B4-BE49-F238E27FC236}">
                <a16:creationId xmlns:a16="http://schemas.microsoft.com/office/drawing/2014/main" id="{E0A023CA-FECB-4243-BFD1-A6561C1E64EB}"/>
              </a:ext>
            </a:extLst>
          </p:cNvPr>
          <p:cNvCxnSpPr>
            <a:cxnSpLocks/>
            <a:stCxn id="362" idx="3"/>
            <a:endCxn id="385" idx="1"/>
          </p:cNvCxnSpPr>
          <p:nvPr/>
        </p:nvCxnSpPr>
        <p:spPr>
          <a:xfrm>
            <a:off x="15403023" y="7191353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Arrow Connector 781">
            <a:extLst>
              <a:ext uri="{FF2B5EF4-FFF2-40B4-BE49-F238E27FC236}">
                <a16:creationId xmlns:a16="http://schemas.microsoft.com/office/drawing/2014/main" id="{2A251EDB-5359-467E-9DCD-B7F76512E0A1}"/>
              </a:ext>
            </a:extLst>
          </p:cNvPr>
          <p:cNvCxnSpPr>
            <a:cxnSpLocks/>
            <a:stCxn id="363" idx="3"/>
            <a:endCxn id="326" idx="1"/>
          </p:cNvCxnSpPr>
          <p:nvPr/>
        </p:nvCxnSpPr>
        <p:spPr>
          <a:xfrm flipV="1">
            <a:off x="16572332" y="2944188"/>
            <a:ext cx="1546618" cy="424716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Arrow Connector 785">
            <a:extLst>
              <a:ext uri="{FF2B5EF4-FFF2-40B4-BE49-F238E27FC236}">
                <a16:creationId xmlns:a16="http://schemas.microsoft.com/office/drawing/2014/main" id="{A4AE34D8-6FC3-4118-8526-D3A0E870CE14}"/>
              </a:ext>
            </a:extLst>
          </p:cNvPr>
          <p:cNvCxnSpPr>
            <a:cxnSpLocks/>
            <a:stCxn id="363" idx="3"/>
            <a:endCxn id="358" idx="1"/>
          </p:cNvCxnSpPr>
          <p:nvPr/>
        </p:nvCxnSpPr>
        <p:spPr>
          <a:xfrm flipV="1">
            <a:off x="16572332" y="6341920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Arrow Connector 788">
            <a:extLst>
              <a:ext uri="{FF2B5EF4-FFF2-40B4-BE49-F238E27FC236}">
                <a16:creationId xmlns:a16="http://schemas.microsoft.com/office/drawing/2014/main" id="{FAD0D238-3CED-4D35-8D4D-D1248A85005A}"/>
              </a:ext>
            </a:extLst>
          </p:cNvPr>
          <p:cNvCxnSpPr>
            <a:cxnSpLocks/>
            <a:stCxn id="363" idx="3"/>
            <a:endCxn id="364" idx="1"/>
          </p:cNvCxnSpPr>
          <p:nvPr/>
        </p:nvCxnSpPr>
        <p:spPr>
          <a:xfrm>
            <a:off x="16572332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Arrow Connector 791">
            <a:extLst>
              <a:ext uri="{FF2B5EF4-FFF2-40B4-BE49-F238E27FC236}">
                <a16:creationId xmlns:a16="http://schemas.microsoft.com/office/drawing/2014/main" id="{D7B99E18-1DF1-4C5B-B976-EAF6CEE26DBF}"/>
              </a:ext>
            </a:extLst>
          </p:cNvPr>
          <p:cNvCxnSpPr>
            <a:cxnSpLocks/>
            <a:stCxn id="363" idx="3"/>
            <a:endCxn id="386" idx="1"/>
          </p:cNvCxnSpPr>
          <p:nvPr/>
        </p:nvCxnSpPr>
        <p:spPr>
          <a:xfrm>
            <a:off x="16572332" y="7191353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Arrow Connector 794">
            <a:extLst>
              <a:ext uri="{FF2B5EF4-FFF2-40B4-BE49-F238E27FC236}">
                <a16:creationId xmlns:a16="http://schemas.microsoft.com/office/drawing/2014/main" id="{915DADA6-1C16-4432-8E50-D00A1F09C36B}"/>
              </a:ext>
            </a:extLst>
          </p:cNvPr>
          <p:cNvCxnSpPr>
            <a:cxnSpLocks/>
            <a:stCxn id="363" idx="3"/>
            <a:endCxn id="387" idx="1"/>
          </p:cNvCxnSpPr>
          <p:nvPr/>
        </p:nvCxnSpPr>
        <p:spPr>
          <a:xfrm>
            <a:off x="16572332" y="7191353"/>
            <a:ext cx="377309" cy="169886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Arrow Connector 797">
            <a:extLst>
              <a:ext uri="{FF2B5EF4-FFF2-40B4-BE49-F238E27FC236}">
                <a16:creationId xmlns:a16="http://schemas.microsoft.com/office/drawing/2014/main" id="{1E6D591A-7CA7-46DF-BB72-1AB014050EEF}"/>
              </a:ext>
            </a:extLst>
          </p:cNvPr>
          <p:cNvCxnSpPr>
            <a:cxnSpLocks/>
            <a:stCxn id="363" idx="3"/>
            <a:endCxn id="388" idx="1"/>
          </p:cNvCxnSpPr>
          <p:nvPr/>
        </p:nvCxnSpPr>
        <p:spPr>
          <a:xfrm>
            <a:off x="16572332" y="7191353"/>
            <a:ext cx="377309" cy="25482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Arrow Connector 800">
            <a:extLst>
              <a:ext uri="{FF2B5EF4-FFF2-40B4-BE49-F238E27FC236}">
                <a16:creationId xmlns:a16="http://schemas.microsoft.com/office/drawing/2014/main" id="{5C4125A9-669E-46B3-AC79-DDB3DFB680E3}"/>
              </a:ext>
            </a:extLst>
          </p:cNvPr>
          <p:cNvCxnSpPr>
            <a:cxnSpLocks/>
            <a:stCxn id="363" idx="3"/>
            <a:endCxn id="389" idx="1"/>
          </p:cNvCxnSpPr>
          <p:nvPr/>
        </p:nvCxnSpPr>
        <p:spPr>
          <a:xfrm>
            <a:off x="16572332" y="7191353"/>
            <a:ext cx="377309" cy="33977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Arrow Connector 803">
            <a:extLst>
              <a:ext uri="{FF2B5EF4-FFF2-40B4-BE49-F238E27FC236}">
                <a16:creationId xmlns:a16="http://schemas.microsoft.com/office/drawing/2014/main" id="{B9682F7A-AE21-4281-AD4D-9BFACBA308D2}"/>
              </a:ext>
            </a:extLst>
          </p:cNvPr>
          <p:cNvCxnSpPr>
            <a:cxnSpLocks/>
            <a:stCxn id="364" idx="3"/>
            <a:endCxn id="365" idx="1"/>
          </p:cNvCxnSpPr>
          <p:nvPr/>
        </p:nvCxnSpPr>
        <p:spPr>
          <a:xfrm>
            <a:off x="17741641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Arrow Connector 806">
            <a:extLst>
              <a:ext uri="{FF2B5EF4-FFF2-40B4-BE49-F238E27FC236}">
                <a16:creationId xmlns:a16="http://schemas.microsoft.com/office/drawing/2014/main" id="{3B68C1A4-1A1E-451D-A2B2-6A5A5046DE2C}"/>
              </a:ext>
            </a:extLst>
          </p:cNvPr>
          <p:cNvCxnSpPr>
            <a:cxnSpLocks/>
            <a:stCxn id="365" idx="3"/>
            <a:endCxn id="366" idx="1"/>
          </p:cNvCxnSpPr>
          <p:nvPr/>
        </p:nvCxnSpPr>
        <p:spPr>
          <a:xfrm>
            <a:off x="18910950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Arrow Connector 809">
            <a:extLst>
              <a:ext uri="{FF2B5EF4-FFF2-40B4-BE49-F238E27FC236}">
                <a16:creationId xmlns:a16="http://schemas.microsoft.com/office/drawing/2014/main" id="{2A72EDE3-60C9-458A-A222-FBAACDD0C058}"/>
              </a:ext>
            </a:extLst>
          </p:cNvPr>
          <p:cNvCxnSpPr>
            <a:cxnSpLocks/>
            <a:stCxn id="366" idx="3"/>
            <a:endCxn id="367" idx="1"/>
          </p:cNvCxnSpPr>
          <p:nvPr/>
        </p:nvCxnSpPr>
        <p:spPr>
          <a:xfrm>
            <a:off x="20080259" y="7191353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Arrow Connector 813">
            <a:extLst>
              <a:ext uri="{FF2B5EF4-FFF2-40B4-BE49-F238E27FC236}">
                <a16:creationId xmlns:a16="http://schemas.microsoft.com/office/drawing/2014/main" id="{65610050-B44D-4F2D-B974-71F87018C6DC}"/>
              </a:ext>
            </a:extLst>
          </p:cNvPr>
          <p:cNvCxnSpPr>
            <a:cxnSpLocks/>
            <a:stCxn id="367" idx="3"/>
            <a:endCxn id="368" idx="1"/>
          </p:cNvCxnSpPr>
          <p:nvPr/>
        </p:nvCxnSpPr>
        <p:spPr>
          <a:xfrm>
            <a:off x="21252332" y="7191353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Arrow Connector 816">
            <a:extLst>
              <a:ext uri="{FF2B5EF4-FFF2-40B4-BE49-F238E27FC236}">
                <a16:creationId xmlns:a16="http://schemas.microsoft.com/office/drawing/2014/main" id="{6B93CC34-C5CC-4E0C-A711-8F296303D1D7}"/>
              </a:ext>
            </a:extLst>
          </p:cNvPr>
          <p:cNvCxnSpPr>
            <a:cxnSpLocks/>
            <a:stCxn id="368" idx="3"/>
            <a:endCxn id="369" idx="1"/>
          </p:cNvCxnSpPr>
          <p:nvPr/>
        </p:nvCxnSpPr>
        <p:spPr>
          <a:xfrm>
            <a:off x="22421641" y="7191353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" name="Straight Arrow Connector 819">
            <a:extLst>
              <a:ext uri="{FF2B5EF4-FFF2-40B4-BE49-F238E27FC236}">
                <a16:creationId xmlns:a16="http://schemas.microsoft.com/office/drawing/2014/main" id="{95E0F63C-2E96-4565-9AF5-60394AE9BCE2}"/>
              </a:ext>
            </a:extLst>
          </p:cNvPr>
          <p:cNvCxnSpPr>
            <a:cxnSpLocks/>
            <a:stCxn id="365" idx="3"/>
            <a:endCxn id="390" idx="1"/>
          </p:cNvCxnSpPr>
          <p:nvPr/>
        </p:nvCxnSpPr>
        <p:spPr>
          <a:xfrm>
            <a:off x="18910950" y="7191353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Arrow Connector 822">
            <a:extLst>
              <a:ext uri="{FF2B5EF4-FFF2-40B4-BE49-F238E27FC236}">
                <a16:creationId xmlns:a16="http://schemas.microsoft.com/office/drawing/2014/main" id="{2D820EBB-728A-4949-B990-B8E6071A0A36}"/>
              </a:ext>
            </a:extLst>
          </p:cNvPr>
          <p:cNvCxnSpPr>
            <a:cxnSpLocks/>
            <a:stCxn id="367" idx="3"/>
            <a:endCxn id="391" idx="1"/>
          </p:cNvCxnSpPr>
          <p:nvPr/>
        </p:nvCxnSpPr>
        <p:spPr>
          <a:xfrm>
            <a:off x="21252332" y="7191353"/>
            <a:ext cx="377309" cy="84943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Straight Arrow Connector 825">
            <a:extLst>
              <a:ext uri="{FF2B5EF4-FFF2-40B4-BE49-F238E27FC236}">
                <a16:creationId xmlns:a16="http://schemas.microsoft.com/office/drawing/2014/main" id="{A9ACCE3E-0754-4091-97AB-2FC3BDD58455}"/>
              </a:ext>
            </a:extLst>
          </p:cNvPr>
          <p:cNvCxnSpPr>
            <a:cxnSpLocks/>
            <a:stCxn id="369" idx="3"/>
            <a:endCxn id="710" idx="1"/>
          </p:cNvCxnSpPr>
          <p:nvPr/>
        </p:nvCxnSpPr>
        <p:spPr>
          <a:xfrm flipV="1">
            <a:off x="23593714" y="7190967"/>
            <a:ext cx="381012" cy="38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Arrow Connector 828">
            <a:extLst>
              <a:ext uri="{FF2B5EF4-FFF2-40B4-BE49-F238E27FC236}">
                <a16:creationId xmlns:a16="http://schemas.microsoft.com/office/drawing/2014/main" id="{89A5B5BD-947A-4ACC-9535-56BED0A994C8}"/>
              </a:ext>
            </a:extLst>
          </p:cNvPr>
          <p:cNvCxnSpPr>
            <a:cxnSpLocks/>
            <a:stCxn id="710" idx="3"/>
            <a:endCxn id="711" idx="1"/>
          </p:cNvCxnSpPr>
          <p:nvPr/>
        </p:nvCxnSpPr>
        <p:spPr>
          <a:xfrm>
            <a:off x="24766726" y="7190967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Straight Arrow Connector 831">
            <a:extLst>
              <a:ext uri="{FF2B5EF4-FFF2-40B4-BE49-F238E27FC236}">
                <a16:creationId xmlns:a16="http://schemas.microsoft.com/office/drawing/2014/main" id="{DC57F1B3-0080-44D3-B45F-78DDFBA5F751}"/>
              </a:ext>
            </a:extLst>
          </p:cNvPr>
          <p:cNvCxnSpPr>
            <a:cxnSpLocks/>
            <a:stCxn id="391" idx="3"/>
            <a:endCxn id="416" idx="1"/>
          </p:cNvCxnSpPr>
          <p:nvPr/>
        </p:nvCxnSpPr>
        <p:spPr>
          <a:xfrm flipV="1">
            <a:off x="22421641" y="8040399"/>
            <a:ext cx="375498" cy="387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Arrow Connector 834">
            <a:extLst>
              <a:ext uri="{FF2B5EF4-FFF2-40B4-BE49-F238E27FC236}">
                <a16:creationId xmlns:a16="http://schemas.microsoft.com/office/drawing/2014/main" id="{0AAEA9E0-7519-47E8-A403-6EB50ECA08FA}"/>
              </a:ext>
            </a:extLst>
          </p:cNvPr>
          <p:cNvCxnSpPr>
            <a:cxnSpLocks/>
            <a:stCxn id="378" idx="3"/>
            <a:endCxn id="382" idx="1"/>
          </p:cNvCxnSpPr>
          <p:nvPr/>
        </p:nvCxnSpPr>
        <p:spPr>
          <a:xfrm>
            <a:off x="10724810" y="8040786"/>
            <a:ext cx="378286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Arrow Connector 837">
            <a:extLst>
              <a:ext uri="{FF2B5EF4-FFF2-40B4-BE49-F238E27FC236}">
                <a16:creationId xmlns:a16="http://schemas.microsoft.com/office/drawing/2014/main" id="{23AC65B1-08BB-4A30-8EA3-B6405A229251}"/>
              </a:ext>
            </a:extLst>
          </p:cNvPr>
          <p:cNvCxnSpPr>
            <a:cxnSpLocks/>
            <a:stCxn id="382" idx="3"/>
            <a:endCxn id="383" idx="1"/>
          </p:cNvCxnSpPr>
          <p:nvPr/>
        </p:nvCxnSpPr>
        <p:spPr>
          <a:xfrm>
            <a:off x="11895096" y="8040786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Arrow Connector 840">
            <a:extLst>
              <a:ext uri="{FF2B5EF4-FFF2-40B4-BE49-F238E27FC236}">
                <a16:creationId xmlns:a16="http://schemas.microsoft.com/office/drawing/2014/main" id="{0B6F5A8F-281E-47D3-AA69-7ABE517282F7}"/>
              </a:ext>
            </a:extLst>
          </p:cNvPr>
          <p:cNvCxnSpPr>
            <a:cxnSpLocks/>
            <a:stCxn id="383" idx="3"/>
            <a:endCxn id="384" idx="1"/>
          </p:cNvCxnSpPr>
          <p:nvPr/>
        </p:nvCxnSpPr>
        <p:spPr>
          <a:xfrm>
            <a:off x="13064405" y="8040786"/>
            <a:ext cx="154661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Arrow Connector 843">
            <a:extLst>
              <a:ext uri="{FF2B5EF4-FFF2-40B4-BE49-F238E27FC236}">
                <a16:creationId xmlns:a16="http://schemas.microsoft.com/office/drawing/2014/main" id="{1D1CA581-F27B-4DFC-9661-EEDB9C539BE8}"/>
              </a:ext>
            </a:extLst>
          </p:cNvPr>
          <p:cNvCxnSpPr>
            <a:cxnSpLocks/>
            <a:stCxn id="384" idx="3"/>
            <a:endCxn id="385" idx="1"/>
          </p:cNvCxnSpPr>
          <p:nvPr/>
        </p:nvCxnSpPr>
        <p:spPr>
          <a:xfrm>
            <a:off x="15403023" y="8040786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Arrow Connector 846">
            <a:extLst>
              <a:ext uri="{FF2B5EF4-FFF2-40B4-BE49-F238E27FC236}">
                <a16:creationId xmlns:a16="http://schemas.microsoft.com/office/drawing/2014/main" id="{1E928EB6-117F-4017-B366-C7E5ED0A3594}"/>
              </a:ext>
            </a:extLst>
          </p:cNvPr>
          <p:cNvCxnSpPr>
            <a:cxnSpLocks/>
            <a:stCxn id="385" idx="3"/>
            <a:endCxn id="386" idx="1"/>
          </p:cNvCxnSpPr>
          <p:nvPr/>
        </p:nvCxnSpPr>
        <p:spPr>
          <a:xfrm>
            <a:off x="16572332" y="8040786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C35A0B5F-B82E-4B6F-B4AA-40708C5AAD5B}"/>
              </a:ext>
            </a:extLst>
          </p:cNvPr>
          <p:cNvCxnSpPr>
            <a:cxnSpLocks/>
            <a:stCxn id="386" idx="3"/>
            <a:endCxn id="289" idx="1"/>
          </p:cNvCxnSpPr>
          <p:nvPr/>
        </p:nvCxnSpPr>
        <p:spPr>
          <a:xfrm flipV="1">
            <a:off x="17741641" y="8040785"/>
            <a:ext cx="376307" cy="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Straight Arrow Connector 852">
            <a:extLst>
              <a:ext uri="{FF2B5EF4-FFF2-40B4-BE49-F238E27FC236}">
                <a16:creationId xmlns:a16="http://schemas.microsoft.com/office/drawing/2014/main" id="{5917C97F-FBE5-46FC-9275-B41540220200}"/>
              </a:ext>
            </a:extLst>
          </p:cNvPr>
          <p:cNvCxnSpPr>
            <a:cxnSpLocks/>
            <a:stCxn id="390" idx="3"/>
            <a:endCxn id="391" idx="1"/>
          </p:cNvCxnSpPr>
          <p:nvPr/>
        </p:nvCxnSpPr>
        <p:spPr>
          <a:xfrm>
            <a:off x="20080259" y="8040786"/>
            <a:ext cx="1549382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Straight Arrow Connector 855">
            <a:extLst>
              <a:ext uri="{FF2B5EF4-FFF2-40B4-BE49-F238E27FC236}">
                <a16:creationId xmlns:a16="http://schemas.microsoft.com/office/drawing/2014/main" id="{CBA3C4B8-00DD-4C3B-A1DF-06C17A3ED0E7}"/>
              </a:ext>
            </a:extLst>
          </p:cNvPr>
          <p:cNvCxnSpPr>
            <a:cxnSpLocks/>
            <a:stCxn id="379" idx="3"/>
            <a:endCxn id="387" idx="1"/>
          </p:cNvCxnSpPr>
          <p:nvPr/>
        </p:nvCxnSpPr>
        <p:spPr>
          <a:xfrm>
            <a:off x="10724810" y="8890219"/>
            <a:ext cx="6224831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Arrow Connector 858">
            <a:extLst>
              <a:ext uri="{FF2B5EF4-FFF2-40B4-BE49-F238E27FC236}">
                <a16:creationId xmlns:a16="http://schemas.microsoft.com/office/drawing/2014/main" id="{2E2DE91B-CB8C-4D0F-B269-D74ADBD0F767}"/>
              </a:ext>
            </a:extLst>
          </p:cNvPr>
          <p:cNvCxnSpPr>
            <a:cxnSpLocks/>
            <a:stCxn id="380" idx="3"/>
            <a:endCxn id="296" idx="1"/>
          </p:cNvCxnSpPr>
          <p:nvPr/>
        </p:nvCxnSpPr>
        <p:spPr>
          <a:xfrm>
            <a:off x="10724810" y="9739652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Straight Arrow Connector 861">
            <a:extLst>
              <a:ext uri="{FF2B5EF4-FFF2-40B4-BE49-F238E27FC236}">
                <a16:creationId xmlns:a16="http://schemas.microsoft.com/office/drawing/2014/main" id="{9F13ADFA-932D-437C-8A99-F0D0D9F89029}"/>
              </a:ext>
            </a:extLst>
          </p:cNvPr>
          <p:cNvCxnSpPr>
            <a:cxnSpLocks/>
            <a:stCxn id="381" idx="3"/>
            <a:endCxn id="297" idx="1"/>
          </p:cNvCxnSpPr>
          <p:nvPr/>
        </p:nvCxnSpPr>
        <p:spPr>
          <a:xfrm>
            <a:off x="10724810" y="10589086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Straight Arrow Connector 864">
            <a:extLst>
              <a:ext uri="{FF2B5EF4-FFF2-40B4-BE49-F238E27FC236}">
                <a16:creationId xmlns:a16="http://schemas.microsoft.com/office/drawing/2014/main" id="{13EEA322-D247-41B7-9FFB-1AAB0C489BFC}"/>
              </a:ext>
            </a:extLst>
          </p:cNvPr>
          <p:cNvCxnSpPr>
            <a:cxnSpLocks/>
            <a:stCxn id="387" idx="3"/>
            <a:endCxn id="375" idx="1"/>
          </p:cNvCxnSpPr>
          <p:nvPr/>
        </p:nvCxnSpPr>
        <p:spPr>
          <a:xfrm>
            <a:off x="17741641" y="8890219"/>
            <a:ext cx="1207515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Straight Arrow Connector 867">
            <a:extLst>
              <a:ext uri="{FF2B5EF4-FFF2-40B4-BE49-F238E27FC236}">
                <a16:creationId xmlns:a16="http://schemas.microsoft.com/office/drawing/2014/main" id="{614F633E-C78F-4085-92C1-B9470260AAEA}"/>
              </a:ext>
            </a:extLst>
          </p:cNvPr>
          <p:cNvCxnSpPr>
            <a:cxnSpLocks/>
            <a:stCxn id="388" idx="3"/>
            <a:endCxn id="376" idx="1"/>
          </p:cNvCxnSpPr>
          <p:nvPr/>
        </p:nvCxnSpPr>
        <p:spPr>
          <a:xfrm>
            <a:off x="17741641" y="9739652"/>
            <a:ext cx="1207515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Straight Arrow Connector 870">
            <a:extLst>
              <a:ext uri="{FF2B5EF4-FFF2-40B4-BE49-F238E27FC236}">
                <a16:creationId xmlns:a16="http://schemas.microsoft.com/office/drawing/2014/main" id="{70A64C9A-8931-48A7-8566-3A3DF702441C}"/>
              </a:ext>
            </a:extLst>
          </p:cNvPr>
          <p:cNvCxnSpPr>
            <a:cxnSpLocks/>
            <a:stCxn id="389" idx="3"/>
            <a:endCxn id="377" idx="1"/>
          </p:cNvCxnSpPr>
          <p:nvPr/>
        </p:nvCxnSpPr>
        <p:spPr>
          <a:xfrm>
            <a:off x="17741641" y="10589086"/>
            <a:ext cx="12075150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Straight Arrow Connector 873">
            <a:extLst>
              <a:ext uri="{FF2B5EF4-FFF2-40B4-BE49-F238E27FC236}">
                <a16:creationId xmlns:a16="http://schemas.microsoft.com/office/drawing/2014/main" id="{5A0CBBD9-AD77-44A9-9ACF-0A1BEE7D115E}"/>
              </a:ext>
            </a:extLst>
          </p:cNvPr>
          <p:cNvCxnSpPr>
            <a:cxnSpLocks/>
            <a:stCxn id="392" idx="3"/>
            <a:endCxn id="393" idx="1"/>
          </p:cNvCxnSpPr>
          <p:nvPr/>
        </p:nvCxnSpPr>
        <p:spPr>
          <a:xfrm>
            <a:off x="11893285" y="118172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Straight Arrow Connector 876">
            <a:extLst>
              <a:ext uri="{FF2B5EF4-FFF2-40B4-BE49-F238E27FC236}">
                <a16:creationId xmlns:a16="http://schemas.microsoft.com/office/drawing/2014/main" id="{5523011C-48B9-4364-8604-0EF79189E22B}"/>
              </a:ext>
            </a:extLst>
          </p:cNvPr>
          <p:cNvCxnSpPr>
            <a:cxnSpLocks/>
            <a:stCxn id="393" idx="3"/>
            <a:endCxn id="394" idx="1"/>
          </p:cNvCxnSpPr>
          <p:nvPr/>
        </p:nvCxnSpPr>
        <p:spPr>
          <a:xfrm>
            <a:off x="13062594" y="118172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Straight Arrow Connector 879">
            <a:extLst>
              <a:ext uri="{FF2B5EF4-FFF2-40B4-BE49-F238E27FC236}">
                <a16:creationId xmlns:a16="http://schemas.microsoft.com/office/drawing/2014/main" id="{7EC91A8A-97C5-4EA2-8440-52BC1556094C}"/>
              </a:ext>
            </a:extLst>
          </p:cNvPr>
          <p:cNvCxnSpPr>
            <a:cxnSpLocks/>
            <a:stCxn id="394" idx="3"/>
            <a:endCxn id="395" idx="1"/>
          </p:cNvCxnSpPr>
          <p:nvPr/>
        </p:nvCxnSpPr>
        <p:spPr>
          <a:xfrm>
            <a:off x="14231903" y="118172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3" name="Straight Arrow Connector 882">
            <a:extLst>
              <a:ext uri="{FF2B5EF4-FFF2-40B4-BE49-F238E27FC236}">
                <a16:creationId xmlns:a16="http://schemas.microsoft.com/office/drawing/2014/main" id="{992BD8E0-7368-4090-BFCE-2F0CD949D930}"/>
              </a:ext>
            </a:extLst>
          </p:cNvPr>
          <p:cNvCxnSpPr>
            <a:cxnSpLocks/>
            <a:stCxn id="392" idx="3"/>
            <a:endCxn id="396" idx="1"/>
          </p:cNvCxnSpPr>
          <p:nvPr/>
        </p:nvCxnSpPr>
        <p:spPr>
          <a:xfrm>
            <a:off x="11893285" y="11817268"/>
            <a:ext cx="377309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Straight Arrow Connector 885">
            <a:extLst>
              <a:ext uri="{FF2B5EF4-FFF2-40B4-BE49-F238E27FC236}">
                <a16:creationId xmlns:a16="http://schemas.microsoft.com/office/drawing/2014/main" id="{21C5C112-5908-4949-8503-8C91BCB079EE}"/>
              </a:ext>
            </a:extLst>
          </p:cNvPr>
          <p:cNvCxnSpPr>
            <a:cxnSpLocks/>
            <a:stCxn id="393" idx="3"/>
            <a:endCxn id="397" idx="1"/>
          </p:cNvCxnSpPr>
          <p:nvPr/>
        </p:nvCxnSpPr>
        <p:spPr>
          <a:xfrm>
            <a:off x="13062594" y="11817268"/>
            <a:ext cx="377309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Straight Arrow Connector 888">
            <a:extLst>
              <a:ext uri="{FF2B5EF4-FFF2-40B4-BE49-F238E27FC236}">
                <a16:creationId xmlns:a16="http://schemas.microsoft.com/office/drawing/2014/main" id="{0EF6C05E-E32F-4301-8A39-0707D81FC70E}"/>
              </a:ext>
            </a:extLst>
          </p:cNvPr>
          <p:cNvCxnSpPr>
            <a:cxnSpLocks/>
            <a:stCxn id="395" idx="3"/>
            <a:endCxn id="404" idx="1"/>
          </p:cNvCxnSpPr>
          <p:nvPr/>
        </p:nvCxnSpPr>
        <p:spPr>
          <a:xfrm>
            <a:off x="15401212" y="11817268"/>
            <a:ext cx="2715927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Straight Arrow Connector 891">
            <a:extLst>
              <a:ext uri="{FF2B5EF4-FFF2-40B4-BE49-F238E27FC236}">
                <a16:creationId xmlns:a16="http://schemas.microsoft.com/office/drawing/2014/main" id="{C1989071-6802-4E8F-A6BC-3D49A0A929E9}"/>
              </a:ext>
            </a:extLst>
          </p:cNvPr>
          <p:cNvCxnSpPr>
            <a:cxnSpLocks/>
            <a:stCxn id="396" idx="3"/>
            <a:endCxn id="397" idx="1"/>
          </p:cNvCxnSpPr>
          <p:nvPr/>
        </p:nvCxnSpPr>
        <p:spPr>
          <a:xfrm>
            <a:off x="13062594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Straight Arrow Connector 894">
            <a:extLst>
              <a:ext uri="{FF2B5EF4-FFF2-40B4-BE49-F238E27FC236}">
                <a16:creationId xmlns:a16="http://schemas.microsoft.com/office/drawing/2014/main" id="{A3C4BD37-57D9-44CC-B18E-60B04EE2F392}"/>
              </a:ext>
            </a:extLst>
          </p:cNvPr>
          <p:cNvCxnSpPr>
            <a:cxnSpLocks/>
            <a:stCxn id="396" idx="3"/>
            <a:endCxn id="400" idx="1"/>
          </p:cNvCxnSpPr>
          <p:nvPr/>
        </p:nvCxnSpPr>
        <p:spPr>
          <a:xfrm>
            <a:off x="13062594" y="12690168"/>
            <a:ext cx="377309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8" name="Straight Arrow Connector 897">
            <a:extLst>
              <a:ext uri="{FF2B5EF4-FFF2-40B4-BE49-F238E27FC236}">
                <a16:creationId xmlns:a16="http://schemas.microsoft.com/office/drawing/2014/main" id="{08D18D67-113D-4725-9407-8BED994C1E30}"/>
              </a:ext>
            </a:extLst>
          </p:cNvPr>
          <p:cNvCxnSpPr>
            <a:cxnSpLocks/>
            <a:stCxn id="397" idx="3"/>
            <a:endCxn id="398" idx="1"/>
          </p:cNvCxnSpPr>
          <p:nvPr/>
        </p:nvCxnSpPr>
        <p:spPr>
          <a:xfrm>
            <a:off x="14231903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Straight Arrow Connector 900">
            <a:extLst>
              <a:ext uri="{FF2B5EF4-FFF2-40B4-BE49-F238E27FC236}">
                <a16:creationId xmlns:a16="http://schemas.microsoft.com/office/drawing/2014/main" id="{BA30A22D-C8F9-47FF-8A3D-26A16E72CB75}"/>
              </a:ext>
            </a:extLst>
          </p:cNvPr>
          <p:cNvCxnSpPr>
            <a:cxnSpLocks/>
            <a:stCxn id="397" idx="3"/>
            <a:endCxn id="401" idx="1"/>
          </p:cNvCxnSpPr>
          <p:nvPr/>
        </p:nvCxnSpPr>
        <p:spPr>
          <a:xfrm>
            <a:off x="14231903" y="12690168"/>
            <a:ext cx="377309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Straight Arrow Connector 903">
            <a:extLst>
              <a:ext uri="{FF2B5EF4-FFF2-40B4-BE49-F238E27FC236}">
                <a16:creationId xmlns:a16="http://schemas.microsoft.com/office/drawing/2014/main" id="{DBE08225-2CC3-44A8-A651-B9FF8A62EC3B}"/>
              </a:ext>
            </a:extLst>
          </p:cNvPr>
          <p:cNvCxnSpPr>
            <a:cxnSpLocks/>
            <a:stCxn id="400" idx="3"/>
            <a:endCxn id="401" idx="1"/>
          </p:cNvCxnSpPr>
          <p:nvPr/>
        </p:nvCxnSpPr>
        <p:spPr>
          <a:xfrm>
            <a:off x="14231903" y="135630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" name="Straight Arrow Connector 906">
            <a:extLst>
              <a:ext uri="{FF2B5EF4-FFF2-40B4-BE49-F238E27FC236}">
                <a16:creationId xmlns:a16="http://schemas.microsoft.com/office/drawing/2014/main" id="{17B512E3-56A9-4C9D-8B12-1AB30FCC4CD6}"/>
              </a:ext>
            </a:extLst>
          </p:cNvPr>
          <p:cNvCxnSpPr>
            <a:cxnSpLocks/>
            <a:stCxn id="398" idx="3"/>
            <a:endCxn id="399" idx="1"/>
          </p:cNvCxnSpPr>
          <p:nvPr/>
        </p:nvCxnSpPr>
        <p:spPr>
          <a:xfrm>
            <a:off x="15401212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Straight Arrow Connector 909">
            <a:extLst>
              <a:ext uri="{FF2B5EF4-FFF2-40B4-BE49-F238E27FC236}">
                <a16:creationId xmlns:a16="http://schemas.microsoft.com/office/drawing/2014/main" id="{EB8BCF47-A3F5-47A2-BD7D-9FD55C19063D}"/>
              </a:ext>
            </a:extLst>
          </p:cNvPr>
          <p:cNvCxnSpPr>
            <a:cxnSpLocks/>
            <a:stCxn id="401" idx="3"/>
            <a:endCxn id="402" idx="1"/>
          </p:cNvCxnSpPr>
          <p:nvPr/>
        </p:nvCxnSpPr>
        <p:spPr>
          <a:xfrm>
            <a:off x="15401212" y="135630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Straight Arrow Connector 912">
            <a:extLst>
              <a:ext uri="{FF2B5EF4-FFF2-40B4-BE49-F238E27FC236}">
                <a16:creationId xmlns:a16="http://schemas.microsoft.com/office/drawing/2014/main" id="{FD29A960-8C9E-423A-9223-E83E826D545E}"/>
              </a:ext>
            </a:extLst>
          </p:cNvPr>
          <p:cNvCxnSpPr>
            <a:cxnSpLocks/>
            <a:stCxn id="402" idx="3"/>
            <a:endCxn id="403" idx="1"/>
          </p:cNvCxnSpPr>
          <p:nvPr/>
        </p:nvCxnSpPr>
        <p:spPr>
          <a:xfrm>
            <a:off x="16570521" y="135630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Straight Arrow Connector 915">
            <a:extLst>
              <a:ext uri="{FF2B5EF4-FFF2-40B4-BE49-F238E27FC236}">
                <a16:creationId xmlns:a16="http://schemas.microsoft.com/office/drawing/2014/main" id="{0FD52CC0-CFE3-4B4D-85C0-901984792554}"/>
              </a:ext>
            </a:extLst>
          </p:cNvPr>
          <p:cNvCxnSpPr>
            <a:cxnSpLocks/>
            <a:stCxn id="399" idx="3"/>
            <a:endCxn id="404" idx="1"/>
          </p:cNvCxnSpPr>
          <p:nvPr/>
        </p:nvCxnSpPr>
        <p:spPr>
          <a:xfrm>
            <a:off x="16570521" y="12690168"/>
            <a:ext cx="154661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9" name="Straight Arrow Connector 918">
            <a:extLst>
              <a:ext uri="{FF2B5EF4-FFF2-40B4-BE49-F238E27FC236}">
                <a16:creationId xmlns:a16="http://schemas.microsoft.com/office/drawing/2014/main" id="{323FDA03-0454-4927-B47E-F5BA0A8934F0}"/>
              </a:ext>
            </a:extLst>
          </p:cNvPr>
          <p:cNvCxnSpPr>
            <a:cxnSpLocks/>
            <a:stCxn id="403" idx="3"/>
            <a:endCxn id="404" idx="1"/>
          </p:cNvCxnSpPr>
          <p:nvPr/>
        </p:nvCxnSpPr>
        <p:spPr>
          <a:xfrm flipV="1">
            <a:off x="17739830" y="12690168"/>
            <a:ext cx="377309" cy="87290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Straight Arrow Connector 921">
            <a:extLst>
              <a:ext uri="{FF2B5EF4-FFF2-40B4-BE49-F238E27FC236}">
                <a16:creationId xmlns:a16="http://schemas.microsoft.com/office/drawing/2014/main" id="{1C2A0813-D922-44CE-A855-56409BE63DC6}"/>
              </a:ext>
            </a:extLst>
          </p:cNvPr>
          <p:cNvCxnSpPr>
            <a:cxnSpLocks/>
            <a:stCxn id="404" idx="3"/>
            <a:endCxn id="405" idx="1"/>
          </p:cNvCxnSpPr>
          <p:nvPr/>
        </p:nvCxnSpPr>
        <p:spPr>
          <a:xfrm>
            <a:off x="18909139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" name="Straight Arrow Connector 924">
            <a:extLst>
              <a:ext uri="{FF2B5EF4-FFF2-40B4-BE49-F238E27FC236}">
                <a16:creationId xmlns:a16="http://schemas.microsoft.com/office/drawing/2014/main" id="{D7A96F20-901F-4AC3-A01E-3968C30FBB42}"/>
              </a:ext>
            </a:extLst>
          </p:cNvPr>
          <p:cNvCxnSpPr>
            <a:cxnSpLocks/>
            <a:stCxn id="405" idx="3"/>
            <a:endCxn id="406" idx="1"/>
          </p:cNvCxnSpPr>
          <p:nvPr/>
        </p:nvCxnSpPr>
        <p:spPr>
          <a:xfrm>
            <a:off x="20078448" y="12690168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8" name="Straight Arrow Connector 927">
            <a:extLst>
              <a:ext uri="{FF2B5EF4-FFF2-40B4-BE49-F238E27FC236}">
                <a16:creationId xmlns:a16="http://schemas.microsoft.com/office/drawing/2014/main" id="{295CD851-758F-43E1-9A01-A20BC816177E}"/>
              </a:ext>
            </a:extLst>
          </p:cNvPr>
          <p:cNvCxnSpPr>
            <a:cxnSpLocks/>
            <a:stCxn id="406" idx="3"/>
            <a:endCxn id="407" idx="1"/>
          </p:cNvCxnSpPr>
          <p:nvPr/>
        </p:nvCxnSpPr>
        <p:spPr>
          <a:xfrm>
            <a:off x="21250521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Straight Arrow Connector 930">
            <a:extLst>
              <a:ext uri="{FF2B5EF4-FFF2-40B4-BE49-F238E27FC236}">
                <a16:creationId xmlns:a16="http://schemas.microsoft.com/office/drawing/2014/main" id="{8E6F0915-40DD-4DA4-95D1-782B98755424}"/>
              </a:ext>
            </a:extLst>
          </p:cNvPr>
          <p:cNvCxnSpPr>
            <a:cxnSpLocks/>
            <a:stCxn id="427" idx="3"/>
            <a:endCxn id="3" idx="2"/>
          </p:cNvCxnSpPr>
          <p:nvPr/>
        </p:nvCxnSpPr>
        <p:spPr>
          <a:xfrm>
            <a:off x="23589139" y="12690168"/>
            <a:ext cx="292487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: Elbow 934">
            <a:extLst>
              <a:ext uri="{FF2B5EF4-FFF2-40B4-BE49-F238E27FC236}">
                <a16:creationId xmlns:a16="http://schemas.microsoft.com/office/drawing/2014/main" id="{B990B981-6E41-4747-A89A-BBAFB7EE28DF}"/>
              </a:ext>
            </a:extLst>
          </p:cNvPr>
          <p:cNvCxnSpPr>
            <a:cxnSpLocks/>
            <a:stCxn id="345" idx="3"/>
            <a:endCxn id="279" idx="1"/>
          </p:cNvCxnSpPr>
          <p:nvPr/>
        </p:nvCxnSpPr>
        <p:spPr>
          <a:xfrm flipH="1">
            <a:off x="9932810" y="9324828"/>
            <a:ext cx="31209027" cy="2489280"/>
          </a:xfrm>
          <a:prstGeom prst="bentConnector5">
            <a:avLst>
              <a:gd name="adj1" fmla="val -732"/>
              <a:gd name="adj2" fmla="val 75455"/>
              <a:gd name="adj3" fmla="val 100732"/>
            </a:avLst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7" name="Rectangle 936">
            <a:extLst>
              <a:ext uri="{FF2B5EF4-FFF2-40B4-BE49-F238E27FC236}">
                <a16:creationId xmlns:a16="http://schemas.microsoft.com/office/drawing/2014/main" id="{FE1EAA40-7DE1-425C-B8B2-29A47574993B}"/>
              </a:ext>
            </a:extLst>
          </p:cNvPr>
          <p:cNvSpPr/>
          <p:nvPr/>
        </p:nvSpPr>
        <p:spPr>
          <a:xfrm>
            <a:off x="20481004" y="1602370"/>
            <a:ext cx="26704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Magical Devices Version 3 (MDV3)</a:t>
            </a:r>
          </a:p>
          <a:p>
            <a:pPr algn="ctr"/>
            <a:r>
              <a:rPr lang="en-CA" sz="1200" b="1" u="sng" dirty="0">
                <a:latin typeface="Arial" panose="020B0604020202020204" pitchFamily="34" charset="0"/>
              </a:rPr>
              <a:t>Project Precedence Diagram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7D37C1-1EBC-4F1D-81A1-D2D7480E613F}"/>
              </a:ext>
            </a:extLst>
          </p:cNvPr>
          <p:cNvGrpSpPr/>
          <p:nvPr/>
        </p:nvGrpSpPr>
        <p:grpSpPr>
          <a:xfrm>
            <a:off x="9932810" y="2699388"/>
            <a:ext cx="792000" cy="9359520"/>
            <a:chOff x="10474085" y="3377819"/>
            <a:chExt cx="792000" cy="9359520"/>
          </a:xfrm>
        </p:grpSpPr>
        <p:sp>
          <p:nvSpPr>
            <p:cNvPr id="316" name="Rectangle: Rounded Corners 315">
              <a:extLst>
                <a:ext uri="{FF2B5EF4-FFF2-40B4-BE49-F238E27FC236}">
                  <a16:creationId xmlns:a16="http://schemas.microsoft.com/office/drawing/2014/main" id="{4D121F1C-DA62-4313-B459-35D221587280}"/>
                </a:ext>
              </a:extLst>
            </p:cNvPr>
            <p:cNvSpPr/>
            <p:nvPr/>
          </p:nvSpPr>
          <p:spPr>
            <a:xfrm>
              <a:off x="10474085" y="337781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Security Detailed Requiremnts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7" name="Rectangle: Rounded Corners 346">
              <a:extLst>
                <a:ext uri="{FF2B5EF4-FFF2-40B4-BE49-F238E27FC236}">
                  <a16:creationId xmlns:a16="http://schemas.microsoft.com/office/drawing/2014/main" id="{DF12F358-38CB-46C2-B71A-C1B967F35133}"/>
                </a:ext>
              </a:extLst>
            </p:cNvPr>
            <p:cNvSpPr/>
            <p:nvPr/>
          </p:nvSpPr>
          <p:spPr>
            <a:xfrm>
              <a:off x="10474085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 Plan</a:t>
              </a:r>
            </a:p>
          </p:txBody>
        </p:sp>
        <p:sp>
          <p:nvSpPr>
            <p:cNvPr id="379" name="Rectangle: Rounded Corners 378">
              <a:extLst>
                <a:ext uri="{FF2B5EF4-FFF2-40B4-BE49-F238E27FC236}">
                  <a16:creationId xmlns:a16="http://schemas.microsoft.com/office/drawing/2014/main" id="{247EAE7E-B080-4907-89B4-E9ADB8A47FF6}"/>
                </a:ext>
              </a:extLst>
            </p:cNvPr>
            <p:cNvSpPr/>
            <p:nvPr/>
          </p:nvSpPr>
          <p:spPr>
            <a:xfrm>
              <a:off x="10474085" y="932385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Implement-ation Plan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Draft 1</a:t>
              </a:r>
            </a:p>
          </p:txBody>
        </p:sp>
        <p:sp>
          <p:nvSpPr>
            <p:cNvPr id="380" name="Rectangle: Rounded Corners 379">
              <a:extLst>
                <a:ext uri="{FF2B5EF4-FFF2-40B4-BE49-F238E27FC236}">
                  <a16:creationId xmlns:a16="http://schemas.microsoft.com/office/drawing/2014/main" id="{01736651-950D-4C51-9B03-02F5AA9DC0A3}"/>
                </a:ext>
              </a:extLst>
            </p:cNvPr>
            <p:cNvSpPr/>
            <p:nvPr/>
          </p:nvSpPr>
          <p:spPr>
            <a:xfrm>
              <a:off x="10474085" y="10173283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 Detailed Requiremnts</a:t>
              </a:r>
            </a:p>
          </p:txBody>
        </p:sp>
        <p:sp>
          <p:nvSpPr>
            <p:cNvPr id="381" name="Rectangle: Rounded Corners 380">
              <a:extLst>
                <a:ext uri="{FF2B5EF4-FFF2-40B4-BE49-F238E27FC236}">
                  <a16:creationId xmlns:a16="http://schemas.microsoft.com/office/drawing/2014/main" id="{EE48BD6A-F86F-4785-AFEC-551B84CA688D}"/>
                </a:ext>
              </a:extLst>
            </p:cNvPr>
            <p:cNvSpPr/>
            <p:nvPr/>
          </p:nvSpPr>
          <p:spPr>
            <a:xfrm>
              <a:off x="10474085" y="110227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 Detailed Requiremnts</a:t>
              </a:r>
            </a:p>
          </p:txBody>
        </p:sp>
        <p:sp>
          <p:nvSpPr>
            <p:cNvPr id="378" name="Rectangle: Rounded Corners 377">
              <a:extLst>
                <a:ext uri="{FF2B5EF4-FFF2-40B4-BE49-F238E27FC236}">
                  <a16:creationId xmlns:a16="http://schemas.microsoft.com/office/drawing/2014/main" id="{9C41D869-E9DB-47F9-B753-10308E7B2161}"/>
                </a:ext>
              </a:extLst>
            </p:cNvPr>
            <p:cNvSpPr/>
            <p:nvPr/>
          </p:nvSpPr>
          <p:spPr>
            <a:xfrm>
              <a:off x="10474085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Detailed </a:t>
              </a: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Requiremnts</a:t>
              </a:r>
            </a:p>
          </p:txBody>
        </p:sp>
        <p:sp>
          <p:nvSpPr>
            <p:cNvPr id="359" name="Rectangle: Rounded Corners 358">
              <a:extLst>
                <a:ext uri="{FF2B5EF4-FFF2-40B4-BE49-F238E27FC236}">
                  <a16:creationId xmlns:a16="http://schemas.microsoft.com/office/drawing/2014/main" id="{9049495A-3E9B-4F2F-A14B-4C413863C859}"/>
                </a:ext>
              </a:extLst>
            </p:cNvPr>
            <p:cNvSpPr/>
            <p:nvPr/>
          </p:nvSpPr>
          <p:spPr>
            <a:xfrm>
              <a:off x="10474085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 Detailed Requiremnts</a:t>
              </a:r>
            </a:p>
          </p:txBody>
        </p:sp>
        <p:sp>
          <p:nvSpPr>
            <p:cNvPr id="318" name="Rectangle: Rounded Corners 317">
              <a:extLst>
                <a:ext uri="{FF2B5EF4-FFF2-40B4-BE49-F238E27FC236}">
                  <a16:creationId xmlns:a16="http://schemas.microsoft.com/office/drawing/2014/main" id="{5CE4527F-5FFE-44C0-BBAD-52011AB8D645}"/>
                </a:ext>
              </a:extLst>
            </p:cNvPr>
            <p:cNvSpPr/>
            <p:nvPr/>
          </p:nvSpPr>
          <p:spPr>
            <a:xfrm>
              <a:off x="10474085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Detailed Requiremnts</a:t>
              </a:r>
            </a:p>
          </p:txBody>
        </p:sp>
        <p:sp>
          <p:nvSpPr>
            <p:cNvPr id="279" name="Rectangle: Rounded Corners 278">
              <a:extLst>
                <a:ext uri="{FF2B5EF4-FFF2-40B4-BE49-F238E27FC236}">
                  <a16:creationId xmlns:a16="http://schemas.microsoft.com/office/drawing/2014/main" id="{A3AF6541-D9BB-471A-A7AA-D6E69F17B594}"/>
                </a:ext>
              </a:extLst>
            </p:cNvPr>
            <p:cNvSpPr/>
            <p:nvPr/>
          </p:nvSpPr>
          <p:spPr>
            <a:xfrm>
              <a:off x="10474085" y="1224773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Risk Buffer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2D7BD36-53DA-4397-B87B-3D40DA1DD5DE}"/>
              </a:ext>
            </a:extLst>
          </p:cNvPr>
          <p:cNvCxnSpPr>
            <a:cxnSpLocks/>
            <a:stCxn id="279" idx="3"/>
            <a:endCxn id="280" idx="1"/>
          </p:cNvCxnSpPr>
          <p:nvPr/>
        </p:nvCxnSpPr>
        <p:spPr>
          <a:xfrm>
            <a:off x="10724810" y="11814108"/>
            <a:ext cx="378286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3F90DD-49E5-41FC-960C-59CE8D402F2A}"/>
              </a:ext>
            </a:extLst>
          </p:cNvPr>
          <p:cNvGrpSpPr/>
          <p:nvPr/>
        </p:nvGrpSpPr>
        <p:grpSpPr>
          <a:xfrm>
            <a:off x="18117139" y="2699388"/>
            <a:ext cx="793811" cy="10235580"/>
            <a:chOff x="19186035" y="3377819"/>
            <a:chExt cx="793811" cy="10235580"/>
          </a:xfrm>
        </p:grpSpPr>
        <p:sp>
          <p:nvSpPr>
            <p:cNvPr id="404" name="Rectangle: Rounded Corners 403">
              <a:extLst>
                <a:ext uri="{FF2B5EF4-FFF2-40B4-BE49-F238E27FC236}">
                  <a16:creationId xmlns:a16="http://schemas.microsoft.com/office/drawing/2014/main" id="{17BBD844-3AB0-4EDB-801C-259779751767}"/>
                </a:ext>
              </a:extLst>
            </p:cNvPr>
            <p:cNvSpPr/>
            <p:nvPr/>
          </p:nvSpPr>
          <p:spPr>
            <a:xfrm>
              <a:off x="19186035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Project Closure Readiness Review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6" name="Rectangle: Rounded Corners 325">
              <a:extLst>
                <a:ext uri="{FF2B5EF4-FFF2-40B4-BE49-F238E27FC236}">
                  <a16:creationId xmlns:a16="http://schemas.microsoft.com/office/drawing/2014/main" id="{853C31A0-4CC0-44E3-8AC6-8D8431F230B3}"/>
                </a:ext>
              </a:extLst>
            </p:cNvPr>
            <p:cNvSpPr/>
            <p:nvPr/>
          </p:nvSpPr>
          <p:spPr>
            <a:xfrm>
              <a:off x="19187846" y="337781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Security Test Procedures Draft</a:t>
              </a:r>
            </a:p>
          </p:txBody>
        </p:sp>
        <p:sp>
          <p:nvSpPr>
            <p:cNvPr id="354" name="Rectangle: Rounded Corners 353">
              <a:extLst>
                <a:ext uri="{FF2B5EF4-FFF2-40B4-BE49-F238E27FC236}">
                  <a16:creationId xmlns:a16="http://schemas.microsoft.com/office/drawing/2014/main" id="{7C2876CD-678E-41D2-B85C-87E67A434A4E}"/>
                </a:ext>
              </a:extLst>
            </p:cNvPr>
            <p:cNvSpPr/>
            <p:nvPr/>
          </p:nvSpPr>
          <p:spPr>
            <a:xfrm>
              <a:off x="19187846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 Test Procedures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  <p:sp>
          <p:nvSpPr>
            <p:cNvPr id="365" name="Rectangle: Rounded Corners 364">
              <a:extLst>
                <a:ext uri="{FF2B5EF4-FFF2-40B4-BE49-F238E27FC236}">
                  <a16:creationId xmlns:a16="http://schemas.microsoft.com/office/drawing/2014/main" id="{5C6D4FD3-CB83-43C4-8248-01AFB0EA8677}"/>
                </a:ext>
              </a:extLst>
            </p:cNvPr>
            <p:cNvSpPr/>
            <p:nvPr/>
          </p:nvSpPr>
          <p:spPr>
            <a:xfrm>
              <a:off x="19187846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Build 1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8" name="Rectangle: Rounded Corners 327">
              <a:extLst>
                <a:ext uri="{FF2B5EF4-FFF2-40B4-BE49-F238E27FC236}">
                  <a16:creationId xmlns:a16="http://schemas.microsoft.com/office/drawing/2014/main" id="{527E46D8-B437-4368-9A55-6F85662E0AD3}"/>
                </a:ext>
              </a:extLst>
            </p:cNvPr>
            <p:cNvSpPr/>
            <p:nvPr/>
          </p:nvSpPr>
          <p:spPr>
            <a:xfrm>
              <a:off x="19187846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1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9" name="Rectangle: Rounded Corners 288">
              <a:extLst>
                <a:ext uri="{FF2B5EF4-FFF2-40B4-BE49-F238E27FC236}">
                  <a16:creationId xmlns:a16="http://schemas.microsoft.com/office/drawing/2014/main" id="{876C5852-6956-475E-A160-4D29B6190275}"/>
                </a:ext>
              </a:extLst>
            </p:cNvPr>
            <p:cNvSpPr/>
            <p:nvPr/>
          </p:nvSpPr>
          <p:spPr>
            <a:xfrm>
              <a:off x="19186844" y="8474416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Procurement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2CECB321-3480-4708-B95A-CA3040E4CAFB}"/>
              </a:ext>
            </a:extLst>
          </p:cNvPr>
          <p:cNvCxnSpPr>
            <a:cxnSpLocks/>
            <a:stCxn id="289" idx="3"/>
            <a:endCxn id="390" idx="1"/>
          </p:cNvCxnSpPr>
          <p:nvPr/>
        </p:nvCxnSpPr>
        <p:spPr>
          <a:xfrm>
            <a:off x="18909948" y="8040785"/>
            <a:ext cx="378311" cy="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D75260D-8819-437F-A3B1-827E152D14C7}"/>
              </a:ext>
            </a:extLst>
          </p:cNvPr>
          <p:cNvGrpSpPr/>
          <p:nvPr/>
        </p:nvGrpSpPr>
        <p:grpSpPr>
          <a:xfrm>
            <a:off x="11100308" y="2699388"/>
            <a:ext cx="794788" cy="9362680"/>
            <a:chOff x="11716120" y="3377819"/>
            <a:chExt cx="794788" cy="9362680"/>
          </a:xfrm>
        </p:grpSpPr>
        <p:sp>
          <p:nvSpPr>
            <p:cNvPr id="392" name="Rectangle: Rounded Corners 391">
              <a:extLst>
                <a:ext uri="{FF2B5EF4-FFF2-40B4-BE49-F238E27FC236}">
                  <a16:creationId xmlns:a16="http://schemas.microsoft.com/office/drawing/2014/main" id="{FFA4452A-47C9-4DA0-9BF6-A009BE368ADD}"/>
                </a:ext>
              </a:extLst>
            </p:cNvPr>
            <p:cNvSpPr/>
            <p:nvPr/>
          </p:nvSpPr>
          <p:spPr>
            <a:xfrm>
              <a:off x="11717097" y="122508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1 Training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7" name="Rectangle: Rounded Corners 316">
              <a:extLst>
                <a:ext uri="{FF2B5EF4-FFF2-40B4-BE49-F238E27FC236}">
                  <a16:creationId xmlns:a16="http://schemas.microsoft.com/office/drawing/2014/main" id="{076C6A32-DCDA-4F22-BFC1-7F7845D13039}"/>
                </a:ext>
              </a:extLst>
            </p:cNvPr>
            <p:cNvSpPr/>
            <p:nvPr/>
          </p:nvSpPr>
          <p:spPr>
            <a:xfrm>
              <a:off x="11718908" y="337781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Security Architecture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2" name="Rectangle: Rounded Corners 381">
              <a:extLst>
                <a:ext uri="{FF2B5EF4-FFF2-40B4-BE49-F238E27FC236}">
                  <a16:creationId xmlns:a16="http://schemas.microsoft.com/office/drawing/2014/main" id="{CF69D686-CC63-4773-9501-2FA0E92B7464}"/>
                </a:ext>
              </a:extLst>
            </p:cNvPr>
            <p:cNvSpPr/>
            <p:nvPr/>
          </p:nvSpPr>
          <p:spPr>
            <a:xfrm>
              <a:off x="11718908" y="84744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Facilities Build Plan</a:t>
              </a:r>
            </a:p>
          </p:txBody>
        </p:sp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D236D47F-1D62-4F53-BB5B-430E00457474}"/>
                </a:ext>
              </a:extLst>
            </p:cNvPr>
            <p:cNvSpPr/>
            <p:nvPr/>
          </p:nvSpPr>
          <p:spPr>
            <a:xfrm>
              <a:off x="11718908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 Dev Plan</a:t>
              </a:r>
            </a:p>
          </p:txBody>
        </p:sp>
        <p:sp>
          <p:nvSpPr>
            <p:cNvPr id="319" name="Rectangle: Rounded Corners 318">
              <a:extLst>
                <a:ext uri="{FF2B5EF4-FFF2-40B4-BE49-F238E27FC236}">
                  <a16:creationId xmlns:a16="http://schemas.microsoft.com/office/drawing/2014/main" id="{87D7C666-3024-400A-B66A-0CC3C370FCAB}"/>
                </a:ext>
              </a:extLst>
            </p:cNvPr>
            <p:cNvSpPr/>
            <p:nvPr/>
          </p:nvSpPr>
          <p:spPr>
            <a:xfrm>
              <a:off x="11718908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Dev Plan</a:t>
              </a:r>
            </a:p>
          </p:txBody>
        </p:sp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F66E10BC-8ED1-4ACD-892D-2E978D19E9B4}"/>
                </a:ext>
              </a:extLst>
            </p:cNvPr>
            <p:cNvSpPr/>
            <p:nvPr/>
          </p:nvSpPr>
          <p:spPr>
            <a:xfrm>
              <a:off x="11718908" y="1224773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Phase 1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Training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6" name="Rectangle: Rounded Corners 295">
              <a:extLst>
                <a:ext uri="{FF2B5EF4-FFF2-40B4-BE49-F238E27FC236}">
                  <a16:creationId xmlns:a16="http://schemas.microsoft.com/office/drawing/2014/main" id="{2E3848E0-C0F2-4C6C-B848-BA4DB6112349}"/>
                </a:ext>
              </a:extLst>
            </p:cNvPr>
            <p:cNvSpPr/>
            <p:nvPr/>
          </p:nvSpPr>
          <p:spPr>
            <a:xfrm>
              <a:off x="11716120" y="10173283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Training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Plan</a:t>
              </a:r>
            </a:p>
          </p:txBody>
        </p:sp>
        <p:sp>
          <p:nvSpPr>
            <p:cNvPr id="297" name="Rectangle: Rounded Corners 296">
              <a:extLst>
                <a:ext uri="{FF2B5EF4-FFF2-40B4-BE49-F238E27FC236}">
                  <a16:creationId xmlns:a16="http://schemas.microsoft.com/office/drawing/2014/main" id="{5E000030-8975-4E25-967B-4AD222061B63}"/>
                </a:ext>
              </a:extLst>
            </p:cNvPr>
            <p:cNvSpPr/>
            <p:nvPr/>
          </p:nvSpPr>
          <p:spPr>
            <a:xfrm>
              <a:off x="11716120" y="11022717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Support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Plan</a:t>
              </a:r>
            </a:p>
          </p:txBody>
        </p:sp>
      </p:grp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B2352EFD-878B-465D-8099-6843ED9C77A8}"/>
              </a:ext>
            </a:extLst>
          </p:cNvPr>
          <p:cNvCxnSpPr>
            <a:cxnSpLocks/>
            <a:stCxn id="296" idx="3"/>
            <a:endCxn id="388" idx="1"/>
          </p:cNvCxnSpPr>
          <p:nvPr/>
        </p:nvCxnSpPr>
        <p:spPr>
          <a:xfrm>
            <a:off x="11892308" y="9739652"/>
            <a:ext cx="505733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FC4B1B0E-91B1-4916-AA6B-268D7D250B08}"/>
              </a:ext>
            </a:extLst>
          </p:cNvPr>
          <p:cNvCxnSpPr>
            <a:cxnSpLocks/>
            <a:stCxn id="297" idx="3"/>
            <a:endCxn id="389" idx="1"/>
          </p:cNvCxnSpPr>
          <p:nvPr/>
        </p:nvCxnSpPr>
        <p:spPr>
          <a:xfrm>
            <a:off x="11892308" y="10589086"/>
            <a:ext cx="505733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358191-486E-4EB6-B19A-5329A5004584}"/>
              </a:ext>
            </a:extLst>
          </p:cNvPr>
          <p:cNvGrpSpPr/>
          <p:nvPr/>
        </p:nvGrpSpPr>
        <p:grpSpPr>
          <a:xfrm>
            <a:off x="23969212" y="3548821"/>
            <a:ext cx="797514" cy="4736378"/>
            <a:chOff x="25411961" y="4227252"/>
            <a:chExt cx="797514" cy="4736378"/>
          </a:xfrm>
        </p:grpSpPr>
        <p:sp>
          <p:nvSpPr>
            <p:cNvPr id="409" name="Rectangle: Rounded Corners 408">
              <a:extLst>
                <a:ext uri="{FF2B5EF4-FFF2-40B4-BE49-F238E27FC236}">
                  <a16:creationId xmlns:a16="http://schemas.microsoft.com/office/drawing/2014/main" id="{A955ECC6-1804-4E4A-A106-89C0E50BF815}"/>
                </a:ext>
              </a:extLst>
            </p:cNvPr>
            <p:cNvSpPr/>
            <p:nvPr/>
          </p:nvSpPr>
          <p:spPr>
            <a:xfrm>
              <a:off x="25411961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4</a:t>
              </a:r>
            </a:p>
          </p:txBody>
        </p:sp>
        <p:sp>
          <p:nvSpPr>
            <p:cNvPr id="710" name="Rectangle: Rounded Corners 709">
              <a:extLst>
                <a:ext uri="{FF2B5EF4-FFF2-40B4-BE49-F238E27FC236}">
                  <a16:creationId xmlns:a16="http://schemas.microsoft.com/office/drawing/2014/main" id="{27F561F1-E86B-49A8-ADF0-5A419FF6BC91}"/>
                </a:ext>
              </a:extLst>
            </p:cNvPr>
            <p:cNvSpPr/>
            <p:nvPr/>
          </p:nvSpPr>
          <p:spPr>
            <a:xfrm>
              <a:off x="25417475" y="762459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Hardware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3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</a:p>
          </p:txBody>
        </p:sp>
        <p:sp>
          <p:nvSpPr>
            <p:cNvPr id="411" name="Rectangle: Rounded Corners 410">
              <a:extLst>
                <a:ext uri="{FF2B5EF4-FFF2-40B4-BE49-F238E27FC236}">
                  <a16:creationId xmlns:a16="http://schemas.microsoft.com/office/drawing/2014/main" id="{0389949E-88FF-439C-9387-9ADF0F52B8A7}"/>
                </a:ext>
              </a:extLst>
            </p:cNvPr>
            <p:cNvSpPr/>
            <p:nvPr/>
          </p:nvSpPr>
          <p:spPr>
            <a:xfrm>
              <a:off x="25411961" y="847403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3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12" name="Straight Arrow Connector 411">
            <a:extLst>
              <a:ext uri="{FF2B5EF4-FFF2-40B4-BE49-F238E27FC236}">
                <a16:creationId xmlns:a16="http://schemas.microsoft.com/office/drawing/2014/main" id="{2BE1FAB0-851C-472E-9041-C077665E9366}"/>
              </a:ext>
            </a:extLst>
          </p:cNvPr>
          <p:cNvCxnSpPr>
            <a:cxnSpLocks/>
            <a:stCxn id="369" idx="3"/>
            <a:endCxn id="411" idx="1"/>
          </p:cNvCxnSpPr>
          <p:nvPr/>
        </p:nvCxnSpPr>
        <p:spPr>
          <a:xfrm>
            <a:off x="23593714" y="7191353"/>
            <a:ext cx="375498" cy="84904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F280EC31-4D14-4CDD-BFB1-2F72DD550E21}"/>
              </a:ext>
            </a:extLst>
          </p:cNvPr>
          <p:cNvCxnSpPr>
            <a:cxnSpLocks/>
            <a:stCxn id="411" idx="3"/>
            <a:endCxn id="417" idx="1"/>
          </p:cNvCxnSpPr>
          <p:nvPr/>
        </p:nvCxnSpPr>
        <p:spPr>
          <a:xfrm flipV="1">
            <a:off x="24761212" y="8040013"/>
            <a:ext cx="381012" cy="386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AAB7A7-A66F-4A41-9EBC-642B88713862}"/>
              </a:ext>
            </a:extLst>
          </p:cNvPr>
          <p:cNvGrpSpPr/>
          <p:nvPr/>
        </p:nvGrpSpPr>
        <p:grpSpPr>
          <a:xfrm>
            <a:off x="20455757" y="3548821"/>
            <a:ext cx="796575" cy="9386147"/>
            <a:chOff x="21672917" y="4227252"/>
            <a:chExt cx="796575" cy="9386147"/>
          </a:xfrm>
        </p:grpSpPr>
        <p:sp>
          <p:nvSpPr>
            <p:cNvPr id="406" name="Rectangle: Rounded Corners 405">
              <a:extLst>
                <a:ext uri="{FF2B5EF4-FFF2-40B4-BE49-F238E27FC236}">
                  <a16:creationId xmlns:a16="http://schemas.microsoft.com/office/drawing/2014/main" id="{9E44CA7C-3278-4450-916B-C425033E2722}"/>
                </a:ext>
              </a:extLst>
            </p:cNvPr>
            <p:cNvSpPr/>
            <p:nvPr/>
          </p:nvSpPr>
          <p:spPr>
            <a:xfrm>
              <a:off x="21675681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Lessons Learned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Meeting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7" name="Rectangle: Rounded Corners 366">
              <a:extLst>
                <a:ext uri="{FF2B5EF4-FFF2-40B4-BE49-F238E27FC236}">
                  <a16:creationId xmlns:a16="http://schemas.microsoft.com/office/drawing/2014/main" id="{E9C3E21F-5A57-42D2-9E73-0BD5B069FB90}"/>
                </a:ext>
              </a:extLst>
            </p:cNvPr>
            <p:cNvSpPr/>
            <p:nvPr/>
          </p:nvSpPr>
          <p:spPr>
            <a:xfrm>
              <a:off x="21677492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Build 2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0" name="Rectangle: Rounded Corners 329">
              <a:extLst>
                <a:ext uri="{FF2B5EF4-FFF2-40B4-BE49-F238E27FC236}">
                  <a16:creationId xmlns:a16="http://schemas.microsoft.com/office/drawing/2014/main" id="{BAFFC51C-0990-495D-8762-0D513BBFDE3D}"/>
                </a:ext>
              </a:extLst>
            </p:cNvPr>
            <p:cNvSpPr/>
            <p:nvPr/>
          </p:nvSpPr>
          <p:spPr>
            <a:xfrm>
              <a:off x="21677492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2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4" name="Rectangle: Rounded Corners 413">
              <a:extLst>
                <a:ext uri="{FF2B5EF4-FFF2-40B4-BE49-F238E27FC236}">
                  <a16:creationId xmlns:a16="http://schemas.microsoft.com/office/drawing/2014/main" id="{983148D0-45CF-42DA-8ADB-5CB7CAA15B6B}"/>
                </a:ext>
              </a:extLst>
            </p:cNvPr>
            <p:cNvSpPr/>
            <p:nvPr/>
          </p:nvSpPr>
          <p:spPr>
            <a:xfrm>
              <a:off x="21672917" y="847403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1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68B6F8-FDE6-4ACC-A0BB-20BEDCB2230E}"/>
              </a:ext>
            </a:extLst>
          </p:cNvPr>
          <p:cNvGrpSpPr/>
          <p:nvPr/>
        </p:nvGrpSpPr>
        <p:grpSpPr>
          <a:xfrm>
            <a:off x="25142224" y="3548821"/>
            <a:ext cx="796575" cy="4735992"/>
            <a:chOff x="26656784" y="4227252"/>
            <a:chExt cx="796575" cy="4735992"/>
          </a:xfrm>
        </p:grpSpPr>
        <p:sp>
          <p:nvSpPr>
            <p:cNvPr id="410" name="Rectangle: Rounded Corners 409">
              <a:extLst>
                <a:ext uri="{FF2B5EF4-FFF2-40B4-BE49-F238E27FC236}">
                  <a16:creationId xmlns:a16="http://schemas.microsoft.com/office/drawing/2014/main" id="{2929B2A4-75A5-4D58-99FA-B242C9B3FC4E}"/>
                </a:ext>
              </a:extLst>
            </p:cNvPr>
            <p:cNvSpPr/>
            <p:nvPr/>
          </p:nvSpPr>
          <p:spPr>
            <a:xfrm>
              <a:off x="26656784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4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1" name="Rectangle: Rounded Corners 710">
              <a:extLst>
                <a:ext uri="{FF2B5EF4-FFF2-40B4-BE49-F238E27FC236}">
                  <a16:creationId xmlns:a16="http://schemas.microsoft.com/office/drawing/2014/main" id="{07B53FD1-576C-4803-BEED-728BAA6C320E}"/>
                </a:ext>
              </a:extLst>
            </p:cNvPr>
            <p:cNvSpPr/>
            <p:nvPr/>
          </p:nvSpPr>
          <p:spPr>
            <a:xfrm>
              <a:off x="26661359" y="762459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Final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7" name="Rectangle: Rounded Corners 416">
              <a:extLst>
                <a:ext uri="{FF2B5EF4-FFF2-40B4-BE49-F238E27FC236}">
                  <a16:creationId xmlns:a16="http://schemas.microsoft.com/office/drawing/2014/main" id="{715D7BB4-D1D9-4FF3-90CC-F0AD8FA971CE}"/>
                </a:ext>
              </a:extLst>
            </p:cNvPr>
            <p:cNvSpPr/>
            <p:nvPr/>
          </p:nvSpPr>
          <p:spPr>
            <a:xfrm>
              <a:off x="26656784" y="847364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3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163555-D5A0-480C-8EED-BDA29E9D69CD}"/>
              </a:ext>
            </a:extLst>
          </p:cNvPr>
          <p:cNvGrpSpPr/>
          <p:nvPr/>
        </p:nvGrpSpPr>
        <p:grpSpPr>
          <a:xfrm>
            <a:off x="30984289" y="5247687"/>
            <a:ext cx="796575" cy="3037126"/>
            <a:chOff x="30391253" y="5926118"/>
            <a:chExt cx="796575" cy="3037126"/>
          </a:xfrm>
        </p:grpSpPr>
        <p:sp>
          <p:nvSpPr>
            <p:cNvPr id="335" name="Rectangle: Rounded Corners 334">
              <a:extLst>
                <a:ext uri="{FF2B5EF4-FFF2-40B4-BE49-F238E27FC236}">
                  <a16:creationId xmlns:a16="http://schemas.microsoft.com/office/drawing/2014/main" id="{4F6D27A5-9D2C-42AB-8E01-2B085A2B3B31}"/>
                </a:ext>
              </a:extLst>
            </p:cNvPr>
            <p:cNvSpPr/>
            <p:nvPr/>
          </p:nvSpPr>
          <p:spPr>
            <a:xfrm>
              <a:off x="30391253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1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9" name="Rectangle: Rounded Corners 418">
              <a:extLst>
                <a:ext uri="{FF2B5EF4-FFF2-40B4-BE49-F238E27FC236}">
                  <a16:creationId xmlns:a16="http://schemas.microsoft.com/office/drawing/2014/main" id="{8566A838-EA45-4CB1-9CF2-6D192809B1A9}"/>
                </a:ext>
              </a:extLst>
            </p:cNvPr>
            <p:cNvSpPr/>
            <p:nvPr/>
          </p:nvSpPr>
          <p:spPr>
            <a:xfrm>
              <a:off x="30395828" y="847364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4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7DB3EC-6193-4D04-B51D-F6DF60BB02ED}"/>
              </a:ext>
            </a:extLst>
          </p:cNvPr>
          <p:cNvGrpSpPr/>
          <p:nvPr/>
        </p:nvGrpSpPr>
        <p:grpSpPr>
          <a:xfrm>
            <a:off x="38010890" y="5247687"/>
            <a:ext cx="795944" cy="3031278"/>
            <a:chOff x="37856247" y="5926118"/>
            <a:chExt cx="795944" cy="3031278"/>
          </a:xfrm>
        </p:grpSpPr>
        <p:sp>
          <p:nvSpPr>
            <p:cNvPr id="341" name="Rectangle: Rounded Corners 340">
              <a:extLst>
                <a:ext uri="{FF2B5EF4-FFF2-40B4-BE49-F238E27FC236}">
                  <a16:creationId xmlns:a16="http://schemas.microsoft.com/office/drawing/2014/main" id="{860B0B23-9FB5-4295-AC3B-036DD642BA0C}"/>
                </a:ext>
              </a:extLst>
            </p:cNvPr>
            <p:cNvSpPr/>
            <p:nvPr/>
          </p:nvSpPr>
          <p:spPr>
            <a:xfrm>
              <a:off x="37860191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 Certification</a:t>
              </a:r>
            </a:p>
          </p:txBody>
        </p:sp>
        <p:sp>
          <p:nvSpPr>
            <p:cNvPr id="420" name="Rectangle: Rounded Corners 419">
              <a:extLst>
                <a:ext uri="{FF2B5EF4-FFF2-40B4-BE49-F238E27FC236}">
                  <a16:creationId xmlns:a16="http://schemas.microsoft.com/office/drawing/2014/main" id="{67B22E6E-16FE-4364-AC9F-39ADEF656C1F}"/>
                </a:ext>
              </a:extLst>
            </p:cNvPr>
            <p:cNvSpPr/>
            <p:nvPr/>
          </p:nvSpPr>
          <p:spPr>
            <a:xfrm>
              <a:off x="37856247" y="8467796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7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0ABE3758-036D-4960-9468-6B850880B96C}"/>
              </a:ext>
            </a:extLst>
          </p:cNvPr>
          <p:cNvCxnSpPr>
            <a:cxnSpLocks/>
            <a:stCxn id="371" idx="3"/>
            <a:endCxn id="420" idx="1"/>
          </p:cNvCxnSpPr>
          <p:nvPr/>
        </p:nvCxnSpPr>
        <p:spPr>
          <a:xfrm flipV="1">
            <a:off x="37631448" y="8034165"/>
            <a:ext cx="379442" cy="77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C512D03E-FED6-4A6F-AA19-13087C1E730A}"/>
              </a:ext>
            </a:extLst>
          </p:cNvPr>
          <p:cNvCxnSpPr>
            <a:cxnSpLocks/>
            <a:stCxn id="419" idx="3"/>
            <a:endCxn id="300" idx="1"/>
          </p:cNvCxnSpPr>
          <p:nvPr/>
        </p:nvCxnSpPr>
        <p:spPr>
          <a:xfrm flipV="1">
            <a:off x="31780864" y="8036278"/>
            <a:ext cx="375498" cy="3735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Arrow Connector 424">
            <a:extLst>
              <a:ext uri="{FF2B5EF4-FFF2-40B4-BE49-F238E27FC236}">
                <a16:creationId xmlns:a16="http://schemas.microsoft.com/office/drawing/2014/main" id="{DA37733D-2998-40C8-8B9D-CDB2885D3DE0}"/>
              </a:ext>
            </a:extLst>
          </p:cNvPr>
          <p:cNvCxnSpPr>
            <a:cxnSpLocks/>
            <a:stCxn id="417" idx="3"/>
            <a:endCxn id="370" idx="1"/>
          </p:cNvCxnSpPr>
          <p:nvPr/>
        </p:nvCxnSpPr>
        <p:spPr>
          <a:xfrm>
            <a:off x="25934224" y="8040013"/>
            <a:ext cx="3882567" cy="77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FE8DDBA-D0B8-4091-B62F-19753445A6B3}"/>
              </a:ext>
            </a:extLst>
          </p:cNvPr>
          <p:cNvCxnSpPr>
            <a:cxnSpLocks/>
            <a:stCxn id="416" idx="3"/>
            <a:endCxn id="411" idx="1"/>
          </p:cNvCxnSpPr>
          <p:nvPr/>
        </p:nvCxnSpPr>
        <p:spPr>
          <a:xfrm>
            <a:off x="23589139" y="8040399"/>
            <a:ext cx="380073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EA69A9-45C9-4F6A-B28F-7C6140D61AAF}"/>
              </a:ext>
            </a:extLst>
          </p:cNvPr>
          <p:cNvGrpSpPr/>
          <p:nvPr/>
        </p:nvGrpSpPr>
        <p:grpSpPr>
          <a:xfrm>
            <a:off x="32156362" y="5247687"/>
            <a:ext cx="798547" cy="3033391"/>
            <a:chOff x="31629529" y="5926118"/>
            <a:chExt cx="798547" cy="3033391"/>
          </a:xfrm>
        </p:grpSpPr>
        <p:sp>
          <p:nvSpPr>
            <p:cNvPr id="336" name="Rectangle: Rounded Corners 335">
              <a:extLst>
                <a:ext uri="{FF2B5EF4-FFF2-40B4-BE49-F238E27FC236}">
                  <a16:creationId xmlns:a16="http://schemas.microsoft.com/office/drawing/2014/main" id="{905D80E8-4485-43DF-BC19-D667F00B5C5C}"/>
                </a:ext>
              </a:extLst>
            </p:cNvPr>
            <p:cNvSpPr/>
            <p:nvPr/>
          </p:nvSpPr>
          <p:spPr>
            <a:xfrm>
              <a:off x="31636076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2</a:t>
              </a: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8EF5B51-FCDA-4770-A2D3-7DFE1474B111}"/>
                </a:ext>
              </a:extLst>
            </p:cNvPr>
            <p:cNvSpPr/>
            <p:nvPr/>
          </p:nvSpPr>
          <p:spPr>
            <a:xfrm>
              <a:off x="31629529" y="846990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5</a:t>
              </a:r>
            </a:p>
          </p:txBody>
        </p:sp>
      </p:grpSp>
      <p:cxnSp>
        <p:nvCxnSpPr>
          <p:cNvPr id="301" name="Straight Arrow Connector 300">
            <a:extLst>
              <a:ext uri="{FF2B5EF4-FFF2-40B4-BE49-F238E27FC236}">
                <a16:creationId xmlns:a16="http://schemas.microsoft.com/office/drawing/2014/main" id="{2E700A8B-D928-4400-B647-6D8BEA16600C}"/>
              </a:ext>
            </a:extLst>
          </p:cNvPr>
          <p:cNvCxnSpPr>
            <a:cxnSpLocks/>
            <a:stCxn id="300" idx="3"/>
            <a:endCxn id="302" idx="1"/>
          </p:cNvCxnSpPr>
          <p:nvPr/>
        </p:nvCxnSpPr>
        <p:spPr>
          <a:xfrm flipV="1">
            <a:off x="32948362" y="8035505"/>
            <a:ext cx="382045" cy="77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DB825F-9214-4312-80F3-50BF9141C6C3}"/>
              </a:ext>
            </a:extLst>
          </p:cNvPr>
          <p:cNvGrpSpPr/>
          <p:nvPr/>
        </p:nvGrpSpPr>
        <p:grpSpPr>
          <a:xfrm>
            <a:off x="33330407" y="5247687"/>
            <a:ext cx="793972" cy="3032618"/>
            <a:chOff x="32878927" y="5926118"/>
            <a:chExt cx="793972" cy="3032618"/>
          </a:xfrm>
        </p:grpSpPr>
        <p:sp>
          <p:nvSpPr>
            <p:cNvPr id="337" name="Rectangle: Rounded Corners 336">
              <a:extLst>
                <a:ext uri="{FF2B5EF4-FFF2-40B4-BE49-F238E27FC236}">
                  <a16:creationId xmlns:a16="http://schemas.microsoft.com/office/drawing/2014/main" id="{17E0B581-C5A0-42B3-A7F0-E25F6A98E1D1}"/>
                </a:ext>
              </a:extLst>
            </p:cNvPr>
            <p:cNvSpPr/>
            <p:nvPr/>
          </p:nvSpPr>
          <p:spPr>
            <a:xfrm>
              <a:off x="32880899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2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" name="Rectangle: Rounded Corners 301">
              <a:extLst>
                <a:ext uri="{FF2B5EF4-FFF2-40B4-BE49-F238E27FC236}">
                  <a16:creationId xmlns:a16="http://schemas.microsoft.com/office/drawing/2014/main" id="{0E4BDDB6-AA5E-44AD-9FAA-F72006452016}"/>
                </a:ext>
              </a:extLst>
            </p:cNvPr>
            <p:cNvSpPr/>
            <p:nvPr/>
          </p:nvSpPr>
          <p:spPr>
            <a:xfrm>
              <a:off x="32878927" y="8469136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5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68BA1361-898A-444A-B390-2FCD3AA9292E}"/>
              </a:ext>
            </a:extLst>
          </p:cNvPr>
          <p:cNvCxnSpPr>
            <a:cxnSpLocks/>
            <a:stCxn id="302" idx="3"/>
            <a:endCxn id="436" idx="1"/>
          </p:cNvCxnSpPr>
          <p:nvPr/>
        </p:nvCxnSpPr>
        <p:spPr>
          <a:xfrm>
            <a:off x="34122407" y="8035505"/>
            <a:ext cx="377470" cy="605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A2D42BC-9ACB-4C81-A7AA-7BD837FE8D4D}"/>
              </a:ext>
            </a:extLst>
          </p:cNvPr>
          <p:cNvGrpSpPr/>
          <p:nvPr/>
        </p:nvGrpSpPr>
        <p:grpSpPr>
          <a:xfrm>
            <a:off x="34499877" y="5247687"/>
            <a:ext cx="792000" cy="3038671"/>
            <a:chOff x="34125722" y="5926118"/>
            <a:chExt cx="792000" cy="3038671"/>
          </a:xfrm>
        </p:grpSpPr>
        <p:sp>
          <p:nvSpPr>
            <p:cNvPr id="338" name="Rectangle: Rounded Corners 337">
              <a:extLst>
                <a:ext uri="{FF2B5EF4-FFF2-40B4-BE49-F238E27FC236}">
                  <a16:creationId xmlns:a16="http://schemas.microsoft.com/office/drawing/2014/main" id="{5CD204BF-6576-4807-8830-D777C03B1BB6}"/>
                </a:ext>
              </a:extLst>
            </p:cNvPr>
            <p:cNvSpPr/>
            <p:nvPr/>
          </p:nvSpPr>
          <p:spPr>
            <a:xfrm>
              <a:off x="34125722" y="5926118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System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Build Final</a:t>
              </a:r>
            </a:p>
          </p:txBody>
        </p:sp>
        <p:sp>
          <p:nvSpPr>
            <p:cNvPr id="436" name="Rectangle: Rounded Corners 435">
              <a:extLst>
                <a:ext uri="{FF2B5EF4-FFF2-40B4-BE49-F238E27FC236}">
                  <a16:creationId xmlns:a16="http://schemas.microsoft.com/office/drawing/2014/main" id="{F0FEA96D-65FC-4F55-9953-9644D1572982}"/>
                </a:ext>
              </a:extLst>
            </p:cNvPr>
            <p:cNvSpPr/>
            <p:nvPr/>
          </p:nvSpPr>
          <p:spPr>
            <a:xfrm>
              <a:off x="34125722" y="847518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Facilities Build 6</a:t>
              </a:r>
            </a:p>
          </p:txBody>
        </p:sp>
      </p:grp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22C6F986-D84E-4D02-981F-CA1F5C5904D1}"/>
              </a:ext>
            </a:extLst>
          </p:cNvPr>
          <p:cNvCxnSpPr>
            <a:cxnSpLocks/>
            <a:stCxn id="436" idx="3"/>
            <a:endCxn id="439" idx="1"/>
          </p:cNvCxnSpPr>
          <p:nvPr/>
        </p:nvCxnSpPr>
        <p:spPr>
          <a:xfrm flipV="1">
            <a:off x="35291877" y="8040785"/>
            <a:ext cx="380073" cy="773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75EF8C49-22D8-4D40-B69D-CB38445A6AF7}"/>
              </a:ext>
            </a:extLst>
          </p:cNvPr>
          <p:cNvCxnSpPr>
            <a:cxnSpLocks/>
            <a:stCxn id="334" idx="3"/>
            <a:endCxn id="300" idx="1"/>
          </p:cNvCxnSpPr>
          <p:nvPr/>
        </p:nvCxnSpPr>
        <p:spPr>
          <a:xfrm>
            <a:off x="30608791" y="5492487"/>
            <a:ext cx="1547571" cy="254379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Arrow Connector 440">
            <a:extLst>
              <a:ext uri="{FF2B5EF4-FFF2-40B4-BE49-F238E27FC236}">
                <a16:creationId xmlns:a16="http://schemas.microsoft.com/office/drawing/2014/main" id="{484968E8-C004-4B06-9797-AE612E0BB8E4}"/>
              </a:ext>
            </a:extLst>
          </p:cNvPr>
          <p:cNvCxnSpPr>
            <a:cxnSpLocks/>
            <a:stCxn id="439" idx="3"/>
            <a:endCxn id="371" idx="1"/>
          </p:cNvCxnSpPr>
          <p:nvPr/>
        </p:nvCxnSpPr>
        <p:spPr>
          <a:xfrm flipV="1">
            <a:off x="36463950" y="8034938"/>
            <a:ext cx="375498" cy="5847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0EE8F3CB-04D6-4EC7-9110-241695A8D848}"/>
              </a:ext>
            </a:extLst>
          </p:cNvPr>
          <p:cNvCxnSpPr>
            <a:cxnSpLocks/>
            <a:stCxn id="336" idx="3"/>
            <a:endCxn id="436" idx="1"/>
          </p:cNvCxnSpPr>
          <p:nvPr/>
        </p:nvCxnSpPr>
        <p:spPr>
          <a:xfrm>
            <a:off x="32954909" y="5492487"/>
            <a:ext cx="1544968" cy="2549071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1F31EA-3063-4193-BB63-DDC37C5C5239}"/>
              </a:ext>
            </a:extLst>
          </p:cNvPr>
          <p:cNvGrpSpPr/>
          <p:nvPr/>
        </p:nvGrpSpPr>
        <p:grpSpPr>
          <a:xfrm>
            <a:off x="22797139" y="3548821"/>
            <a:ext cx="796575" cy="9386147"/>
            <a:chOff x="24162563" y="4227252"/>
            <a:chExt cx="796575" cy="9386147"/>
          </a:xfrm>
        </p:grpSpPr>
        <p:sp>
          <p:nvSpPr>
            <p:cNvPr id="369" name="Rectangle: Rounded Corners 368">
              <a:extLst>
                <a:ext uri="{FF2B5EF4-FFF2-40B4-BE49-F238E27FC236}">
                  <a16:creationId xmlns:a16="http://schemas.microsoft.com/office/drawing/2014/main" id="{C3DAA5B6-19F0-4BB4-A7E5-AD10CC45773A}"/>
                </a:ext>
              </a:extLst>
            </p:cNvPr>
            <p:cNvSpPr/>
            <p:nvPr/>
          </p:nvSpPr>
          <p:spPr>
            <a:xfrm>
              <a:off x="24167138" y="7624984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Hardware Build 3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2" name="Rectangle: Rounded Corners 331">
              <a:extLst>
                <a:ext uri="{FF2B5EF4-FFF2-40B4-BE49-F238E27FC236}">
                  <a16:creationId xmlns:a16="http://schemas.microsoft.com/office/drawing/2014/main" id="{A0726350-89EE-48D5-9EFD-82C185F1215B}"/>
                </a:ext>
              </a:extLst>
            </p:cNvPr>
            <p:cNvSpPr/>
            <p:nvPr/>
          </p:nvSpPr>
          <p:spPr>
            <a:xfrm>
              <a:off x="24167138" y="4227252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Software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Sprint 3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</a:rPr>
                <a:t>Test</a:t>
              </a:r>
              <a:endParaRPr lang="en-CA" sz="800" b="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6" name="Rectangle: Rounded Corners 415">
              <a:extLst>
                <a:ext uri="{FF2B5EF4-FFF2-40B4-BE49-F238E27FC236}">
                  <a16:creationId xmlns:a16="http://schemas.microsoft.com/office/drawing/2014/main" id="{0F29E6A7-8EE0-4D09-A9FC-E35F9B1F3B30}"/>
                </a:ext>
              </a:extLst>
            </p:cNvPr>
            <p:cNvSpPr/>
            <p:nvPr/>
          </p:nvSpPr>
          <p:spPr>
            <a:xfrm>
              <a:off x="24162563" y="8474030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Inspection</a:t>
              </a:r>
              <a:b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</a:br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Build 2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7" name="Rectangle: Rounded Corners 426">
              <a:extLst>
                <a:ext uri="{FF2B5EF4-FFF2-40B4-BE49-F238E27FC236}">
                  <a16:creationId xmlns:a16="http://schemas.microsoft.com/office/drawing/2014/main" id="{8D613C4A-C75E-4D52-B497-858992815727}"/>
                </a:ext>
              </a:extLst>
            </p:cNvPr>
            <p:cNvSpPr/>
            <p:nvPr/>
          </p:nvSpPr>
          <p:spPr>
            <a:xfrm>
              <a:off x="24162563" y="13123799"/>
              <a:ext cx="792000" cy="489600"/>
            </a:xfrm>
            <a:prstGeom prst="round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Project</a:t>
              </a:r>
            </a:p>
            <a:p>
              <a:pPr algn="ctr"/>
              <a:r>
                <a:rPr lang="en-CA" sz="800" b="1" spc="-1" dirty="0">
                  <a:solidFill>
                    <a:schemeClr val="tx1"/>
                  </a:solidFill>
                  <a:latin typeface="Arial" panose="020B0604020202020204" pitchFamily="34" charset="0"/>
                  <a:ea typeface="Microsoft YaHei"/>
                </a:rPr>
                <a:t>Final Report</a:t>
              </a:r>
              <a:endParaRPr lang="en-CA" sz="800" b="1" spc="-1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429" name="Straight Arrow Connector 428">
            <a:extLst>
              <a:ext uri="{FF2B5EF4-FFF2-40B4-BE49-F238E27FC236}">
                <a16:creationId xmlns:a16="http://schemas.microsoft.com/office/drawing/2014/main" id="{5E3A8A33-B6BC-4EE8-BFDC-13BA444C7435}"/>
              </a:ext>
            </a:extLst>
          </p:cNvPr>
          <p:cNvCxnSpPr>
            <a:cxnSpLocks/>
            <a:stCxn id="407" idx="3"/>
            <a:endCxn id="427" idx="1"/>
          </p:cNvCxnSpPr>
          <p:nvPr/>
        </p:nvCxnSpPr>
        <p:spPr>
          <a:xfrm>
            <a:off x="22419830" y="12690168"/>
            <a:ext cx="377309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" name="Rectangle: Rounded Corners 429">
            <a:extLst>
              <a:ext uri="{FF2B5EF4-FFF2-40B4-BE49-F238E27FC236}">
                <a16:creationId xmlns:a16="http://schemas.microsoft.com/office/drawing/2014/main" id="{04011F02-48B7-48EB-B929-51B8ADC20219}"/>
              </a:ext>
            </a:extLst>
          </p:cNvPr>
          <p:cNvSpPr/>
          <p:nvPr/>
        </p:nvSpPr>
        <p:spPr>
          <a:xfrm>
            <a:off x="27481795" y="3548821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Software</a:t>
            </a:r>
            <a:b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Sprint 5</a:t>
            </a:r>
            <a:b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Test</a:t>
            </a:r>
            <a:endParaRPr lang="en-CA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2" name="Rectangle: Rounded Corners 431">
            <a:extLst>
              <a:ext uri="{FF2B5EF4-FFF2-40B4-BE49-F238E27FC236}">
                <a16:creationId xmlns:a16="http://schemas.microsoft.com/office/drawing/2014/main" id="{F83645F5-2234-4ECC-95FA-FF4DAAEB2DE7}"/>
              </a:ext>
            </a:extLst>
          </p:cNvPr>
          <p:cNvSpPr/>
          <p:nvPr/>
        </p:nvSpPr>
        <p:spPr>
          <a:xfrm>
            <a:off x="26314297" y="3548821"/>
            <a:ext cx="792000" cy="489600"/>
          </a:xfrm>
          <a:prstGeom prst="roundRect">
            <a:avLst/>
          </a:prstGeom>
          <a:solidFill>
            <a:srgbClr val="EAEAE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Software</a:t>
            </a:r>
            <a:b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CA" sz="800" b="1" spc="-1" dirty="0">
                <a:solidFill>
                  <a:schemeClr val="tx1"/>
                </a:solidFill>
                <a:latin typeface="Arial" panose="020B0604020202020204" pitchFamily="34" charset="0"/>
              </a:rPr>
              <a:t>Sprint 5</a:t>
            </a:r>
            <a:endParaRPr lang="en-CA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58A2B436-87EE-4E20-9EED-F0837375F349}"/>
              </a:ext>
            </a:extLst>
          </p:cNvPr>
          <p:cNvCxnSpPr>
            <a:cxnSpLocks/>
            <a:stCxn id="430" idx="3"/>
            <a:endCxn id="333" idx="1"/>
          </p:cNvCxnSpPr>
          <p:nvPr/>
        </p:nvCxnSpPr>
        <p:spPr>
          <a:xfrm>
            <a:off x="28273795" y="3793621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Arrow Connector 434">
            <a:extLst>
              <a:ext uri="{FF2B5EF4-FFF2-40B4-BE49-F238E27FC236}">
                <a16:creationId xmlns:a16="http://schemas.microsoft.com/office/drawing/2014/main" id="{EDCC6F89-F48F-4F78-9BD6-8437E24C0FA0}"/>
              </a:ext>
            </a:extLst>
          </p:cNvPr>
          <p:cNvCxnSpPr>
            <a:cxnSpLocks/>
            <a:stCxn id="432" idx="3"/>
            <a:endCxn id="430" idx="1"/>
          </p:cNvCxnSpPr>
          <p:nvPr/>
        </p:nvCxnSpPr>
        <p:spPr>
          <a:xfrm>
            <a:off x="27106297" y="3793621"/>
            <a:ext cx="375498" cy="0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993FABD5-9461-4448-812A-137667B5DC3C}"/>
              </a:ext>
            </a:extLst>
          </p:cNvPr>
          <p:cNvCxnSpPr>
            <a:cxnSpLocks/>
            <a:stCxn id="327" idx="3"/>
            <a:endCxn id="339" idx="1"/>
          </p:cNvCxnSpPr>
          <p:nvPr/>
        </p:nvCxnSpPr>
        <p:spPr>
          <a:xfrm>
            <a:off x="20080259" y="2944188"/>
            <a:ext cx="15587116" cy="2548299"/>
          </a:xfrm>
          <a:prstGeom prst="straightConnector1">
            <a:avLst/>
          </a:prstGeom>
          <a:ln>
            <a:solidFill>
              <a:srgbClr val="808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821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73479B3B86DF4F88CDECC6BD6FA5DC" ma:contentTypeVersion="18" ma:contentTypeDescription="Opprett et nytt dokument." ma:contentTypeScope="" ma:versionID="3754159ff34ddc46912f79acf55780a3">
  <xsd:schema xmlns:xsd="http://www.w3.org/2001/XMLSchema" xmlns:xs="http://www.w3.org/2001/XMLSchema" xmlns:p="http://schemas.microsoft.com/office/2006/metadata/properties" xmlns:ns2="15700c87-5547-428e-a808-210cffccada0" xmlns:ns3="400c38e1-b6e2-4061-96f5-3a83e4f3492a" targetNamespace="http://schemas.microsoft.com/office/2006/metadata/properties" ma:root="true" ma:fieldsID="ce4b15addf7a06b7b5dc3085e9adc893" ns2:_="" ns3:_="">
    <xsd:import namespace="15700c87-5547-428e-a808-210cffccada0"/>
    <xsd:import namespace="400c38e1-b6e2-4061-96f5-3a83e4f349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700c87-5547-428e-a808-210cffccad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7b32657b-12f9-4180-b5be-a75843c42e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38e1-b6e2-4061-96f5-3a83e4f3492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6cb161f-45c3-42c7-a6e9-be8c41fa98c8}" ma:internalName="TaxCatchAll" ma:showField="CatchAllData" ma:web="400c38e1-b6e2-4061-96f5-3a83e4f349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38e1-b6e2-4061-96f5-3a83e4f3492a" xsi:nil="true"/>
    <lcf76f155ced4ddcb4097134ff3c332f xmlns="15700c87-5547-428e-a808-210cffccada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805F05-4C64-4421-891A-7CAA6E10FB45}"/>
</file>

<file path=customXml/itemProps2.xml><?xml version="1.0" encoding="utf-8"?>
<ds:datastoreItem xmlns:ds="http://schemas.openxmlformats.org/officeDocument/2006/customXml" ds:itemID="{21416A7F-377C-4E80-B928-AB139F2260D0}">
  <ds:schemaRefs>
    <ds:schemaRef ds:uri="http://schemas.microsoft.com/office/2006/metadata/properties"/>
    <ds:schemaRef ds:uri="http://schemas.microsoft.com/office/infopath/2007/PartnerControls"/>
    <ds:schemaRef ds:uri="400c38e1-b6e2-4061-96f5-3a83e4f3492a"/>
    <ds:schemaRef ds:uri="15700c87-5547-428e-a808-210cffccada0"/>
  </ds:schemaRefs>
</ds:datastoreItem>
</file>

<file path=customXml/itemProps3.xml><?xml version="1.0" encoding="utf-8"?>
<ds:datastoreItem xmlns:ds="http://schemas.openxmlformats.org/officeDocument/2006/customXml" ds:itemID="{B0A3090A-06DB-4DCE-8EF9-BE313531AD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9508</TotalTime>
  <Words>448</Words>
  <Application>Microsoft Office PowerPoint</Application>
  <PresentationFormat>Egendefinert</PresentationFormat>
  <Paragraphs>175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6" baseType="lpstr">
      <vt:lpstr>Arial</vt:lpstr>
      <vt:lpstr>Symbol</vt:lpstr>
      <vt:lpstr>Times New Roman</vt:lpstr>
      <vt:lpstr>Wingdings</vt:lpstr>
      <vt:lpstr>Office Theme</vt:lpstr>
      <vt:lpstr>PowerPoint-presentasjon</vt:lpstr>
    </vt:vector>
  </TitlesOfParts>
  <Company>DeeplyPracticalPM.com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Devices Version 3</dc:title>
  <dc:subject/>
  <dc:creator>William Stewart</dc:creator>
  <dc:description/>
  <cp:lastModifiedBy>Bård Inge Austigard Pettersen</cp:lastModifiedBy>
  <cp:revision>80</cp:revision>
  <cp:lastPrinted>2020-10-17T16:31:56Z</cp:lastPrinted>
  <dcterms:created xsi:type="dcterms:W3CDTF">2019-10-12T10:37:35Z</dcterms:created>
  <dcterms:modified xsi:type="dcterms:W3CDTF">2025-03-04T02:39:47Z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0x0101001D73479B3B86DF4F88CDECC6BD6FA5DC</vt:lpwstr>
  </property>
  <property fmtid="{D5CDD505-2E9C-101B-9397-08002B2CF9AE}" pid="3" name="MediaServiceImageTags">
    <vt:lpwstr/>
  </property>
</Properties>
</file>