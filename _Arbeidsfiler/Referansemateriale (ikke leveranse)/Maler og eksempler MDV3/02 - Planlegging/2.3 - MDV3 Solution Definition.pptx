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8F8F8"/>
    <a:srgbClr val="DDDDDD"/>
    <a:srgbClr val="B2B2B2"/>
    <a:srgbClr val="EAEAEA"/>
    <a:srgbClr val="FFFFFF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 varScale="1">
        <p:scale>
          <a:sx n="193" d="100"/>
          <a:sy n="193" d="100"/>
        </p:scale>
        <p:origin x="437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2CE17F4A-57D7-4252-8036-3AE959ED9858}"/>
    <pc:docChg chg="custSel modSld">
      <pc:chgData name="Bård Inge Austigard Pettersen" userId="bebddd87-b0b6-46bf-b87e-7c2cbec16442" providerId="ADAL" clId="{2CE17F4A-57D7-4252-8036-3AE959ED9858}" dt="2025-03-04T02:38:48.060" v="1" actId="478"/>
      <pc:docMkLst>
        <pc:docMk/>
      </pc:docMkLst>
      <pc:sldChg chg="delSp mod">
        <pc:chgData name="Bård Inge Austigard Pettersen" userId="bebddd87-b0b6-46bf-b87e-7c2cbec16442" providerId="ADAL" clId="{2CE17F4A-57D7-4252-8036-3AE959ED9858}" dt="2025-03-04T02:38:48.060" v="1" actId="478"/>
        <pc:sldMkLst>
          <pc:docMk/>
          <pc:sldMk cId="1137921399" sldId="258"/>
        </pc:sldMkLst>
        <pc:spChg chg="del">
          <ac:chgData name="Bård Inge Austigard Pettersen" userId="bebddd87-b0b6-46bf-b87e-7c2cbec16442" providerId="ADAL" clId="{2CE17F4A-57D7-4252-8036-3AE959ED9858}" dt="2025-03-04T02:38:46.396" v="0" actId="478"/>
          <ac:spMkLst>
            <pc:docMk/>
            <pc:sldMk cId="1137921399" sldId="258"/>
            <ac:spMk id="58" creationId="{81DC7DB7-2958-43A8-B8EE-05695EBA7C48}"/>
          </ac:spMkLst>
        </pc:spChg>
        <pc:picChg chg="del">
          <ac:chgData name="Bård Inge Austigard Pettersen" userId="bebddd87-b0b6-46bf-b87e-7c2cbec16442" providerId="ADAL" clId="{2CE17F4A-57D7-4252-8036-3AE959ED9858}" dt="2025-03-04T02:38:48.060" v="1" actId="478"/>
          <ac:picMkLst>
            <pc:docMk/>
            <pc:sldMk cId="1137921399" sldId="258"/>
            <ac:picMk id="59" creationId="{E334BF2D-E9F2-4A49-849E-294B566B9BF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8108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392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61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9862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380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533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20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4000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370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353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551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D78FD-722C-4958-9B9D-8BB9A0054927}" type="datetimeFigureOut">
              <a:rPr lang="en-CA" smtClean="0"/>
              <a:t>2025-03-04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69EF3-27AA-4C9A-8EC3-CD4FAD04C5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53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A9D577B-C5F6-41BF-9A88-CEB0B8B694DF}"/>
              </a:ext>
            </a:extLst>
          </p:cNvPr>
          <p:cNvSpPr/>
          <p:nvPr/>
        </p:nvSpPr>
        <p:spPr>
          <a:xfrm>
            <a:off x="3009135" y="689525"/>
            <a:ext cx="31257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u="sng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Magical Devices Version 3 Facility Diagram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017E335-B5FD-4E20-8615-C3F5C2C7E9F3}"/>
              </a:ext>
            </a:extLst>
          </p:cNvPr>
          <p:cNvSpPr/>
          <p:nvPr/>
        </p:nvSpPr>
        <p:spPr>
          <a:xfrm>
            <a:off x="6829758" y="4981558"/>
            <a:ext cx="751084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ENG-DRW-45.9M</a:t>
            </a:r>
            <a:endParaRPr lang="en-CA" sz="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1777EC-F284-4FC5-BF26-33966BA3C3AE}"/>
              </a:ext>
            </a:extLst>
          </p:cNvPr>
          <p:cNvCxnSpPr>
            <a:cxnSpLocks/>
          </p:cNvCxnSpPr>
          <p:nvPr/>
        </p:nvCxnSpPr>
        <p:spPr>
          <a:xfrm>
            <a:off x="1992245" y="2550083"/>
            <a:ext cx="3334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D030313-0341-4461-9B43-C887948BD7FD}"/>
              </a:ext>
            </a:extLst>
          </p:cNvPr>
          <p:cNvCxnSpPr>
            <a:cxnSpLocks/>
          </p:cNvCxnSpPr>
          <p:nvPr/>
        </p:nvCxnSpPr>
        <p:spPr>
          <a:xfrm>
            <a:off x="1987889" y="3529797"/>
            <a:ext cx="3334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DD70433-4581-42FF-BE6C-F454ADBB277A}"/>
              </a:ext>
            </a:extLst>
          </p:cNvPr>
          <p:cNvCxnSpPr>
            <a:cxnSpLocks/>
          </p:cNvCxnSpPr>
          <p:nvPr/>
        </p:nvCxnSpPr>
        <p:spPr>
          <a:xfrm>
            <a:off x="1992240" y="4561765"/>
            <a:ext cx="3334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5FBF46E-9750-4BC4-9C4F-6E48F0FB139C}"/>
              </a:ext>
            </a:extLst>
          </p:cNvPr>
          <p:cNvSpPr/>
          <p:nvPr/>
        </p:nvSpPr>
        <p:spPr>
          <a:xfrm rot="16200000">
            <a:off x="1421586" y="3271041"/>
            <a:ext cx="140936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Decongestion Queueing</a:t>
            </a:r>
            <a:endParaRPr lang="en-CA" sz="8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64E762-6FD3-4080-BD1B-E9BDD9A1BCD4}"/>
              </a:ext>
            </a:extLst>
          </p:cNvPr>
          <p:cNvGrpSpPr/>
          <p:nvPr/>
        </p:nvGrpSpPr>
        <p:grpSpPr>
          <a:xfrm>
            <a:off x="1563157" y="1148250"/>
            <a:ext cx="6017685" cy="3929870"/>
            <a:chOff x="1563157" y="1148250"/>
            <a:chExt cx="6017685" cy="392987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F421268-2DD0-4528-A9B2-70A9646E4BA5}"/>
                </a:ext>
              </a:extLst>
            </p:cNvPr>
            <p:cNvGrpSpPr/>
            <p:nvPr/>
          </p:nvGrpSpPr>
          <p:grpSpPr>
            <a:xfrm>
              <a:off x="1563157" y="1148250"/>
              <a:ext cx="6017685" cy="3929870"/>
              <a:chOff x="1583084" y="1377805"/>
              <a:chExt cx="6017685" cy="392987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FEF8A58-72CC-408E-A275-11AA2BE8D9E9}"/>
                  </a:ext>
                </a:extLst>
              </p:cNvPr>
              <p:cNvSpPr/>
              <p:nvPr/>
            </p:nvSpPr>
            <p:spPr>
              <a:xfrm>
                <a:off x="3686069" y="1377805"/>
                <a:ext cx="1811714" cy="2308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900" b="1" u="sng" dirty="0"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rPr>
                  <a:t>MDV3 Production Facility</a:t>
                </a:r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938F021E-D5DB-4747-A872-67D5A063D040}"/>
                  </a:ext>
                </a:extLst>
              </p:cNvPr>
              <p:cNvGrpSpPr/>
              <p:nvPr/>
            </p:nvGrpSpPr>
            <p:grpSpPr>
              <a:xfrm>
                <a:off x="1583084" y="1588326"/>
                <a:ext cx="6017685" cy="3719349"/>
                <a:chOff x="1297334" y="1372426"/>
                <a:chExt cx="6017685" cy="3719349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E137B8F7-2451-4E0C-9A63-87E4E2EF93E2}"/>
                    </a:ext>
                  </a:extLst>
                </p:cNvPr>
                <p:cNvSpPr/>
                <p:nvPr/>
              </p:nvSpPr>
              <p:spPr>
                <a:xfrm>
                  <a:off x="1297334" y="1376039"/>
                  <a:ext cx="6017685" cy="3715736"/>
                </a:xfrm>
                <a:prstGeom prst="rect">
                  <a:avLst/>
                </a:prstGeom>
                <a:solidFill>
                  <a:srgbClr val="DDDDD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11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079A392A-1C82-4905-80B5-12674859FCFC}"/>
                    </a:ext>
                  </a:extLst>
                </p:cNvPr>
                <p:cNvSpPr/>
                <p:nvPr/>
              </p:nvSpPr>
              <p:spPr>
                <a:xfrm>
                  <a:off x="1297334" y="1376369"/>
                  <a:ext cx="1240464" cy="252000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Management Station</a:t>
                  </a:r>
                </a:p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CS1 – CS2 – CS3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86" name="Arrow: Bent-Up 85">
                  <a:extLst>
                    <a:ext uri="{FF2B5EF4-FFF2-40B4-BE49-F238E27FC236}">
                      <a16:creationId xmlns:a16="http://schemas.microsoft.com/office/drawing/2014/main" id="{CAF1D922-90C8-45EF-AF58-53AF45DD4EF2}"/>
                    </a:ext>
                  </a:extLst>
                </p:cNvPr>
                <p:cNvSpPr/>
                <p:nvPr/>
              </p:nvSpPr>
              <p:spPr>
                <a:xfrm rot="10800000">
                  <a:off x="1762021" y="1767886"/>
                  <a:ext cx="5182587" cy="3172930"/>
                </a:xfrm>
                <a:prstGeom prst="bentUpArrow">
                  <a:avLst>
                    <a:gd name="adj1" fmla="val 4773"/>
                    <a:gd name="adj2" fmla="val 3209"/>
                    <a:gd name="adj3" fmla="val 8435"/>
                  </a:avLst>
                </a:prstGeom>
                <a:pattFill prst="ltUp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CA" sz="11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Arrow: Right 89">
                  <a:extLst>
                    <a:ext uri="{FF2B5EF4-FFF2-40B4-BE49-F238E27FC236}">
                      <a16:creationId xmlns:a16="http://schemas.microsoft.com/office/drawing/2014/main" id="{C26DC13B-9231-49C8-8D69-2ED06A5018D6}"/>
                    </a:ext>
                  </a:extLst>
                </p:cNvPr>
                <p:cNvSpPr/>
                <p:nvPr/>
              </p:nvSpPr>
              <p:spPr>
                <a:xfrm rot="16200000">
                  <a:off x="5721246" y="3407440"/>
                  <a:ext cx="2923494" cy="246222"/>
                </a:xfrm>
                <a:prstGeom prst="rightArrow">
                  <a:avLst>
                    <a:gd name="adj1" fmla="val 51292"/>
                    <a:gd name="adj2" fmla="val 49071"/>
                  </a:avLst>
                </a:prstGeom>
                <a:pattFill prst="ltUp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Shipping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2630A7EB-68AF-408D-817F-C5996840E79F}"/>
                    </a:ext>
                  </a:extLst>
                </p:cNvPr>
                <p:cNvSpPr/>
                <p:nvPr/>
              </p:nvSpPr>
              <p:spPr>
                <a:xfrm>
                  <a:off x="3133175" y="1731969"/>
                  <a:ext cx="2683748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800" dirty="0"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Material Staging – Unpack, Fit, Deliver, Transfer</a:t>
                  </a:r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45DD53D9-D69B-4C22-A855-2FB559B28CF5}"/>
                    </a:ext>
                  </a:extLst>
                </p:cNvPr>
                <p:cNvSpPr/>
                <p:nvPr/>
              </p:nvSpPr>
              <p:spPr>
                <a:xfrm>
                  <a:off x="6133794" y="1376369"/>
                  <a:ext cx="896923" cy="252000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Power</a:t>
                  </a:r>
                </a:p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Facility, Prod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6925F6A6-2B60-4D9C-9BB7-B4E112280F79}"/>
                    </a:ext>
                  </a:extLst>
                </p:cNvPr>
                <p:cNvSpPr/>
                <p:nvPr/>
              </p:nvSpPr>
              <p:spPr>
                <a:xfrm>
                  <a:off x="2914131" y="1376369"/>
                  <a:ext cx="2264490" cy="252000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Equipment Spares –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Mgmt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, Control, Staging, Build, Assembly, Finishing, QA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E457EEAA-9097-477E-B966-FCFAA8B49EA2}"/>
                    </a:ext>
                  </a:extLst>
                </p:cNvPr>
                <p:cNvSpPr/>
                <p:nvPr/>
              </p:nvSpPr>
              <p:spPr>
                <a:xfrm>
                  <a:off x="5178621" y="1376369"/>
                  <a:ext cx="955174" cy="252000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Tools</a:t>
                  </a:r>
                </a:p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Facility, Prod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53B7656D-A171-4F86-8797-772EBB1E68A2}"/>
                    </a:ext>
                  </a:extLst>
                </p:cNvPr>
                <p:cNvSpPr/>
                <p:nvPr/>
              </p:nvSpPr>
              <p:spPr>
                <a:xfrm rot="16200000">
                  <a:off x="6847018" y="1556039"/>
                  <a:ext cx="648000" cy="288000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Loading Dock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25744187-6DC8-44B9-BB8D-A57C6835D1EC}"/>
                    </a:ext>
                  </a:extLst>
                </p:cNvPr>
                <p:cNvSpPr/>
                <p:nvPr/>
              </p:nvSpPr>
              <p:spPr>
                <a:xfrm>
                  <a:off x="1979053" y="3073356"/>
                  <a:ext cx="5056903" cy="892059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u="sng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Production Line 2</a:t>
                  </a: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B815AB33-31D1-4B3B-8CE7-AA2B9EE64729}"/>
                    </a:ext>
                  </a:extLst>
                </p:cNvPr>
                <p:cNvSpPr/>
                <p:nvPr/>
              </p:nvSpPr>
              <p:spPr>
                <a:xfrm>
                  <a:off x="2803377" y="3487322"/>
                  <a:ext cx="3381375" cy="172726"/>
                </a:xfrm>
                <a:prstGeom prst="rect">
                  <a:avLst/>
                </a:prstGeom>
                <a:solidFill>
                  <a:srgbClr val="EAEAEA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800"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37B44FCD-5549-4582-ADE2-F48463A63B56}"/>
                    </a:ext>
                  </a:extLst>
                </p:cNvPr>
                <p:cNvSpPr/>
                <p:nvPr/>
              </p:nvSpPr>
              <p:spPr>
                <a:xfrm>
                  <a:off x="1979053" y="4091215"/>
                  <a:ext cx="5056903" cy="892059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u="sng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Production Line 3</a:t>
                  </a: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FF29FC28-D448-49C3-B957-DF1818DE3265}"/>
                    </a:ext>
                  </a:extLst>
                </p:cNvPr>
                <p:cNvSpPr/>
                <p:nvPr/>
              </p:nvSpPr>
              <p:spPr>
                <a:xfrm>
                  <a:off x="2793743" y="4503976"/>
                  <a:ext cx="3381375" cy="172726"/>
                </a:xfrm>
                <a:prstGeom prst="rect">
                  <a:avLst/>
                </a:prstGeom>
                <a:solidFill>
                  <a:srgbClr val="EAEAEA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sz="800"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B5D3F08D-7E57-46CB-A0AE-41FAC4FF52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643414" y="1372426"/>
                  <a:ext cx="158658" cy="158658"/>
                </a:xfrm>
                <a:prstGeom prst="rect">
                  <a:avLst/>
                </a:prstGeom>
              </p:spPr>
            </p:pic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DA66D7A-C1EB-4F49-B331-E9AB61DD04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58565" y="1628369"/>
                  <a:ext cx="5306" cy="29088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E352A78B-BC6E-4F6A-ADE6-9E9EEDEE5F65}"/>
                    </a:ext>
                  </a:extLst>
                </p:cNvPr>
                <p:cNvGrpSpPr/>
                <p:nvPr/>
              </p:nvGrpSpPr>
              <p:grpSpPr>
                <a:xfrm rot="16200000">
                  <a:off x="1071222" y="2321526"/>
                  <a:ext cx="950400" cy="360003"/>
                  <a:chOff x="5642483" y="5706816"/>
                  <a:chExt cx="950400" cy="360003"/>
                </a:xfrm>
              </p:grpSpPr>
              <p:sp>
                <p:nvSpPr>
                  <p:cNvPr id="122" name="Rectangle 121">
                    <a:extLst>
                      <a:ext uri="{FF2B5EF4-FFF2-40B4-BE49-F238E27FC236}">
                        <a16:creationId xmlns:a16="http://schemas.microsoft.com/office/drawing/2014/main" id="{49F28A78-D4ED-4A7F-B2A0-CA05448B52A0}"/>
                      </a:ext>
                    </a:extLst>
                  </p:cNvPr>
                  <p:cNvSpPr/>
                  <p:nvPr/>
                </p:nvSpPr>
                <p:spPr>
                  <a:xfrm>
                    <a:off x="5642483" y="5706816"/>
                    <a:ext cx="950400" cy="180000"/>
                  </a:xfrm>
                  <a:prstGeom prst="rect">
                    <a:avLst/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8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rPr>
                      <a:t>Control Station 1</a:t>
                    </a:r>
                    <a:endParaRPr lang="en-CA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3" name="Rectangle 122">
                    <a:extLst>
                      <a:ext uri="{FF2B5EF4-FFF2-40B4-BE49-F238E27FC236}">
                        <a16:creationId xmlns:a16="http://schemas.microsoft.com/office/drawing/2014/main" id="{051DEA87-E92D-427A-B1E5-4A2B893BF04B}"/>
                      </a:ext>
                    </a:extLst>
                  </p:cNvPr>
                  <p:cNvSpPr/>
                  <p:nvPr/>
                </p:nvSpPr>
                <p:spPr>
                  <a:xfrm>
                    <a:off x="5642483" y="5886817"/>
                    <a:ext cx="316800" cy="180000"/>
                  </a:xfrm>
                  <a:prstGeom prst="rect">
                    <a:avLst/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8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rPr>
                      <a:t>CTL</a:t>
                    </a:r>
                    <a:endParaRPr lang="en-CA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1627FF95-764E-435F-9623-C5B2C13A741B}"/>
                      </a:ext>
                    </a:extLst>
                  </p:cNvPr>
                  <p:cNvSpPr/>
                  <p:nvPr/>
                </p:nvSpPr>
                <p:spPr>
                  <a:xfrm>
                    <a:off x="5959283" y="5886817"/>
                    <a:ext cx="316800" cy="180000"/>
                  </a:xfrm>
                  <a:prstGeom prst="rect">
                    <a:avLst/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8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rPr>
                      <a:t>RPT</a:t>
                    </a:r>
                    <a:endParaRPr lang="en-CA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5" name="Rectangle 124">
                    <a:extLst>
                      <a:ext uri="{FF2B5EF4-FFF2-40B4-BE49-F238E27FC236}">
                        <a16:creationId xmlns:a16="http://schemas.microsoft.com/office/drawing/2014/main" id="{14FCCCD6-2874-496E-9A22-1A8781F51D57}"/>
                      </a:ext>
                    </a:extLst>
                  </p:cNvPr>
                  <p:cNvSpPr/>
                  <p:nvPr/>
                </p:nvSpPr>
                <p:spPr>
                  <a:xfrm>
                    <a:off x="6276083" y="5886819"/>
                    <a:ext cx="316800" cy="180000"/>
                  </a:xfrm>
                  <a:prstGeom prst="rect">
                    <a:avLst/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8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rPr>
                      <a:t>INT</a:t>
                    </a:r>
                    <a:endParaRPr lang="en-CA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3C79DC7-1034-4F49-B507-E2013031A10E}"/>
                    </a:ext>
                  </a:extLst>
                </p:cNvPr>
                <p:cNvGrpSpPr/>
                <p:nvPr/>
              </p:nvGrpSpPr>
              <p:grpSpPr>
                <a:xfrm rot="16200000">
                  <a:off x="1071222" y="3339384"/>
                  <a:ext cx="950400" cy="360003"/>
                  <a:chOff x="5642483" y="5706816"/>
                  <a:chExt cx="950400" cy="360003"/>
                </a:xfrm>
              </p:grpSpPr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50308A30-0F06-4089-9561-87856D3CD5F7}"/>
                      </a:ext>
                    </a:extLst>
                  </p:cNvPr>
                  <p:cNvSpPr/>
                  <p:nvPr/>
                </p:nvSpPr>
                <p:spPr>
                  <a:xfrm>
                    <a:off x="5642483" y="5706816"/>
                    <a:ext cx="950400" cy="180000"/>
                  </a:xfrm>
                  <a:prstGeom prst="rect">
                    <a:avLst/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8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rPr>
                      <a:t>Control Station 2</a:t>
                    </a:r>
                    <a:endParaRPr lang="en-CA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2DD07940-25E3-4365-9E74-B39294BAFA6B}"/>
                      </a:ext>
                    </a:extLst>
                  </p:cNvPr>
                  <p:cNvSpPr/>
                  <p:nvPr/>
                </p:nvSpPr>
                <p:spPr>
                  <a:xfrm>
                    <a:off x="5642483" y="5886817"/>
                    <a:ext cx="316800" cy="180000"/>
                  </a:xfrm>
                  <a:prstGeom prst="rect">
                    <a:avLst/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8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rPr>
                      <a:t>CTL</a:t>
                    </a:r>
                    <a:endParaRPr lang="en-CA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0" name="Rectangle 119">
                    <a:extLst>
                      <a:ext uri="{FF2B5EF4-FFF2-40B4-BE49-F238E27FC236}">
                        <a16:creationId xmlns:a16="http://schemas.microsoft.com/office/drawing/2014/main" id="{056EEDA6-3EC8-4719-812C-D0A6FC9D4807}"/>
                      </a:ext>
                    </a:extLst>
                  </p:cNvPr>
                  <p:cNvSpPr/>
                  <p:nvPr/>
                </p:nvSpPr>
                <p:spPr>
                  <a:xfrm>
                    <a:off x="5959283" y="5886817"/>
                    <a:ext cx="316800" cy="180000"/>
                  </a:xfrm>
                  <a:prstGeom prst="rect">
                    <a:avLst/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8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rPr>
                      <a:t>RPT</a:t>
                    </a:r>
                    <a:endParaRPr lang="en-CA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1" name="Rectangle 120">
                    <a:extLst>
                      <a:ext uri="{FF2B5EF4-FFF2-40B4-BE49-F238E27FC236}">
                        <a16:creationId xmlns:a16="http://schemas.microsoft.com/office/drawing/2014/main" id="{13EA8F01-28D4-4DA0-BE75-20FA4ECE1A47}"/>
                      </a:ext>
                    </a:extLst>
                  </p:cNvPr>
                  <p:cNvSpPr/>
                  <p:nvPr/>
                </p:nvSpPr>
                <p:spPr>
                  <a:xfrm>
                    <a:off x="6276083" y="5886819"/>
                    <a:ext cx="316800" cy="180000"/>
                  </a:xfrm>
                  <a:prstGeom prst="rect">
                    <a:avLst/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80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rPr>
                      <a:t>INT</a:t>
                    </a:r>
                    <a:endParaRPr lang="en-CA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3A1CD710-BDAA-4430-85E6-F4357C6E3F83}"/>
                    </a:ext>
                  </a:extLst>
                </p:cNvPr>
                <p:cNvSpPr/>
                <p:nvPr/>
              </p:nvSpPr>
              <p:spPr>
                <a:xfrm rot="16200000">
                  <a:off x="981221" y="4447244"/>
                  <a:ext cx="950400" cy="180000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Control Station 3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EAE29DA5-335C-49FE-9B22-9C0B97F7B22B}"/>
                    </a:ext>
                  </a:extLst>
                </p:cNvPr>
                <p:cNvSpPr/>
                <p:nvPr/>
              </p:nvSpPr>
              <p:spPr>
                <a:xfrm rot="16200000">
                  <a:off x="1478022" y="4764044"/>
                  <a:ext cx="316800" cy="180000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CTL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D7063E0-918B-4744-9D39-4823B93D71FD}"/>
                    </a:ext>
                  </a:extLst>
                </p:cNvPr>
                <p:cNvSpPr/>
                <p:nvPr/>
              </p:nvSpPr>
              <p:spPr>
                <a:xfrm rot="16200000">
                  <a:off x="1478022" y="4447244"/>
                  <a:ext cx="316800" cy="180000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RPT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3BDEC914-E0B6-4947-B7B9-3B15FB9A3911}"/>
                    </a:ext>
                  </a:extLst>
                </p:cNvPr>
                <p:cNvSpPr/>
                <p:nvPr/>
              </p:nvSpPr>
              <p:spPr>
                <a:xfrm rot="16200000">
                  <a:off x="1478024" y="4130444"/>
                  <a:ext cx="316800" cy="180000"/>
                </a:xfrm>
                <a:prstGeom prst="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80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INT</a:t>
                  </a:r>
                  <a:endParaRPr lang="en-CA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Trapezoid 111">
                  <a:extLst>
                    <a:ext uri="{FF2B5EF4-FFF2-40B4-BE49-F238E27FC236}">
                      <a16:creationId xmlns:a16="http://schemas.microsoft.com/office/drawing/2014/main" id="{C079D517-7A98-46E5-B766-6F2B9EB1D03A}"/>
                    </a:ext>
                  </a:extLst>
                </p:cNvPr>
                <p:cNvSpPr/>
                <p:nvPr/>
              </p:nvSpPr>
              <p:spPr>
                <a:xfrm rot="5400000">
                  <a:off x="6867246" y="3478285"/>
                  <a:ext cx="328932" cy="190800"/>
                </a:xfrm>
                <a:prstGeom prst="trapezoid">
                  <a:avLst>
                    <a:gd name="adj" fmla="val 34804"/>
                  </a:avLst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CA" sz="8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" name="Trapezoid 112">
                  <a:extLst>
                    <a:ext uri="{FF2B5EF4-FFF2-40B4-BE49-F238E27FC236}">
                      <a16:creationId xmlns:a16="http://schemas.microsoft.com/office/drawing/2014/main" id="{CD1DF2B6-FDB7-410D-82ED-4D472B46ECFD}"/>
                    </a:ext>
                  </a:extLst>
                </p:cNvPr>
                <p:cNvSpPr/>
                <p:nvPr/>
              </p:nvSpPr>
              <p:spPr>
                <a:xfrm rot="5400000">
                  <a:off x="6867246" y="4494939"/>
                  <a:ext cx="328932" cy="190800"/>
                </a:xfrm>
                <a:prstGeom prst="trapezoid">
                  <a:avLst>
                    <a:gd name="adj" fmla="val 34804"/>
                  </a:avLst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CA" sz="8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4" name="Group 113">
                  <a:extLst>
                    <a:ext uri="{FF2B5EF4-FFF2-40B4-BE49-F238E27FC236}">
                      <a16:creationId xmlns:a16="http://schemas.microsoft.com/office/drawing/2014/main" id="{B3161B8A-FA58-41A6-B5E3-591026B0AF68}"/>
                    </a:ext>
                  </a:extLst>
                </p:cNvPr>
                <p:cNvGrpSpPr/>
                <p:nvPr/>
              </p:nvGrpSpPr>
              <p:grpSpPr>
                <a:xfrm>
                  <a:off x="1979053" y="2055498"/>
                  <a:ext cx="5148059" cy="892059"/>
                  <a:chOff x="1979053" y="2055498"/>
                  <a:chExt cx="5148059" cy="892059"/>
                </a:xfrm>
              </p:grpSpPr>
              <p:sp>
                <p:nvSpPr>
                  <p:cNvPr id="115" name="Rectangle 114">
                    <a:extLst>
                      <a:ext uri="{FF2B5EF4-FFF2-40B4-BE49-F238E27FC236}">
                        <a16:creationId xmlns:a16="http://schemas.microsoft.com/office/drawing/2014/main" id="{3A5483B4-6AC1-460F-84B5-055A525082C8}"/>
                      </a:ext>
                    </a:extLst>
                  </p:cNvPr>
                  <p:cNvSpPr/>
                  <p:nvPr/>
                </p:nvSpPr>
                <p:spPr>
                  <a:xfrm>
                    <a:off x="1979053" y="2055498"/>
                    <a:ext cx="5056903" cy="892059"/>
                  </a:xfrm>
                  <a:prstGeom prst="rect">
                    <a:avLst/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800" u="sng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rPr>
                      <a:t>Production Line 1</a:t>
                    </a:r>
                  </a:p>
                  <a:p>
                    <a:pPr algn="ctr"/>
                    <a:endPara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endPara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endPara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endPara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endPara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endParaRPr lang="en-CA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6" name="Rectangle 115">
                    <a:extLst>
                      <a:ext uri="{FF2B5EF4-FFF2-40B4-BE49-F238E27FC236}">
                        <a16:creationId xmlns:a16="http://schemas.microsoft.com/office/drawing/2014/main" id="{300C72F0-7651-45F1-8E35-19F9A4DAC433}"/>
                      </a:ext>
                    </a:extLst>
                  </p:cNvPr>
                  <p:cNvSpPr/>
                  <p:nvPr/>
                </p:nvSpPr>
                <p:spPr>
                  <a:xfrm>
                    <a:off x="2803377" y="2477374"/>
                    <a:ext cx="3381375" cy="172726"/>
                  </a:xfrm>
                  <a:prstGeom prst="rect">
                    <a:avLst/>
                  </a:prstGeom>
                  <a:solidFill>
                    <a:srgbClr val="EAEAEA"/>
                  </a:solidFill>
                  <a:ln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A" sz="800" dirty="0"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7" name="Trapezoid 116">
                    <a:extLst>
                      <a:ext uri="{FF2B5EF4-FFF2-40B4-BE49-F238E27FC236}">
                        <a16:creationId xmlns:a16="http://schemas.microsoft.com/office/drawing/2014/main" id="{A2D15ECA-F145-41A0-BB60-9DB3651E77E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867246" y="2468337"/>
                    <a:ext cx="328932" cy="190800"/>
                  </a:xfrm>
                  <a:prstGeom prst="trapezoid">
                    <a:avLst>
                      <a:gd name="adj" fmla="val 34804"/>
                    </a:avLst>
                  </a:prstGeom>
                  <a:solidFill>
                    <a:srgbClr val="F8F8F8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CA" sz="80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7493186-15F0-4179-A8BB-A2D40C0C4C81}"/>
                </a:ext>
              </a:extLst>
            </p:cNvPr>
            <p:cNvSpPr/>
            <p:nvPr/>
          </p:nvSpPr>
          <p:spPr>
            <a:xfrm>
              <a:off x="6829758" y="4981558"/>
              <a:ext cx="751084" cy="9233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6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ENG-DRW-47.5M</a:t>
              </a:r>
              <a:endParaRPr lang="en-CA" sz="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534568A-A4CD-4DB2-9984-CD5AD5312A1D}"/>
                </a:ext>
              </a:extLst>
            </p:cNvPr>
            <p:cNvCxnSpPr>
              <a:cxnSpLocks/>
            </p:cNvCxnSpPr>
            <p:nvPr/>
          </p:nvCxnSpPr>
          <p:spPr>
            <a:xfrm>
              <a:off x="1992245" y="2550083"/>
              <a:ext cx="3334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A6DC8E6-C2B7-48E1-AA24-E1CC6D62438F}"/>
                </a:ext>
              </a:extLst>
            </p:cNvPr>
            <p:cNvCxnSpPr>
              <a:cxnSpLocks/>
            </p:cNvCxnSpPr>
            <p:nvPr/>
          </p:nvCxnSpPr>
          <p:spPr>
            <a:xfrm>
              <a:off x="1987889" y="3529797"/>
              <a:ext cx="3334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5862466-342A-4AA6-A51A-69414345050E}"/>
                </a:ext>
              </a:extLst>
            </p:cNvPr>
            <p:cNvCxnSpPr>
              <a:cxnSpLocks/>
            </p:cNvCxnSpPr>
            <p:nvPr/>
          </p:nvCxnSpPr>
          <p:spPr>
            <a:xfrm>
              <a:off x="1992240" y="4561765"/>
              <a:ext cx="33344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1D6556F-2D1C-455C-AD44-7718BA0F9D87}"/>
                </a:ext>
              </a:extLst>
            </p:cNvPr>
            <p:cNvSpPr/>
            <p:nvPr/>
          </p:nvSpPr>
          <p:spPr>
            <a:xfrm rot="16200000">
              <a:off x="1421586" y="3271041"/>
              <a:ext cx="140936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800" dirty="0">
                  <a:latin typeface="Verdana" panose="020B060403050404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Decongestion Queueing</a:t>
              </a:r>
              <a:endParaRPr lang="en-CA" sz="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88BB959F-4B30-4161-8B6D-7B01B1B411AD}"/>
                </a:ext>
              </a:extLst>
            </p:cNvPr>
            <p:cNvGrpSpPr/>
            <p:nvPr/>
          </p:nvGrpSpPr>
          <p:grpSpPr>
            <a:xfrm>
              <a:off x="2309797" y="4266875"/>
              <a:ext cx="4923848" cy="648000"/>
              <a:chOff x="2311403" y="6665574"/>
              <a:chExt cx="4923848" cy="648000"/>
            </a:xfrm>
          </p:grpSpPr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AB9D0B5E-50A9-40E2-9B5C-51022685D417}"/>
                  </a:ext>
                </a:extLst>
              </p:cNvPr>
              <p:cNvGrpSpPr/>
              <p:nvPr/>
            </p:nvGrpSpPr>
            <p:grpSpPr>
              <a:xfrm>
                <a:off x="2311403" y="6665574"/>
                <a:ext cx="900000" cy="648000"/>
                <a:chOff x="2311403" y="6665574"/>
                <a:chExt cx="900000" cy="648000"/>
              </a:xfrm>
            </p:grpSpPr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83853AE2-F464-4327-AD10-9AB11D675EF9}"/>
                    </a:ext>
                  </a:extLst>
                </p:cNvPr>
                <p:cNvSpPr/>
                <p:nvPr/>
              </p:nvSpPr>
              <p:spPr>
                <a:xfrm>
                  <a:off x="2311403" y="6665574"/>
                  <a:ext cx="900000" cy="648000"/>
                </a:xfrm>
                <a:prstGeom prst="rect">
                  <a:avLst/>
                </a:prstGeom>
                <a:pattFill prst="ltHorz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Staging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4B45626A-9911-4F16-BFAF-9D62F6FE37B1}"/>
                    </a:ext>
                  </a:extLst>
                </p:cNvPr>
                <p:cNvSpPr/>
                <p:nvPr/>
              </p:nvSpPr>
              <p:spPr>
                <a:xfrm>
                  <a:off x="2351003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Set - Int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" name="Rectangle: Rounded Corners 150">
                  <a:extLst>
                    <a:ext uri="{FF2B5EF4-FFF2-40B4-BE49-F238E27FC236}">
                      <a16:creationId xmlns:a16="http://schemas.microsoft.com/office/drawing/2014/main" id="{A2689B5F-A8F5-4E3D-8844-3A40EFA05D7E}"/>
                    </a:ext>
                  </a:extLst>
                </p:cNvPr>
                <p:cNvSpPr/>
                <p:nvPr/>
              </p:nvSpPr>
              <p:spPr>
                <a:xfrm>
                  <a:off x="2351003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DEEDC07F-38B2-403C-B87F-6788353EDF7C}"/>
                  </a:ext>
                </a:extLst>
              </p:cNvPr>
              <p:cNvGrpSpPr/>
              <p:nvPr/>
            </p:nvGrpSpPr>
            <p:grpSpPr>
              <a:xfrm>
                <a:off x="3317365" y="6665574"/>
                <a:ext cx="900000" cy="648000"/>
                <a:chOff x="3317365" y="6665574"/>
                <a:chExt cx="900000" cy="648000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193D573B-C8B1-467F-98C7-5B0E23DE3330}"/>
                    </a:ext>
                  </a:extLst>
                </p:cNvPr>
                <p:cNvSpPr/>
                <p:nvPr/>
              </p:nvSpPr>
              <p:spPr>
                <a:xfrm>
                  <a:off x="3317365" y="6665574"/>
                  <a:ext cx="900000" cy="648000"/>
                </a:xfrm>
                <a:prstGeom prst="rect">
                  <a:avLst/>
                </a:prstGeom>
                <a:pattFill prst="lgGrid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4680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Piece Build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7" name="Rectangle: Rounded Corners 146">
                  <a:extLst>
                    <a:ext uri="{FF2B5EF4-FFF2-40B4-BE49-F238E27FC236}">
                      <a16:creationId xmlns:a16="http://schemas.microsoft.com/office/drawing/2014/main" id="{D3EBB0BB-0154-4693-99D1-1518938E31C7}"/>
                    </a:ext>
                  </a:extLst>
                </p:cNvPr>
                <p:cNvSpPr/>
                <p:nvPr/>
              </p:nvSpPr>
              <p:spPr>
                <a:xfrm>
                  <a:off x="3356965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Org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335C717A-086B-445C-9454-BA6CD4588DBF}"/>
                    </a:ext>
                  </a:extLst>
                </p:cNvPr>
                <p:cNvSpPr/>
                <p:nvPr/>
              </p:nvSpPr>
              <p:spPr>
                <a:xfrm>
                  <a:off x="3356965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F65B0A8A-3F62-435E-A79C-690CD02F9A4D}"/>
                  </a:ext>
                </a:extLst>
              </p:cNvPr>
              <p:cNvGrpSpPr/>
              <p:nvPr/>
            </p:nvGrpSpPr>
            <p:grpSpPr>
              <a:xfrm>
                <a:off x="6335251" y="6665574"/>
                <a:ext cx="900000" cy="648000"/>
                <a:chOff x="6335251" y="6665574"/>
                <a:chExt cx="900000" cy="648000"/>
              </a:xfrm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7D6B1D39-F98D-419A-AF36-4022F85D30E5}"/>
                    </a:ext>
                  </a:extLst>
                </p:cNvPr>
                <p:cNvSpPr/>
                <p:nvPr/>
              </p:nvSpPr>
              <p:spPr>
                <a:xfrm>
                  <a:off x="6335251" y="6665574"/>
                  <a:ext cx="900000" cy="648000"/>
                </a:xfrm>
                <a:prstGeom prst="rect">
                  <a:avLst/>
                </a:prstGeom>
                <a:pattFill prst="wdUp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QA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94878A62-21D3-49C9-968D-0BC36C77DB7A}"/>
                    </a:ext>
                  </a:extLst>
                </p:cNvPr>
                <p:cNvSpPr/>
                <p:nvPr/>
              </p:nvSpPr>
              <p:spPr>
                <a:xfrm>
                  <a:off x="6374851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Ins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Shp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5" name="Rectangle: Rounded Corners 144">
                  <a:extLst>
                    <a:ext uri="{FF2B5EF4-FFF2-40B4-BE49-F238E27FC236}">
                      <a16:creationId xmlns:a16="http://schemas.microsoft.com/office/drawing/2014/main" id="{A805B0BB-844E-4AF6-B739-72D241C3DF56}"/>
                    </a:ext>
                  </a:extLst>
                </p:cNvPr>
                <p:cNvSpPr/>
                <p:nvPr/>
              </p:nvSpPr>
              <p:spPr>
                <a:xfrm>
                  <a:off x="6374851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E62227C2-CF82-47CC-A9D8-BD1976F207C6}"/>
                  </a:ext>
                </a:extLst>
              </p:cNvPr>
              <p:cNvGrpSpPr/>
              <p:nvPr/>
            </p:nvGrpSpPr>
            <p:grpSpPr>
              <a:xfrm>
                <a:off x="4323327" y="6665574"/>
                <a:ext cx="900000" cy="648000"/>
                <a:chOff x="4323327" y="6665574"/>
                <a:chExt cx="900000" cy="648000"/>
              </a:xfrm>
            </p:grpSpPr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58C12128-B415-4F8E-A4CF-676E2523E644}"/>
                    </a:ext>
                  </a:extLst>
                </p:cNvPr>
                <p:cNvSpPr/>
                <p:nvPr/>
              </p:nvSpPr>
              <p:spPr>
                <a:xfrm>
                  <a:off x="4323327" y="6665574"/>
                  <a:ext cx="900000" cy="648000"/>
                </a:xfrm>
                <a:prstGeom prst="rect">
                  <a:avLst/>
                </a:prstGeom>
                <a:pattFill prst="plaid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Assembly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Rectangle: Rounded Corners 140">
                  <a:extLst>
                    <a:ext uri="{FF2B5EF4-FFF2-40B4-BE49-F238E27FC236}">
                      <a16:creationId xmlns:a16="http://schemas.microsoft.com/office/drawing/2014/main" id="{993F5CA6-78DE-4CE3-A60F-A6AD038DAD73}"/>
                    </a:ext>
                  </a:extLst>
                </p:cNvPr>
                <p:cNvSpPr/>
                <p:nvPr/>
              </p:nvSpPr>
              <p:spPr>
                <a:xfrm>
                  <a:off x="4362927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Asm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C91DF2E3-17E3-4EED-8961-02635E74393B}"/>
                    </a:ext>
                  </a:extLst>
                </p:cNvPr>
                <p:cNvSpPr/>
                <p:nvPr/>
              </p:nvSpPr>
              <p:spPr>
                <a:xfrm>
                  <a:off x="4362927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8C289FE5-BEC2-49A2-8E53-28308AE254A8}"/>
                  </a:ext>
                </a:extLst>
              </p:cNvPr>
              <p:cNvGrpSpPr/>
              <p:nvPr/>
            </p:nvGrpSpPr>
            <p:grpSpPr>
              <a:xfrm>
                <a:off x="5329289" y="6665574"/>
                <a:ext cx="900000" cy="648000"/>
                <a:chOff x="5329289" y="6665574"/>
                <a:chExt cx="900000" cy="648000"/>
              </a:xfrm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BF6D8946-9870-41CC-B7D8-3CAB4A2F2966}"/>
                    </a:ext>
                  </a:extLst>
                </p:cNvPr>
                <p:cNvSpPr/>
                <p:nvPr/>
              </p:nvSpPr>
              <p:spPr>
                <a:xfrm>
                  <a:off x="5329289" y="6665574"/>
                  <a:ext cx="900000" cy="648000"/>
                </a:xfrm>
                <a:prstGeom prst="rect">
                  <a:avLst/>
                </a:prstGeom>
                <a:pattFill prst="ltVert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Finishing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0F1563DF-42D7-4415-B699-1E3ABD079384}"/>
                    </a:ext>
                  </a:extLst>
                </p:cNvPr>
                <p:cNvSpPr/>
                <p:nvPr/>
              </p:nvSpPr>
              <p:spPr>
                <a:xfrm>
                  <a:off x="5368889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Fin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Rectangle: Rounded Corners 138">
                  <a:extLst>
                    <a:ext uri="{FF2B5EF4-FFF2-40B4-BE49-F238E27FC236}">
                      <a16:creationId xmlns:a16="http://schemas.microsoft.com/office/drawing/2014/main" id="{4383BD5F-6177-4E22-A0B1-E509A6F99A4B}"/>
                    </a:ext>
                  </a:extLst>
                </p:cNvPr>
                <p:cNvSpPr/>
                <p:nvPr/>
              </p:nvSpPr>
              <p:spPr>
                <a:xfrm>
                  <a:off x="5368889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FABC5872-486A-4A41-A6B0-05D8E0C1270E}"/>
                </a:ext>
              </a:extLst>
            </p:cNvPr>
            <p:cNvGrpSpPr/>
            <p:nvPr/>
          </p:nvGrpSpPr>
          <p:grpSpPr>
            <a:xfrm>
              <a:off x="2309797" y="3248526"/>
              <a:ext cx="4923848" cy="648000"/>
              <a:chOff x="2311403" y="6665574"/>
              <a:chExt cx="4923848" cy="648000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8DD87A97-527E-47CB-B3BF-B41FA7E9210A}"/>
                  </a:ext>
                </a:extLst>
              </p:cNvPr>
              <p:cNvGrpSpPr/>
              <p:nvPr/>
            </p:nvGrpSpPr>
            <p:grpSpPr>
              <a:xfrm>
                <a:off x="2311403" y="6665574"/>
                <a:ext cx="900000" cy="648000"/>
                <a:chOff x="2311403" y="6665574"/>
                <a:chExt cx="900000" cy="648000"/>
              </a:xfrm>
            </p:grpSpPr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FDBBC2FA-533B-4CE3-9B0E-253E291770EC}"/>
                    </a:ext>
                  </a:extLst>
                </p:cNvPr>
                <p:cNvSpPr/>
                <p:nvPr/>
              </p:nvSpPr>
              <p:spPr>
                <a:xfrm>
                  <a:off x="2311403" y="6665574"/>
                  <a:ext cx="900000" cy="648000"/>
                </a:xfrm>
                <a:prstGeom prst="rect">
                  <a:avLst/>
                </a:prstGeom>
                <a:pattFill prst="ltHorz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Staging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" name="Rectangle: Rounded Corners 170">
                  <a:extLst>
                    <a:ext uri="{FF2B5EF4-FFF2-40B4-BE49-F238E27FC236}">
                      <a16:creationId xmlns:a16="http://schemas.microsoft.com/office/drawing/2014/main" id="{1F413B8D-C69D-4224-884A-4BFBCE11F7A2}"/>
                    </a:ext>
                  </a:extLst>
                </p:cNvPr>
                <p:cNvSpPr/>
                <p:nvPr/>
              </p:nvSpPr>
              <p:spPr>
                <a:xfrm>
                  <a:off x="2351003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Set - Int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7F32EFA0-1CAA-446D-B698-CEB904AFA5DF}"/>
                    </a:ext>
                  </a:extLst>
                </p:cNvPr>
                <p:cNvSpPr/>
                <p:nvPr/>
              </p:nvSpPr>
              <p:spPr>
                <a:xfrm>
                  <a:off x="2351003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39DE24B8-A8AF-4A01-9D87-2EDF9360B1A8}"/>
                  </a:ext>
                </a:extLst>
              </p:cNvPr>
              <p:cNvGrpSpPr/>
              <p:nvPr/>
            </p:nvGrpSpPr>
            <p:grpSpPr>
              <a:xfrm>
                <a:off x="3317365" y="6665574"/>
                <a:ext cx="900000" cy="648000"/>
                <a:chOff x="3317365" y="6665574"/>
                <a:chExt cx="900000" cy="648000"/>
              </a:xfrm>
            </p:grpSpPr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24CD1F46-6675-4249-B83C-4940C24FB190}"/>
                    </a:ext>
                  </a:extLst>
                </p:cNvPr>
                <p:cNvSpPr/>
                <p:nvPr/>
              </p:nvSpPr>
              <p:spPr>
                <a:xfrm>
                  <a:off x="3317365" y="6665574"/>
                  <a:ext cx="900000" cy="648000"/>
                </a:xfrm>
                <a:prstGeom prst="rect">
                  <a:avLst/>
                </a:prstGeom>
                <a:pattFill prst="lgGrid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4680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Piece Build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8" name="Rectangle: Rounded Corners 167">
                  <a:extLst>
                    <a:ext uri="{FF2B5EF4-FFF2-40B4-BE49-F238E27FC236}">
                      <a16:creationId xmlns:a16="http://schemas.microsoft.com/office/drawing/2014/main" id="{52F4C0A2-C453-434A-AAEA-9B30510530AC}"/>
                    </a:ext>
                  </a:extLst>
                </p:cNvPr>
                <p:cNvSpPr/>
                <p:nvPr/>
              </p:nvSpPr>
              <p:spPr>
                <a:xfrm>
                  <a:off x="3356965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Org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1685BC16-7777-4965-BF1C-3D0E5ECA11AF}"/>
                    </a:ext>
                  </a:extLst>
                </p:cNvPr>
                <p:cNvSpPr/>
                <p:nvPr/>
              </p:nvSpPr>
              <p:spPr>
                <a:xfrm>
                  <a:off x="3356965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423D4D38-03ED-4658-81ED-C57CA1E5B5A2}"/>
                  </a:ext>
                </a:extLst>
              </p:cNvPr>
              <p:cNvGrpSpPr/>
              <p:nvPr/>
            </p:nvGrpSpPr>
            <p:grpSpPr>
              <a:xfrm>
                <a:off x="6335251" y="6665574"/>
                <a:ext cx="900000" cy="648000"/>
                <a:chOff x="6335251" y="6665574"/>
                <a:chExt cx="900000" cy="648000"/>
              </a:xfrm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F19CF215-8D70-4373-B156-21099C0A7DAC}"/>
                    </a:ext>
                  </a:extLst>
                </p:cNvPr>
                <p:cNvSpPr/>
                <p:nvPr/>
              </p:nvSpPr>
              <p:spPr>
                <a:xfrm>
                  <a:off x="6335251" y="6665574"/>
                  <a:ext cx="900000" cy="648000"/>
                </a:xfrm>
                <a:prstGeom prst="rect">
                  <a:avLst/>
                </a:prstGeom>
                <a:pattFill prst="wdUp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QA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0DF61C79-41C0-4AFD-8EBA-C08B261F46E7}"/>
                    </a:ext>
                  </a:extLst>
                </p:cNvPr>
                <p:cNvSpPr/>
                <p:nvPr/>
              </p:nvSpPr>
              <p:spPr>
                <a:xfrm>
                  <a:off x="6374851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Ins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Shp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6" name="Rectangle: Rounded Corners 165">
                  <a:extLst>
                    <a:ext uri="{FF2B5EF4-FFF2-40B4-BE49-F238E27FC236}">
                      <a16:creationId xmlns:a16="http://schemas.microsoft.com/office/drawing/2014/main" id="{AA36C49F-0E2B-443A-BF94-3D2BCFF33797}"/>
                    </a:ext>
                  </a:extLst>
                </p:cNvPr>
                <p:cNvSpPr/>
                <p:nvPr/>
              </p:nvSpPr>
              <p:spPr>
                <a:xfrm>
                  <a:off x="6374851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35C69237-D3F5-4482-AAE8-E0638E1A6520}"/>
                  </a:ext>
                </a:extLst>
              </p:cNvPr>
              <p:cNvGrpSpPr/>
              <p:nvPr/>
            </p:nvGrpSpPr>
            <p:grpSpPr>
              <a:xfrm>
                <a:off x="4323327" y="6665574"/>
                <a:ext cx="900000" cy="648000"/>
                <a:chOff x="4323327" y="6665574"/>
                <a:chExt cx="900000" cy="648000"/>
              </a:xfrm>
            </p:grpSpPr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75D89FCB-E142-46E2-BDE3-0A1007FFEC86}"/>
                    </a:ext>
                  </a:extLst>
                </p:cNvPr>
                <p:cNvSpPr/>
                <p:nvPr/>
              </p:nvSpPr>
              <p:spPr>
                <a:xfrm>
                  <a:off x="4323327" y="6665574"/>
                  <a:ext cx="900000" cy="648000"/>
                </a:xfrm>
                <a:prstGeom prst="rect">
                  <a:avLst/>
                </a:prstGeom>
                <a:pattFill prst="plaid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Assembly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Rectangle: Rounded Corners 161">
                  <a:extLst>
                    <a:ext uri="{FF2B5EF4-FFF2-40B4-BE49-F238E27FC236}">
                      <a16:creationId xmlns:a16="http://schemas.microsoft.com/office/drawing/2014/main" id="{94BCFDCB-FAA7-4FE7-A5B3-70C5DAE66B1F}"/>
                    </a:ext>
                  </a:extLst>
                </p:cNvPr>
                <p:cNvSpPr/>
                <p:nvPr/>
              </p:nvSpPr>
              <p:spPr>
                <a:xfrm>
                  <a:off x="4362927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Asm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Rectangle: Rounded Corners 162">
                  <a:extLst>
                    <a:ext uri="{FF2B5EF4-FFF2-40B4-BE49-F238E27FC236}">
                      <a16:creationId xmlns:a16="http://schemas.microsoft.com/office/drawing/2014/main" id="{E0BC3662-7ECD-4814-98FB-90D2C9F440C9}"/>
                    </a:ext>
                  </a:extLst>
                </p:cNvPr>
                <p:cNvSpPr/>
                <p:nvPr/>
              </p:nvSpPr>
              <p:spPr>
                <a:xfrm>
                  <a:off x="4362927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6E05CE81-2EE1-43C1-839F-DE8E4747DB97}"/>
                  </a:ext>
                </a:extLst>
              </p:cNvPr>
              <p:cNvGrpSpPr/>
              <p:nvPr/>
            </p:nvGrpSpPr>
            <p:grpSpPr>
              <a:xfrm>
                <a:off x="5329289" y="6665574"/>
                <a:ext cx="900000" cy="648000"/>
                <a:chOff x="5329289" y="6665574"/>
                <a:chExt cx="900000" cy="648000"/>
              </a:xfrm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EA9DC820-EC6A-4350-9172-819AE95D646A}"/>
                    </a:ext>
                  </a:extLst>
                </p:cNvPr>
                <p:cNvSpPr/>
                <p:nvPr/>
              </p:nvSpPr>
              <p:spPr>
                <a:xfrm>
                  <a:off x="5329289" y="6665574"/>
                  <a:ext cx="900000" cy="648000"/>
                </a:xfrm>
                <a:prstGeom prst="rect">
                  <a:avLst/>
                </a:prstGeom>
                <a:pattFill prst="ltVert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Finishing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Rectangle: Rounded Corners 158">
                  <a:extLst>
                    <a:ext uri="{FF2B5EF4-FFF2-40B4-BE49-F238E27FC236}">
                      <a16:creationId xmlns:a16="http://schemas.microsoft.com/office/drawing/2014/main" id="{B35B4043-F3C6-4BC3-A701-4742338441FA}"/>
                    </a:ext>
                  </a:extLst>
                </p:cNvPr>
                <p:cNvSpPr/>
                <p:nvPr/>
              </p:nvSpPr>
              <p:spPr>
                <a:xfrm>
                  <a:off x="5368889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Fin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Rectangle: Rounded Corners 159">
                  <a:extLst>
                    <a:ext uri="{FF2B5EF4-FFF2-40B4-BE49-F238E27FC236}">
                      <a16:creationId xmlns:a16="http://schemas.microsoft.com/office/drawing/2014/main" id="{414B54F8-CD9C-48F0-A52C-3E138847FC89}"/>
                    </a:ext>
                  </a:extLst>
                </p:cNvPr>
                <p:cNvSpPr/>
                <p:nvPr/>
              </p:nvSpPr>
              <p:spPr>
                <a:xfrm>
                  <a:off x="5368889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9AB787FA-EDA5-4B2D-A49E-126009777B58}"/>
                </a:ext>
              </a:extLst>
            </p:cNvPr>
            <p:cNvGrpSpPr/>
            <p:nvPr/>
          </p:nvGrpSpPr>
          <p:grpSpPr>
            <a:xfrm>
              <a:off x="2309797" y="2230177"/>
              <a:ext cx="4923848" cy="648000"/>
              <a:chOff x="2311403" y="6665574"/>
              <a:chExt cx="4923848" cy="648000"/>
            </a:xfrm>
          </p:grpSpPr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427A8B13-77FF-487C-AA3A-3957EF6267CD}"/>
                  </a:ext>
                </a:extLst>
              </p:cNvPr>
              <p:cNvGrpSpPr/>
              <p:nvPr/>
            </p:nvGrpSpPr>
            <p:grpSpPr>
              <a:xfrm>
                <a:off x="2311403" y="6665574"/>
                <a:ext cx="900000" cy="648000"/>
                <a:chOff x="2311403" y="6665574"/>
                <a:chExt cx="900000" cy="648000"/>
              </a:xfrm>
            </p:grpSpPr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8B13CC7C-A190-421D-ABE6-9F793799AA35}"/>
                    </a:ext>
                  </a:extLst>
                </p:cNvPr>
                <p:cNvSpPr/>
                <p:nvPr/>
              </p:nvSpPr>
              <p:spPr>
                <a:xfrm>
                  <a:off x="2311403" y="6665574"/>
                  <a:ext cx="900000" cy="648000"/>
                </a:xfrm>
                <a:prstGeom prst="rect">
                  <a:avLst/>
                </a:prstGeom>
                <a:pattFill prst="ltHorz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Staging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" name="Rectangle: Rounded Corners 191">
                  <a:extLst>
                    <a:ext uri="{FF2B5EF4-FFF2-40B4-BE49-F238E27FC236}">
                      <a16:creationId xmlns:a16="http://schemas.microsoft.com/office/drawing/2014/main" id="{3A02F7FA-A922-46C8-8AEF-C8B2E6BD7A90}"/>
                    </a:ext>
                  </a:extLst>
                </p:cNvPr>
                <p:cNvSpPr/>
                <p:nvPr/>
              </p:nvSpPr>
              <p:spPr>
                <a:xfrm>
                  <a:off x="2351003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Set - Int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" name="Rectangle: Rounded Corners 192">
                  <a:extLst>
                    <a:ext uri="{FF2B5EF4-FFF2-40B4-BE49-F238E27FC236}">
                      <a16:creationId xmlns:a16="http://schemas.microsoft.com/office/drawing/2014/main" id="{42FEE04B-37E9-4DAB-81C6-C25291F6FA8E}"/>
                    </a:ext>
                  </a:extLst>
                </p:cNvPr>
                <p:cNvSpPr/>
                <p:nvPr/>
              </p:nvSpPr>
              <p:spPr>
                <a:xfrm>
                  <a:off x="2351003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A573B866-C59A-4D6F-8336-894A5A261D88}"/>
                  </a:ext>
                </a:extLst>
              </p:cNvPr>
              <p:cNvGrpSpPr/>
              <p:nvPr/>
            </p:nvGrpSpPr>
            <p:grpSpPr>
              <a:xfrm>
                <a:off x="3317365" y="6665574"/>
                <a:ext cx="900000" cy="648000"/>
                <a:chOff x="3317365" y="6665574"/>
                <a:chExt cx="900000" cy="648000"/>
              </a:xfrm>
            </p:grpSpPr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18E1F392-18FA-4778-BAA8-7369934B28FF}"/>
                    </a:ext>
                  </a:extLst>
                </p:cNvPr>
                <p:cNvSpPr/>
                <p:nvPr/>
              </p:nvSpPr>
              <p:spPr>
                <a:xfrm>
                  <a:off x="3317365" y="6665574"/>
                  <a:ext cx="900000" cy="648000"/>
                </a:xfrm>
                <a:prstGeom prst="rect">
                  <a:avLst/>
                </a:prstGeom>
                <a:pattFill prst="lgGrid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4680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Piece Build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" name="Rectangle: Rounded Corners 188">
                  <a:extLst>
                    <a:ext uri="{FF2B5EF4-FFF2-40B4-BE49-F238E27FC236}">
                      <a16:creationId xmlns:a16="http://schemas.microsoft.com/office/drawing/2014/main" id="{74CDCF2F-1B45-424D-BCC3-0062F998115D}"/>
                    </a:ext>
                  </a:extLst>
                </p:cNvPr>
                <p:cNvSpPr/>
                <p:nvPr/>
              </p:nvSpPr>
              <p:spPr>
                <a:xfrm>
                  <a:off x="3356965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Org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DA18CB2B-4EA9-4129-8BFD-5426C0188A4F}"/>
                    </a:ext>
                  </a:extLst>
                </p:cNvPr>
                <p:cNvSpPr/>
                <p:nvPr/>
              </p:nvSpPr>
              <p:spPr>
                <a:xfrm>
                  <a:off x="3356965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42E5C577-20BD-49EE-A221-1DCF7E71ECDE}"/>
                  </a:ext>
                </a:extLst>
              </p:cNvPr>
              <p:cNvGrpSpPr/>
              <p:nvPr/>
            </p:nvGrpSpPr>
            <p:grpSpPr>
              <a:xfrm>
                <a:off x="6335251" y="6665574"/>
                <a:ext cx="900000" cy="648000"/>
                <a:chOff x="6335251" y="6665574"/>
                <a:chExt cx="900000" cy="648000"/>
              </a:xfrm>
            </p:grpSpPr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75B680D8-9020-4028-9D0B-C331151AE282}"/>
                    </a:ext>
                  </a:extLst>
                </p:cNvPr>
                <p:cNvSpPr/>
                <p:nvPr/>
              </p:nvSpPr>
              <p:spPr>
                <a:xfrm>
                  <a:off x="6335251" y="6665574"/>
                  <a:ext cx="900000" cy="648000"/>
                </a:xfrm>
                <a:prstGeom prst="rect">
                  <a:avLst/>
                </a:prstGeom>
                <a:pattFill prst="wdUp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QA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284B60EA-910B-43DD-96FE-49E568C58F86}"/>
                    </a:ext>
                  </a:extLst>
                </p:cNvPr>
                <p:cNvSpPr/>
                <p:nvPr/>
              </p:nvSpPr>
              <p:spPr>
                <a:xfrm>
                  <a:off x="6374851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Ins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Shp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" name="Rectangle: Rounded Corners 186">
                  <a:extLst>
                    <a:ext uri="{FF2B5EF4-FFF2-40B4-BE49-F238E27FC236}">
                      <a16:creationId xmlns:a16="http://schemas.microsoft.com/office/drawing/2014/main" id="{097905D4-7C6A-4FB0-A477-F8B5A1CA91E1}"/>
                    </a:ext>
                  </a:extLst>
                </p:cNvPr>
                <p:cNvSpPr/>
                <p:nvPr/>
              </p:nvSpPr>
              <p:spPr>
                <a:xfrm>
                  <a:off x="6374851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35B7214B-91D5-4D69-A3DD-5A7860BD6AB9}"/>
                  </a:ext>
                </a:extLst>
              </p:cNvPr>
              <p:cNvGrpSpPr/>
              <p:nvPr/>
            </p:nvGrpSpPr>
            <p:grpSpPr>
              <a:xfrm>
                <a:off x="4323327" y="6665574"/>
                <a:ext cx="900000" cy="648000"/>
                <a:chOff x="4323327" y="6665574"/>
                <a:chExt cx="900000" cy="648000"/>
              </a:xfrm>
            </p:grpSpPr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AB5E6E94-8335-436E-B729-0F1C97CB7C9C}"/>
                    </a:ext>
                  </a:extLst>
                </p:cNvPr>
                <p:cNvSpPr/>
                <p:nvPr/>
              </p:nvSpPr>
              <p:spPr>
                <a:xfrm>
                  <a:off x="4323327" y="6665574"/>
                  <a:ext cx="900000" cy="648000"/>
                </a:xfrm>
                <a:prstGeom prst="rect">
                  <a:avLst/>
                </a:prstGeom>
                <a:pattFill prst="plaid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Assembly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b="1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" name="Rectangle: Rounded Corners 182">
                  <a:extLst>
                    <a:ext uri="{FF2B5EF4-FFF2-40B4-BE49-F238E27FC236}">
                      <a16:creationId xmlns:a16="http://schemas.microsoft.com/office/drawing/2014/main" id="{1F29AD5A-6834-422D-B832-B989AAC8A869}"/>
                    </a:ext>
                  </a:extLst>
                </p:cNvPr>
                <p:cNvSpPr/>
                <p:nvPr/>
              </p:nvSpPr>
              <p:spPr>
                <a:xfrm>
                  <a:off x="4362927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Asm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4" name="Rectangle: Rounded Corners 183">
                  <a:extLst>
                    <a:ext uri="{FF2B5EF4-FFF2-40B4-BE49-F238E27FC236}">
                      <a16:creationId xmlns:a16="http://schemas.microsoft.com/office/drawing/2014/main" id="{BF5A92EE-84DE-4519-B7FF-6A060A26BB99}"/>
                    </a:ext>
                  </a:extLst>
                </p:cNvPr>
                <p:cNvSpPr/>
                <p:nvPr/>
              </p:nvSpPr>
              <p:spPr>
                <a:xfrm>
                  <a:off x="4362927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2955233E-FAEA-4C2B-ADA5-A3853A9371C2}"/>
                  </a:ext>
                </a:extLst>
              </p:cNvPr>
              <p:cNvGrpSpPr/>
              <p:nvPr/>
            </p:nvGrpSpPr>
            <p:grpSpPr>
              <a:xfrm>
                <a:off x="5329289" y="6665574"/>
                <a:ext cx="900000" cy="648000"/>
                <a:chOff x="5329289" y="6665574"/>
                <a:chExt cx="900000" cy="648000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BAF11A79-5909-41A1-AAFC-E4DC4D1BB0F0}"/>
                    </a:ext>
                  </a:extLst>
                </p:cNvPr>
                <p:cNvSpPr/>
                <p:nvPr/>
              </p:nvSpPr>
              <p:spPr>
                <a:xfrm>
                  <a:off x="5329289" y="6665574"/>
                  <a:ext cx="900000" cy="648000"/>
                </a:xfrm>
                <a:prstGeom prst="rect">
                  <a:avLst/>
                </a:prstGeom>
                <a:pattFill prst="ltVert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Finishing</a:t>
                  </a: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0" name="Rectangle: Rounded Corners 179">
                  <a:extLst>
                    <a:ext uri="{FF2B5EF4-FFF2-40B4-BE49-F238E27FC236}">
                      <a16:creationId xmlns:a16="http://schemas.microsoft.com/office/drawing/2014/main" id="{81024C72-8833-4CAB-BBC6-C0E2AF8FDCC3}"/>
                    </a:ext>
                  </a:extLst>
                </p:cNvPr>
                <p:cNvSpPr/>
                <p:nvPr/>
              </p:nvSpPr>
              <p:spPr>
                <a:xfrm>
                  <a:off x="5368889" y="6875013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Inp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Fin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Xfr</a:t>
                  </a:r>
                  <a:endParaRPr lang="en-US" sz="8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1" name="Rectangle: Rounded Corners 180">
                  <a:extLst>
                    <a:ext uri="{FF2B5EF4-FFF2-40B4-BE49-F238E27FC236}">
                      <a16:creationId xmlns:a16="http://schemas.microsoft.com/office/drawing/2014/main" id="{1B5AF705-3933-4981-BA27-16F60BE0A17B}"/>
                    </a:ext>
                  </a:extLst>
                </p:cNvPr>
                <p:cNvSpPr/>
                <p:nvPr/>
              </p:nvSpPr>
              <p:spPr>
                <a:xfrm>
                  <a:off x="5368889" y="7093294"/>
                  <a:ext cx="820800" cy="172800"/>
                </a:xfrm>
                <a:prstGeom prst="roundRect">
                  <a:avLst/>
                </a:prstGeom>
                <a:solidFill>
                  <a:srgbClr val="F8F8F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CS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Pwr</a:t>
                  </a:r>
                  <a:r>
                    <a:rPr lang="en-US" sz="800" dirty="0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 - </a:t>
                  </a:r>
                  <a:r>
                    <a:rPr lang="en-US" sz="800" dirty="0" err="1">
                      <a:solidFill>
                        <a:schemeClr val="tx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Arial" panose="020B0604020202020204" pitchFamily="34" charset="0"/>
                    </a:rPr>
                    <a:t>Sfty</a:t>
                  </a:r>
                  <a:endParaRPr lang="en-CA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37921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8" ma:contentTypeDescription="Opprett et nytt dokument." ma:contentTypeScope="" ma:versionID="3754159ff34ddc46912f79acf55780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ce4b15addf7a06b7b5dc3085e9adc893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D76547-AC9B-4F39-8F5B-DAA6766DA972}">
  <ds:schemaRefs>
    <ds:schemaRef ds:uri="http://schemas.microsoft.com/office/2006/metadata/properties"/>
    <ds:schemaRef ds:uri="http://schemas.microsoft.com/office/infopath/2007/PartnerControls"/>
    <ds:schemaRef ds:uri="400c38e1-b6e2-4061-96f5-3a83e4f3492a"/>
    <ds:schemaRef ds:uri="15700c87-5547-428e-a808-210cffccada0"/>
  </ds:schemaRefs>
</ds:datastoreItem>
</file>

<file path=customXml/itemProps2.xml><?xml version="1.0" encoding="utf-8"?>
<ds:datastoreItem xmlns:ds="http://schemas.openxmlformats.org/officeDocument/2006/customXml" ds:itemID="{E18A3617-F77E-44B0-B3BC-5F7B991B6C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5D7091-0D25-4CF4-9BEF-41389887605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3533</TotalTime>
  <Words>254</Words>
  <Application>Microsoft Office PowerPoint</Application>
  <PresentationFormat>Letter (8,5 x 11 tommer)</PresentationFormat>
  <Paragraphs>103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PowerPoint-presentasjon</vt:lpstr>
    </vt:vector>
  </TitlesOfParts>
  <Company>DeeplyPracticalPM.com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Magical Devices Version 3</dc:title>
  <dc:creator>William Stewart</dc:creator>
  <cp:lastModifiedBy>Bård Inge Austigard Pettersen</cp:lastModifiedBy>
  <cp:revision>67</cp:revision>
  <dcterms:created xsi:type="dcterms:W3CDTF">2019-10-20T21:22:05Z</dcterms:created>
  <dcterms:modified xsi:type="dcterms:W3CDTF">2025-03-04T02:38:48Z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</Properties>
</file>