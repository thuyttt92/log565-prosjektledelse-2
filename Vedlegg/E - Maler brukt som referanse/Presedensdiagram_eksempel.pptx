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95" d="100"/>
          <a:sy n="195" d="100"/>
        </p:scale>
        <p:origin x="15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0617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"/>
            <a:ext cx="3456432" cy="73152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411480" y="64739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Fiktivt byggprosjekt – Leilighetsbygg Solsiden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20624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Basert på den genererte MSPDI-strukturen fra MS Project-eksempelet.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3035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Presedensdiagram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86868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Kun løvnoder fra det fiktive byggeprosjektet og den genererte MSPDI-planen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Denne presentasjonen viser et AON-basert presedensdiagram for det samme fiktive byggeprosjektet som ble brukt i MS Project-eksemplet.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45720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Diagrammet viser bare løvnoder, ikke summary-</a:t>
            </a:r>
            <a:r>
              <a:rPr lang="en-US" sz="1200" dirty="0" err="1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oppgaver</a:t>
            </a: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
</a:t>
            </a:r>
            <a:r>
              <a:rPr lang="en-US" sz="1200" dirty="0" err="1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Kritisk</a:t>
            </a: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sti er markert i oransje.
Ikke-</a:t>
            </a:r>
            <a:r>
              <a:rPr lang="en-US" sz="1200" dirty="0" err="1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kritiske</a:t>
            </a: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sidegrener er markert i blått.
</a:t>
            </a:r>
            <a:r>
              <a:rPr lang="en-US" sz="1200" dirty="0" err="1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Spesiallogikk</a:t>
            </a: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er eksplisitt merket for SS, FF, SF og lag.
</a:t>
            </a:r>
            <a:r>
              <a:rPr lang="en-US" sz="1200" dirty="0" err="1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Øvrige</a:t>
            </a: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piler leses som Finish-to-Start (FS).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001000" y="14173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EEF4FA"/>
          </a:solidFill>
          <a:ln w="12700">
            <a:solidFill>
              <a:srgbClr val="D0D7DE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7" name="Text 5"/>
          <p:cNvSpPr/>
          <p:nvPr/>
        </p:nvSpPr>
        <p:spPr>
          <a:xfrm>
            <a:off x="8138160" y="150876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Forklaring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138160" y="1801368"/>
            <a:ext cx="109728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9" name="Text 7"/>
          <p:cNvSpPr/>
          <p:nvPr/>
        </p:nvSpPr>
        <p:spPr>
          <a:xfrm>
            <a:off x="8293608" y="1764792"/>
            <a:ext cx="2862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Oransje noder/piler = kritisk sti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138160" y="1993392"/>
            <a:ext cx="109728" cy="109728"/>
          </a:xfrm>
          <a:prstGeom prst="rect">
            <a:avLst/>
          </a:prstGeom>
          <a:solidFill>
            <a:srgbClr val="5B8CCB"/>
          </a:solidFill>
          <a:ln w="12700">
            <a:solidFill>
              <a:srgbClr val="5B8CC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1" name="Text 9"/>
          <p:cNvSpPr/>
          <p:nvPr/>
        </p:nvSpPr>
        <p:spPr>
          <a:xfrm>
            <a:off x="8293608" y="1956816"/>
            <a:ext cx="2862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Blå noder/piler = sidegren / ikke-kritisk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138160" y="2185416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3" name="Text 11"/>
          <p:cNvSpPr/>
          <p:nvPr/>
        </p:nvSpPr>
        <p:spPr>
          <a:xfrm>
            <a:off x="8293608" y="2148840"/>
            <a:ext cx="2862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Ikke-merkede piler = FS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138160" y="2377440"/>
            <a:ext cx="109728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5" name="Text 13"/>
          <p:cNvSpPr/>
          <p:nvPr/>
        </p:nvSpPr>
        <p:spPr>
          <a:xfrm>
            <a:off x="8293608" y="2340864"/>
            <a:ext cx="2862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Merkede piler = SS / FF / SF og lag (+2d, +3d)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092440" y="2971800"/>
            <a:ext cx="3017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7" name="Text 15"/>
          <p:cNvSpPr/>
          <p:nvPr/>
        </p:nvSpPr>
        <p:spPr>
          <a:xfrm>
            <a:off x="8229600" y="30906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Leseretning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332841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Diagrammet er lagt som et snake-mønster: rad 1 leses mot høyre, rad 2 mot venstre og rad 3 mot høyre.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2960" y="4617720"/>
            <a:ext cx="106070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0" name="Text 18"/>
          <p:cNvSpPr/>
          <p:nvPr/>
        </p:nvSpPr>
        <p:spPr>
          <a:xfrm>
            <a:off x="594360" y="47365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slide viser hele nettverket i ett bilde, med de spesielle presedensreglene fremhevet på pilene.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3035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Presedensdiagram med presedenslogikk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86868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Fiktivt byggprosjekt – kun løvnoder, kritisk sti og spesiallogikk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458200" y="530352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EEF4FA"/>
          </a:solidFill>
          <a:ln w="12700">
            <a:solidFill>
              <a:srgbClr val="D0D7DE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5" name="Text 3"/>
          <p:cNvSpPr/>
          <p:nvPr/>
        </p:nvSpPr>
        <p:spPr>
          <a:xfrm>
            <a:off x="8595360" y="62179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Kort forklaring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595360" y="914400"/>
            <a:ext cx="109728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7" name="Text 5"/>
          <p:cNvSpPr/>
          <p:nvPr/>
        </p:nvSpPr>
        <p:spPr>
          <a:xfrm>
            <a:off x="8750808" y="877824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kritisk sti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595360" y="1106424"/>
            <a:ext cx="109728" cy="109728"/>
          </a:xfrm>
          <a:prstGeom prst="rect">
            <a:avLst/>
          </a:prstGeom>
          <a:solidFill>
            <a:srgbClr val="5B8CCB"/>
          </a:solidFill>
          <a:ln w="12700">
            <a:solidFill>
              <a:srgbClr val="5B8CC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9" name="Text 7"/>
          <p:cNvSpPr/>
          <p:nvPr/>
        </p:nvSpPr>
        <p:spPr>
          <a:xfrm>
            <a:off x="8750808" y="1069848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ikke-kritisk sidegren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595360" y="1298448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1" name="Text 9"/>
          <p:cNvSpPr/>
          <p:nvPr/>
        </p:nvSpPr>
        <p:spPr>
          <a:xfrm>
            <a:off x="8750808" y="1261872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ikke-merkede piler = FS</a:t>
            </a:r>
            <a:endParaRPr lang="en-US" sz="8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187" y="1069848"/>
            <a:ext cx="11384280" cy="53583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178</Words>
  <Application>Microsoft Office PowerPoint</Application>
  <PresentationFormat>Widescreen</PresentationFormat>
  <Paragraphs>20</Paragraphs>
  <Slides>2</Slides>
  <Notes>2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PowerPoint-presentasjon</vt:lpstr>
      <vt:lpstr>PowerPoint-presentasjon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Presedensdiagram – fiktivt byggprosjekt</dc:title>
  <dc:subject>Presedensdiagram for fiktivt byggprosjekt</dc:subject>
  <dc:creator>OpenAI</dc:creator>
  <cp:lastModifiedBy>Bård Inge Austigard Pettersen</cp:lastModifiedBy>
  <cp:revision>3</cp:revision>
  <dcterms:created xsi:type="dcterms:W3CDTF">2026-03-23T01:05:25Z</dcterms:created>
  <dcterms:modified xsi:type="dcterms:W3CDTF">2026-03-23T01:18:07Z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e59125d-3421-490c-8c49-713131ff88a1_Enabled">
    <vt:lpwstr>true</vt:lpwstr>
  </property>
  <property fmtid="{D5CDD505-2E9C-101B-9397-08002B2CF9AE}" pid="3" name="MSIP_Label_ee59125d-3421-490c-8c49-713131ff88a1_SetDate">
    <vt:lpwstr>2026-03-23T01:16:36Z</vt:lpwstr>
  </property>
  <property fmtid="{D5CDD505-2E9C-101B-9397-08002B2CF9AE}" pid="4" name="MSIP_Label_ee59125d-3421-490c-8c49-713131ff88a1_Method">
    <vt:lpwstr>Standard</vt:lpwstr>
  </property>
  <property fmtid="{D5CDD505-2E9C-101B-9397-08002B2CF9AE}" pid="5" name="MSIP_Label_ee59125d-3421-490c-8c49-713131ff88a1_Name">
    <vt:lpwstr>Yellow</vt:lpwstr>
  </property>
  <property fmtid="{D5CDD505-2E9C-101B-9397-08002B2CF9AE}" pid="6" name="MSIP_Label_ee59125d-3421-490c-8c49-713131ff88a1_SiteId">
    <vt:lpwstr>938c1eb0-9d08-484b-92b9-53f583bd08fb</vt:lpwstr>
  </property>
  <property fmtid="{D5CDD505-2E9C-101B-9397-08002B2CF9AE}" pid="7" name="MSIP_Label_ee59125d-3421-490c-8c49-713131ff88a1_ActionId">
    <vt:lpwstr>5d6ad91c-0b0c-4b07-9a27-f9471391f8ea</vt:lpwstr>
  </property>
  <property fmtid="{D5CDD505-2E9C-101B-9397-08002B2CF9AE}" pid="8" name="MSIP_Label_ee59125d-3421-490c-8c49-713131ff88a1_ContentBits">
    <vt:lpwstr>0</vt:lpwstr>
  </property>
  <property fmtid="{D5CDD505-2E9C-101B-9397-08002B2CF9AE}" pid="9" name="MSIP_Label_ee59125d-3421-490c-8c49-713131ff88a1_Tag">
    <vt:lpwstr>10, 3, 0, 1</vt:lpwstr>
  </property>
</Properties>
</file>