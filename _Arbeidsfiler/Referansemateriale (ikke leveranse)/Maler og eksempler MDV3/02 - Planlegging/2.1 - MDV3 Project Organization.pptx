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79300" cy="9134475" type="ledg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9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272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8CE7345C-1D88-4680-925D-D7454258A3E4}"/>
    <pc:docChg chg="custSel modSld">
      <pc:chgData name="Bård Inge Austigard Pettersen" userId="bebddd87-b0b6-46bf-b87e-7c2cbec16442" providerId="ADAL" clId="{8CE7345C-1D88-4680-925D-D7454258A3E4}" dt="2025-03-04T02:37:50.639" v="1" actId="478"/>
      <pc:docMkLst>
        <pc:docMk/>
      </pc:docMkLst>
      <pc:sldChg chg="delSp mod">
        <pc:chgData name="Bård Inge Austigard Pettersen" userId="bebddd87-b0b6-46bf-b87e-7c2cbec16442" providerId="ADAL" clId="{8CE7345C-1D88-4680-925D-D7454258A3E4}" dt="2025-03-04T02:37:50.639" v="1" actId="478"/>
        <pc:sldMkLst>
          <pc:docMk/>
          <pc:sldMk cId="2498020452" sldId="256"/>
        </pc:sldMkLst>
        <pc:spChg chg="del">
          <ac:chgData name="Bård Inge Austigard Pettersen" userId="bebddd87-b0b6-46bf-b87e-7c2cbec16442" providerId="ADAL" clId="{8CE7345C-1D88-4680-925D-D7454258A3E4}" dt="2025-03-04T02:37:49.060" v="0" actId="478"/>
          <ac:spMkLst>
            <pc:docMk/>
            <pc:sldMk cId="2498020452" sldId="256"/>
            <ac:spMk id="5" creationId="{25892C5D-3968-4DF3-867E-5F3FFA4ECAB1}"/>
          </ac:spMkLst>
        </pc:spChg>
        <pc:picChg chg="del">
          <ac:chgData name="Bård Inge Austigard Pettersen" userId="bebddd87-b0b6-46bf-b87e-7c2cbec16442" providerId="ADAL" clId="{8CE7345C-1D88-4680-925D-D7454258A3E4}" dt="2025-03-04T02:37:50.639" v="1" actId="478"/>
          <ac:picMkLst>
            <pc:docMk/>
            <pc:sldMk cId="2498020452" sldId="256"/>
            <ac:picMk id="6" creationId="{FFDCD771-C590-42E5-94CE-27245F57556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84C704-D104-4B5B-BB5D-46B44BE667B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93A5E4A5-A34B-42EA-8A0B-1CE60B387ED0}">
      <dgm:prSet phldrT="[Text]"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Sponsor</a:t>
          </a:r>
        </a:p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Lucy Pevensie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D37DA0-AF02-4820-8807-88336D72FABA}" type="parTrans" cxnId="{D70635BE-4D11-460A-AFE8-14F31CD745C5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21E19D-623C-49C2-A317-2A13291405B6}" type="sibTrans" cxnId="{D70635BE-4D11-460A-AFE8-14F31CD745C5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9DCFFC-BD8A-4383-878C-82346899FD01}">
      <dgm:prSet phldrT="[Text]"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Manager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Charles Wallace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072362-F762-48B1-88BE-77A22B1E2AD9}" type="parTrans" cxnId="{011F7543-AB91-40FF-A6C0-CA255A45FB0E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B4E67D-F1CD-46B4-89B5-6966D2E2766A}" type="sibTrans" cxnId="{011F7543-AB91-40FF-A6C0-CA255A45FB0E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8315E2-A4A0-494F-BEE4-376022E9556E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Kong Qiu</a:t>
          </a:r>
        </a:p>
      </dgm:t>
    </dgm:pt>
    <dgm:pt modelId="{34225541-7CCD-4D6A-9383-3DF6D01F6923}" type="parTrans" cxnId="{C099FA89-E2D4-421F-9954-53F116CA7F0A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E8D078-953D-4990-BF96-1A2788BAA342}" type="sibTrans" cxnId="{C099FA89-E2D4-421F-9954-53F116CA7F0A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BA4F65-20EA-48FE-8BB7-F99960DCD63C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Mary Sperling</a:t>
          </a:r>
        </a:p>
      </dgm:t>
    </dgm:pt>
    <dgm:pt modelId="{AF71B48C-0CD8-47D0-AE2D-CAB800E47E2D}" type="parTrans" cxnId="{07FEB053-BEF1-4750-8001-F93DBFFC69F4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DA3F39-23B6-4A2F-A287-E4A7CA955ABF}" type="sibTrans" cxnId="{07FEB053-BEF1-4750-8001-F93DBFFC69F4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909738-94E4-4306-A95F-53403024CAA8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Byomkesh Bakshi</a:t>
          </a:r>
        </a:p>
      </dgm:t>
    </dgm:pt>
    <dgm:pt modelId="{2B37D3B4-6048-4EE7-BF20-91A21CD5AD6E}" type="parTrans" cxnId="{E98B3067-845B-494F-8295-08879A4C342F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4E4C49-564D-4578-98F4-E6D58A793986}" type="sibTrans" cxnId="{E98B3067-845B-494F-8295-08879A4C342F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3B860A-DB63-453C-B919-B8443C8F4917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Andre Young</a:t>
          </a:r>
        </a:p>
      </dgm:t>
    </dgm:pt>
    <dgm:pt modelId="{52CD0F5A-9B1F-45C3-B4A1-232F695D36B0}" type="parTrans" cxnId="{977DC712-3BD3-4803-987E-8AD14E53A286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8ACE5A-51CB-4A63-AC0D-EEA0CAF53942}" type="sibTrans" cxnId="{977DC712-3BD3-4803-987E-8AD14E53A286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14B63B-A21D-4B83-B839-14B42BF2DA7E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Cathy Kerr</a:t>
          </a:r>
        </a:p>
      </dgm:t>
    </dgm:pt>
    <dgm:pt modelId="{A092B6BF-9F03-4B76-887D-850EB551A3EF}" type="parTrans" cxnId="{705B440C-9C0F-4D5E-AA27-0EE39FEB1706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AB7752-E714-479C-9A17-D4A8C670C3D3}" type="sibTrans" cxnId="{705B440C-9C0F-4D5E-AA27-0EE39FEB1706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66D155-456F-48A2-A09D-AC153AE8AA6A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Heidi Geis</a:t>
          </a:r>
        </a:p>
      </dgm:t>
    </dgm:pt>
    <dgm:pt modelId="{CD3E75FD-3F9F-46D9-9F0A-798C278561F1}" type="parTrans" cxnId="{3D68591A-4991-48D0-8A19-6EE865E55050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A6E92F-B9C4-409E-BA18-1484B30AFE74}" type="sibTrans" cxnId="{3D68591A-4991-48D0-8A19-6EE865E55050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A6342C-EFA4-40F4-87B3-F86D3388E18F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Irwin Fletcher</a:t>
          </a:r>
        </a:p>
      </dgm:t>
    </dgm:pt>
    <dgm:pt modelId="{3DE6F93B-20DF-4611-A2D1-2E3FB51B3385}" type="parTrans" cxnId="{ABD7BA6E-CAB1-42B7-A29D-960C371EC926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33D6D9-C537-4959-849A-0CC7C2E78AD3}" type="sibTrans" cxnId="{ABD7BA6E-CAB1-42B7-A29D-960C371EC926}">
      <dgm:prSet/>
      <dgm:spPr/>
      <dgm:t>
        <a:bodyPr/>
        <a:lstStyle/>
        <a:p>
          <a:endParaRPr lang="en-CA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722AE1-DF23-42B8-98B9-0DDBB46BDC45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Jean Cunliffe</a:t>
          </a:r>
        </a:p>
      </dgm:t>
    </dgm:pt>
    <dgm:pt modelId="{87D42F23-CA9E-47B9-921D-5E3E1C55F7C9}" type="parTrans" cxnId="{3294750A-F7BA-48F4-B8D3-A3B0BA367727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C4473B-792C-4106-B2C7-CF6285E7DADE}" type="sibTrans" cxnId="{3294750A-F7BA-48F4-B8D3-A3B0BA367727}">
      <dgm:prSet/>
      <dgm:spPr/>
      <dgm:t>
        <a:bodyPr/>
        <a:lstStyle/>
        <a:p>
          <a:endParaRPr lang="en-CA"/>
        </a:p>
      </dgm:t>
    </dgm:pt>
    <dgm:pt modelId="{825616D0-B05F-4D32-87EB-FF081251950F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Henry Kiku</a:t>
          </a:r>
        </a:p>
      </dgm:t>
    </dgm:pt>
    <dgm:pt modelId="{4AE02094-CBD3-435D-8CFA-44798CA1F55E}" type="parTrans" cxnId="{96E803A3-8A81-4816-ABC8-7F9357E93F53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C2615E-C03C-4852-A1B2-67D45F01F5C9}" type="sibTrans" cxnId="{96E803A3-8A81-4816-ABC8-7F9357E93F53}">
      <dgm:prSet/>
      <dgm:spPr/>
      <dgm:t>
        <a:bodyPr/>
        <a:lstStyle/>
        <a:p>
          <a:endParaRPr lang="en-CA"/>
        </a:p>
      </dgm:t>
    </dgm:pt>
    <dgm:pt modelId="{11DCDD8A-44FB-455F-BB17-8B31C6CF4DAC}">
      <dgm:prSet custT="1"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Quality Assurance Lead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Son Goku</a:t>
          </a:r>
        </a:p>
      </dgm:t>
    </dgm:pt>
    <dgm:pt modelId="{9696C022-6604-472C-8B68-CA41081380F2}" type="parTrans" cxnId="{C809594A-44A7-4049-AC3F-D85327238104}">
      <dgm:prSet/>
      <dgm:spPr>
        <a:solidFill>
          <a:srgbClr val="EAEAEA"/>
        </a:solidFill>
        <a:ln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B0075F-98AE-457F-BA85-78B79D2E491F}" type="sibTrans" cxnId="{C809594A-44A7-4049-AC3F-D85327238104}">
      <dgm:prSet/>
      <dgm:spPr/>
      <dgm:t>
        <a:bodyPr/>
        <a:lstStyle/>
        <a:p>
          <a:endParaRPr lang="en-CA"/>
        </a:p>
      </dgm:t>
    </dgm:pt>
    <dgm:pt modelId="{E5E70184-81E1-4937-8977-8E0BB0CC23EC}" type="asst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Project Coordinator</a:t>
          </a:r>
          <a:b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CA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Ellie Arroway</a:t>
          </a:r>
          <a:endParaRPr lang="en-US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9F14F67-F844-4110-A6E0-6548F04163D0}" type="parTrans" cxnId="{398F0E21-17A0-492B-AEB0-42AE8F906BA9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8C8772CC-3062-4CD1-AECD-7DD92C4C628D}" type="sibTrans" cxnId="{398F0E21-17A0-492B-AEB0-42AE8F906BA9}">
      <dgm:prSet/>
      <dgm:spPr/>
      <dgm:t>
        <a:bodyPr/>
        <a:lstStyle/>
        <a:p>
          <a:endParaRPr lang="en-CA"/>
        </a:p>
      </dgm:t>
    </dgm:pt>
    <dgm:pt modelId="{1EA238DC-34A5-4EA6-B7B7-666DB2D11623}" type="asst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Project Scheduler  </a:t>
          </a: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Jonathan Livingston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1C9D05DA-18B7-4CBD-9329-75F7295AF310}" type="parTrans" cxnId="{5244A529-A354-40AC-9373-359540CFA630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DA482FBF-265F-4D78-86AA-B696B5EF7577}" type="sibTrans" cxnId="{5244A529-A354-40AC-9373-359540CFA630}">
      <dgm:prSet/>
      <dgm:spPr/>
      <dgm:t>
        <a:bodyPr/>
        <a:lstStyle/>
        <a:p>
          <a:endParaRPr lang="en-CA"/>
        </a:p>
      </dgm:t>
    </dgm:pt>
    <dgm:pt modelId="{A7B73266-70D4-4B7B-A50C-A45741D06855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Business Process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EEC4BFB2-851B-4B13-86B8-371E2CA22BCB}" type="parTrans" cxnId="{DBBF3BF3-1485-4DB6-8B12-EF5F20CEDC83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CAAED193-6481-4F22-A6F1-98BA39F8ED87}" type="sibTrans" cxnId="{DBBF3BF3-1485-4DB6-8B12-EF5F20CEDC83}">
      <dgm:prSet/>
      <dgm:spPr/>
      <dgm:t>
        <a:bodyPr/>
        <a:lstStyle/>
        <a:p>
          <a:endParaRPr lang="en-CA"/>
        </a:p>
      </dgm:t>
    </dgm:pt>
    <dgm:pt modelId="{9659AF39-54BD-4E2D-AB58-F2CC94AD29E2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System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948C767-A088-4047-B633-857AE0D89245}" type="parTrans" cxnId="{A74FB5EE-B83B-4170-BD56-6077D89C0117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A042AE83-4238-4DC3-9A8F-C538E495EE10}" type="sibTrans" cxnId="{A74FB5EE-B83B-4170-BD56-6077D89C0117}">
      <dgm:prSet/>
      <dgm:spPr/>
      <dgm:t>
        <a:bodyPr/>
        <a:lstStyle/>
        <a:p>
          <a:endParaRPr lang="en-CA"/>
        </a:p>
      </dgm:t>
    </dgm:pt>
    <dgm:pt modelId="{F94485D5-95D2-4085-8279-B00998AF37A7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Software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4681CF91-C8B2-4F40-9EEB-E45A31B9773D}" type="parTrans" cxnId="{CF189AF2-2668-4F61-9660-42C2D31CC43E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C87CC5D1-6B69-42BA-A9CD-2CB1839D95E6}" type="sibTrans" cxnId="{CF189AF2-2668-4F61-9660-42C2D31CC43E}">
      <dgm:prSet/>
      <dgm:spPr/>
      <dgm:t>
        <a:bodyPr/>
        <a:lstStyle/>
        <a:p>
          <a:endParaRPr lang="en-CA"/>
        </a:p>
      </dgm:t>
    </dgm:pt>
    <dgm:pt modelId="{CAFD2A09-88D9-4188-9BC8-40EF1F24327B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Hardware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2F5BA670-0223-4C74-8E3B-30FAE585715D}" type="parTrans" cxnId="{41E75B51-668B-48D8-9831-4B0EB94FEE10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73BF05F0-5AB3-4942-A0CE-E056320C9C6A}" type="sibTrans" cxnId="{41E75B51-668B-48D8-9831-4B0EB94FEE10}">
      <dgm:prSet/>
      <dgm:spPr/>
      <dgm:t>
        <a:bodyPr/>
        <a:lstStyle/>
        <a:p>
          <a:endParaRPr lang="en-CA"/>
        </a:p>
      </dgm:t>
    </dgm:pt>
    <dgm:pt modelId="{E3632139-0828-42F5-A5D5-0722B862E7BD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Security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17C3BA9-C34B-4783-94E5-BE8F691517F6}" type="parTrans" cxnId="{CC6A9530-B90C-4F30-B27D-418F38B96285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751FE108-E56C-46B1-8F2D-84D13B0867D4}" type="sibTrans" cxnId="{CC6A9530-B90C-4F30-B27D-418F38B96285}">
      <dgm:prSet/>
      <dgm:spPr/>
      <dgm:t>
        <a:bodyPr/>
        <a:lstStyle/>
        <a:p>
          <a:endParaRPr lang="en-CA"/>
        </a:p>
      </dgm:t>
    </dgm:pt>
    <dgm:pt modelId="{93AF787E-1B17-44DC-B07A-0D1087D8AF80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Quality Assurance</a:t>
          </a:r>
          <a:b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F0A5965B-B49F-40FA-BAD5-02E2CEFDF424}" type="parTrans" cxnId="{EDF9EFF4-4629-49A7-9BD9-A15F2CCC72A5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DBBE6073-A846-4016-BE58-D38EC74C4D7C}" type="sibTrans" cxnId="{EDF9EFF4-4629-49A7-9BD9-A15F2CCC72A5}">
      <dgm:prSet/>
      <dgm:spPr/>
      <dgm:t>
        <a:bodyPr/>
        <a:lstStyle/>
        <a:p>
          <a:endParaRPr lang="en-CA"/>
        </a:p>
      </dgm:t>
    </dgm:pt>
    <dgm:pt modelId="{2E8A6D4C-F8A4-46BA-A0C1-DEF8118F1C40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Implementation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8C85EC57-588A-4A4D-8758-E0DD5963EECC}" type="parTrans" cxnId="{08194E87-624B-4557-834C-AB28D5460C5D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8D6ECB9F-0572-4725-973B-36BE06228203}" type="sibTrans" cxnId="{08194E87-624B-4557-834C-AB28D5460C5D}">
      <dgm:prSet/>
      <dgm:spPr/>
      <dgm:t>
        <a:bodyPr/>
        <a:lstStyle/>
        <a:p>
          <a:endParaRPr lang="en-CA"/>
        </a:p>
      </dgm:t>
    </dgm:pt>
    <dgm:pt modelId="{8FF0A9A6-9857-455B-8C8F-0F4EE2AA11C4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Facilities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43D52C90-0903-4135-BB1E-18E76C94486E}" type="parTrans" cxnId="{977C5449-B796-4C34-A8D4-A0CF3B9E372E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75B48461-8E92-4E6B-AFB1-11EBC6B1A0BE}" type="sibTrans" cxnId="{977C5449-B796-4C34-A8D4-A0CF3B9E372E}">
      <dgm:prSet/>
      <dgm:spPr/>
      <dgm:t>
        <a:bodyPr/>
        <a:lstStyle/>
        <a:p>
          <a:endParaRPr lang="en-CA"/>
        </a:p>
      </dgm:t>
    </dgm:pt>
    <dgm:pt modelId="{A06CB317-292D-470A-AF4B-C5412C9F78B0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Training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7EBB57A3-9C9C-4B72-9685-CE9CCC23B8C7}" type="parTrans" cxnId="{910CC0CD-DA99-4955-9676-FF607ED43E09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C7A8FBA8-E3C3-4C8C-96DA-AEE3599F2A3F}" type="sibTrans" cxnId="{910CC0CD-DA99-4955-9676-FF607ED43E09}">
      <dgm:prSet/>
      <dgm:spPr/>
      <dgm:t>
        <a:bodyPr/>
        <a:lstStyle/>
        <a:p>
          <a:endParaRPr lang="en-CA"/>
        </a:p>
      </dgm:t>
    </dgm:pt>
    <dgm:pt modelId="{1BE4DCF9-0576-40E4-8F9C-20F5242135DF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Support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FB5D9A05-C027-427B-9A17-01433D90D3BB}" type="parTrans" cxnId="{B9BFCAA7-72A7-409C-8EDD-7B0B1E9D86C7}">
      <dgm:prSet/>
      <dgm:spPr>
        <a:ln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BA8DA985-C4BF-400C-B9F8-7BCEE2D01B20}" type="sibTrans" cxnId="{B9BFCAA7-72A7-409C-8EDD-7B0B1E9D86C7}">
      <dgm:prSet/>
      <dgm:spPr/>
      <dgm:t>
        <a:bodyPr/>
        <a:lstStyle/>
        <a:p>
          <a:endParaRPr lang="en-CA"/>
        </a:p>
      </dgm:t>
    </dgm:pt>
    <dgm:pt modelId="{D5314F15-9922-4148-A9D9-D655B41DD6D1}" type="pres">
      <dgm:prSet presAssocID="{9E84C704-D104-4B5B-BB5D-46B44BE667B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675B30F-853C-4765-B4E0-0FAE8EF69CC2}" type="pres">
      <dgm:prSet presAssocID="{93A5E4A5-A34B-42EA-8A0B-1CE60B387ED0}" presName="hierRoot1" presStyleCnt="0">
        <dgm:presLayoutVars>
          <dgm:hierBranch val="init"/>
        </dgm:presLayoutVars>
      </dgm:prSet>
      <dgm:spPr/>
    </dgm:pt>
    <dgm:pt modelId="{6C84C5F0-E38E-4290-A57E-373729EDC77E}" type="pres">
      <dgm:prSet presAssocID="{93A5E4A5-A34B-42EA-8A0B-1CE60B387ED0}" presName="rootComposite1" presStyleCnt="0"/>
      <dgm:spPr/>
    </dgm:pt>
    <dgm:pt modelId="{134AA4C4-CF8C-4FD1-9FF2-A68C58DCD6EB}" type="pres">
      <dgm:prSet presAssocID="{93A5E4A5-A34B-42EA-8A0B-1CE60B387ED0}" presName="rootText1" presStyleLbl="node0" presStyleIdx="0" presStyleCnt="1">
        <dgm:presLayoutVars>
          <dgm:chPref val="3"/>
        </dgm:presLayoutVars>
      </dgm:prSet>
      <dgm:spPr/>
    </dgm:pt>
    <dgm:pt modelId="{566878BD-6361-406D-A7C1-07D4AEE1885B}" type="pres">
      <dgm:prSet presAssocID="{93A5E4A5-A34B-42EA-8A0B-1CE60B387ED0}" presName="rootConnector1" presStyleLbl="node1" presStyleIdx="0" presStyleCnt="0"/>
      <dgm:spPr/>
    </dgm:pt>
    <dgm:pt modelId="{25A4CB58-2B76-40D6-A0A4-B52D65D68A30}" type="pres">
      <dgm:prSet presAssocID="{93A5E4A5-A34B-42EA-8A0B-1CE60B387ED0}" presName="hierChild2" presStyleCnt="0"/>
      <dgm:spPr/>
    </dgm:pt>
    <dgm:pt modelId="{E80BC436-6C5B-4183-9560-CB3F7BAA7326}" type="pres">
      <dgm:prSet presAssocID="{67072362-F762-48B1-88BE-77A22B1E2AD9}" presName="Name37" presStyleLbl="parChTrans1D2" presStyleIdx="0" presStyleCnt="1"/>
      <dgm:spPr/>
    </dgm:pt>
    <dgm:pt modelId="{72FBAD7C-0E7C-4AD1-804D-8525EAD1EDDE}" type="pres">
      <dgm:prSet presAssocID="{829DCFFC-BD8A-4383-878C-82346899FD01}" presName="hierRoot2" presStyleCnt="0">
        <dgm:presLayoutVars>
          <dgm:hierBranch/>
        </dgm:presLayoutVars>
      </dgm:prSet>
      <dgm:spPr/>
    </dgm:pt>
    <dgm:pt modelId="{997BAFEE-1F3B-46D6-A1BE-C424F1B509A2}" type="pres">
      <dgm:prSet presAssocID="{829DCFFC-BD8A-4383-878C-82346899FD01}" presName="rootComposite" presStyleCnt="0"/>
      <dgm:spPr/>
    </dgm:pt>
    <dgm:pt modelId="{03E9C332-F6B7-43FA-B206-DF61535B988E}" type="pres">
      <dgm:prSet presAssocID="{829DCFFC-BD8A-4383-878C-82346899FD01}" presName="rootText" presStyleLbl="node2" presStyleIdx="0" presStyleCnt="1">
        <dgm:presLayoutVars>
          <dgm:chPref val="3"/>
        </dgm:presLayoutVars>
      </dgm:prSet>
      <dgm:spPr/>
    </dgm:pt>
    <dgm:pt modelId="{0FD1EFBF-5775-4735-B9A5-3924024EA2F5}" type="pres">
      <dgm:prSet presAssocID="{829DCFFC-BD8A-4383-878C-82346899FD01}" presName="rootConnector" presStyleLbl="node2" presStyleIdx="0" presStyleCnt="1"/>
      <dgm:spPr/>
    </dgm:pt>
    <dgm:pt modelId="{029BF5FF-E1DE-4889-A431-D5A20BC8E8E4}" type="pres">
      <dgm:prSet presAssocID="{829DCFFC-BD8A-4383-878C-82346899FD01}" presName="hierChild4" presStyleCnt="0"/>
      <dgm:spPr/>
    </dgm:pt>
    <dgm:pt modelId="{FEFE0335-9413-4072-967E-EB9562968A28}" type="pres">
      <dgm:prSet presAssocID="{34225541-7CCD-4D6A-9383-3DF6D01F6923}" presName="Name35" presStyleLbl="parChTrans1D3" presStyleIdx="0" presStyleCnt="12"/>
      <dgm:spPr/>
    </dgm:pt>
    <dgm:pt modelId="{529D11F5-D294-4D8E-B12E-D7280B440655}" type="pres">
      <dgm:prSet presAssocID="{C28315E2-A4A0-494F-BEE4-376022E9556E}" presName="hierRoot2" presStyleCnt="0">
        <dgm:presLayoutVars>
          <dgm:hierBranch val="init"/>
        </dgm:presLayoutVars>
      </dgm:prSet>
      <dgm:spPr/>
    </dgm:pt>
    <dgm:pt modelId="{FF3D081A-1F04-4AA9-A271-DDB2A3FC45D2}" type="pres">
      <dgm:prSet presAssocID="{C28315E2-A4A0-494F-BEE4-376022E9556E}" presName="rootComposite" presStyleCnt="0"/>
      <dgm:spPr/>
    </dgm:pt>
    <dgm:pt modelId="{A6BBB8C4-A233-446C-8BE0-545A2AF60653}" type="pres">
      <dgm:prSet presAssocID="{C28315E2-A4A0-494F-BEE4-376022E9556E}" presName="rootText" presStyleLbl="node3" presStyleIdx="0" presStyleCnt="10">
        <dgm:presLayoutVars>
          <dgm:chPref val="3"/>
        </dgm:presLayoutVars>
      </dgm:prSet>
      <dgm:spPr/>
    </dgm:pt>
    <dgm:pt modelId="{1776392C-0122-4A94-86B8-7DA304126914}" type="pres">
      <dgm:prSet presAssocID="{C28315E2-A4A0-494F-BEE4-376022E9556E}" presName="rootConnector" presStyleLbl="node3" presStyleIdx="0" presStyleCnt="10"/>
      <dgm:spPr/>
    </dgm:pt>
    <dgm:pt modelId="{A56E6D71-5CE8-47FD-A467-3CD56101A5B8}" type="pres">
      <dgm:prSet presAssocID="{C28315E2-A4A0-494F-BEE4-376022E9556E}" presName="hierChild4" presStyleCnt="0"/>
      <dgm:spPr/>
    </dgm:pt>
    <dgm:pt modelId="{73E84ADA-19F8-4DEC-A34E-69B6B7EC670F}" type="pres">
      <dgm:prSet presAssocID="{EEC4BFB2-851B-4B13-86B8-371E2CA22BCB}" presName="Name37" presStyleLbl="parChTrans1D4" presStyleIdx="0" presStyleCnt="10"/>
      <dgm:spPr/>
    </dgm:pt>
    <dgm:pt modelId="{6FE6F1F4-0280-43EF-B7C1-3E50533F7527}" type="pres">
      <dgm:prSet presAssocID="{A7B73266-70D4-4B7B-A50C-A45741D06855}" presName="hierRoot2" presStyleCnt="0">
        <dgm:presLayoutVars>
          <dgm:hierBranch val="init"/>
        </dgm:presLayoutVars>
      </dgm:prSet>
      <dgm:spPr/>
    </dgm:pt>
    <dgm:pt modelId="{5E25A474-B1EC-4A7C-842D-E108C65A8AE9}" type="pres">
      <dgm:prSet presAssocID="{A7B73266-70D4-4B7B-A50C-A45741D06855}" presName="rootComposite" presStyleCnt="0"/>
      <dgm:spPr/>
    </dgm:pt>
    <dgm:pt modelId="{49F8880F-A0D3-466B-A5F5-C6C1CCCF8140}" type="pres">
      <dgm:prSet presAssocID="{A7B73266-70D4-4B7B-A50C-A45741D06855}" presName="rootText" presStyleLbl="node4" presStyleIdx="0" presStyleCnt="10">
        <dgm:presLayoutVars>
          <dgm:chPref val="3"/>
        </dgm:presLayoutVars>
      </dgm:prSet>
      <dgm:spPr>
        <a:xfrm>
          <a:off x="229106" y="4718818"/>
          <a:ext cx="883196" cy="441598"/>
        </a:xfrm>
        <a:prstGeom prst="rect">
          <a:avLst/>
        </a:prstGeom>
      </dgm:spPr>
    </dgm:pt>
    <dgm:pt modelId="{F47EDA08-D4C1-418C-9B26-F54740BA063A}" type="pres">
      <dgm:prSet presAssocID="{A7B73266-70D4-4B7B-A50C-A45741D06855}" presName="rootConnector" presStyleLbl="node4" presStyleIdx="0" presStyleCnt="10"/>
      <dgm:spPr/>
    </dgm:pt>
    <dgm:pt modelId="{21E354AA-B9A7-4961-8C1C-C424FAC94384}" type="pres">
      <dgm:prSet presAssocID="{A7B73266-70D4-4B7B-A50C-A45741D06855}" presName="hierChild4" presStyleCnt="0"/>
      <dgm:spPr/>
    </dgm:pt>
    <dgm:pt modelId="{97731C7B-3A46-44D7-B9AE-E8A66C339445}" type="pres">
      <dgm:prSet presAssocID="{A7B73266-70D4-4B7B-A50C-A45741D06855}" presName="hierChild5" presStyleCnt="0"/>
      <dgm:spPr/>
    </dgm:pt>
    <dgm:pt modelId="{E9D28867-3F67-4070-82ED-0A5BC5595595}" type="pres">
      <dgm:prSet presAssocID="{C28315E2-A4A0-494F-BEE4-376022E9556E}" presName="hierChild5" presStyleCnt="0"/>
      <dgm:spPr/>
    </dgm:pt>
    <dgm:pt modelId="{729E12D8-5438-4790-AB7F-262A8C48BE8D}" type="pres">
      <dgm:prSet presAssocID="{AF71B48C-0CD8-47D0-AE2D-CAB800E47E2D}" presName="Name35" presStyleLbl="parChTrans1D3" presStyleIdx="1" presStyleCnt="12"/>
      <dgm:spPr/>
    </dgm:pt>
    <dgm:pt modelId="{A22CBFFB-A5B5-481E-ABBC-D7CA4A1B29A2}" type="pres">
      <dgm:prSet presAssocID="{9BBA4F65-20EA-48FE-8BB7-F99960DCD63C}" presName="hierRoot2" presStyleCnt="0">
        <dgm:presLayoutVars>
          <dgm:hierBranch val="init"/>
        </dgm:presLayoutVars>
      </dgm:prSet>
      <dgm:spPr/>
    </dgm:pt>
    <dgm:pt modelId="{18998540-F197-4233-9BDD-23C5CEC17E03}" type="pres">
      <dgm:prSet presAssocID="{9BBA4F65-20EA-48FE-8BB7-F99960DCD63C}" presName="rootComposite" presStyleCnt="0"/>
      <dgm:spPr/>
    </dgm:pt>
    <dgm:pt modelId="{6CEC2AF4-03BB-47D2-A689-45E7E5F17FD8}" type="pres">
      <dgm:prSet presAssocID="{9BBA4F65-20EA-48FE-8BB7-F99960DCD63C}" presName="rootText" presStyleLbl="node3" presStyleIdx="1" presStyleCnt="10">
        <dgm:presLayoutVars>
          <dgm:chPref val="3"/>
        </dgm:presLayoutVars>
      </dgm:prSet>
      <dgm:spPr/>
    </dgm:pt>
    <dgm:pt modelId="{9E55BE88-DFCC-48F6-A984-E3A352BD2040}" type="pres">
      <dgm:prSet presAssocID="{9BBA4F65-20EA-48FE-8BB7-F99960DCD63C}" presName="rootConnector" presStyleLbl="node3" presStyleIdx="1" presStyleCnt="10"/>
      <dgm:spPr/>
    </dgm:pt>
    <dgm:pt modelId="{A19A5B6C-6399-42EB-94E7-A2E51166A20E}" type="pres">
      <dgm:prSet presAssocID="{9BBA4F65-20EA-48FE-8BB7-F99960DCD63C}" presName="hierChild4" presStyleCnt="0"/>
      <dgm:spPr/>
    </dgm:pt>
    <dgm:pt modelId="{66C238B7-5B02-4C65-93DE-3AC490AFF90D}" type="pres">
      <dgm:prSet presAssocID="{A948C767-A088-4047-B633-857AE0D89245}" presName="Name37" presStyleLbl="parChTrans1D4" presStyleIdx="1" presStyleCnt="10"/>
      <dgm:spPr/>
    </dgm:pt>
    <dgm:pt modelId="{6DFAA0AD-797F-4BE7-9CE9-12E346AD5423}" type="pres">
      <dgm:prSet presAssocID="{9659AF39-54BD-4E2D-AB58-F2CC94AD29E2}" presName="hierRoot2" presStyleCnt="0">
        <dgm:presLayoutVars>
          <dgm:hierBranch val="init"/>
        </dgm:presLayoutVars>
      </dgm:prSet>
      <dgm:spPr/>
    </dgm:pt>
    <dgm:pt modelId="{B67263D6-CE24-49CE-8F24-6A149A635B82}" type="pres">
      <dgm:prSet presAssocID="{9659AF39-54BD-4E2D-AB58-F2CC94AD29E2}" presName="rootComposite" presStyleCnt="0"/>
      <dgm:spPr/>
    </dgm:pt>
    <dgm:pt modelId="{3252D8B6-A251-45DA-A52D-F66C1998B950}" type="pres">
      <dgm:prSet presAssocID="{9659AF39-54BD-4E2D-AB58-F2CC94AD29E2}" presName="rootText" presStyleLbl="node4" presStyleIdx="1" presStyleCnt="10">
        <dgm:presLayoutVars>
          <dgm:chPref val="3"/>
        </dgm:presLayoutVars>
      </dgm:prSet>
      <dgm:spPr>
        <a:xfrm>
          <a:off x="1297774" y="4718818"/>
          <a:ext cx="883196" cy="441598"/>
        </a:xfrm>
        <a:prstGeom prst="rect">
          <a:avLst/>
        </a:prstGeom>
      </dgm:spPr>
    </dgm:pt>
    <dgm:pt modelId="{BC04CBF2-CD2F-46F5-8CAD-84AECE86DD90}" type="pres">
      <dgm:prSet presAssocID="{9659AF39-54BD-4E2D-AB58-F2CC94AD29E2}" presName="rootConnector" presStyleLbl="node4" presStyleIdx="1" presStyleCnt="10"/>
      <dgm:spPr/>
    </dgm:pt>
    <dgm:pt modelId="{29DA923C-B8BB-43CA-B872-DCCB07E8DA53}" type="pres">
      <dgm:prSet presAssocID="{9659AF39-54BD-4E2D-AB58-F2CC94AD29E2}" presName="hierChild4" presStyleCnt="0"/>
      <dgm:spPr/>
    </dgm:pt>
    <dgm:pt modelId="{BE87F4CB-EF4B-46ED-A94F-48B5E8E0DD97}" type="pres">
      <dgm:prSet presAssocID="{9659AF39-54BD-4E2D-AB58-F2CC94AD29E2}" presName="hierChild5" presStyleCnt="0"/>
      <dgm:spPr/>
    </dgm:pt>
    <dgm:pt modelId="{6CE82819-D2AE-4C2D-89ED-11E92CC51729}" type="pres">
      <dgm:prSet presAssocID="{9BBA4F65-20EA-48FE-8BB7-F99960DCD63C}" presName="hierChild5" presStyleCnt="0"/>
      <dgm:spPr/>
    </dgm:pt>
    <dgm:pt modelId="{2C65AB2D-AE10-4380-865A-4F9DC44A4BDF}" type="pres">
      <dgm:prSet presAssocID="{2B37D3B4-6048-4EE7-BF20-91A21CD5AD6E}" presName="Name35" presStyleLbl="parChTrans1D3" presStyleIdx="2" presStyleCnt="12"/>
      <dgm:spPr/>
    </dgm:pt>
    <dgm:pt modelId="{D809F0FF-C966-4383-9C05-4688F6FF8A58}" type="pres">
      <dgm:prSet presAssocID="{03909738-94E4-4306-A95F-53403024CAA8}" presName="hierRoot2" presStyleCnt="0">
        <dgm:presLayoutVars>
          <dgm:hierBranch val="init"/>
        </dgm:presLayoutVars>
      </dgm:prSet>
      <dgm:spPr/>
    </dgm:pt>
    <dgm:pt modelId="{4234514B-78F8-4922-AED0-69C64EC9A8FA}" type="pres">
      <dgm:prSet presAssocID="{03909738-94E4-4306-A95F-53403024CAA8}" presName="rootComposite" presStyleCnt="0"/>
      <dgm:spPr/>
    </dgm:pt>
    <dgm:pt modelId="{E1B054F8-3832-4F4E-8A0C-9A4A6F29AFBA}" type="pres">
      <dgm:prSet presAssocID="{03909738-94E4-4306-A95F-53403024CAA8}" presName="rootText" presStyleLbl="node3" presStyleIdx="2" presStyleCnt="10">
        <dgm:presLayoutVars>
          <dgm:chPref val="3"/>
        </dgm:presLayoutVars>
      </dgm:prSet>
      <dgm:spPr/>
    </dgm:pt>
    <dgm:pt modelId="{24411FEB-0D1E-459D-89D0-2748C1A984A4}" type="pres">
      <dgm:prSet presAssocID="{03909738-94E4-4306-A95F-53403024CAA8}" presName="rootConnector" presStyleLbl="node3" presStyleIdx="2" presStyleCnt="10"/>
      <dgm:spPr/>
    </dgm:pt>
    <dgm:pt modelId="{4B07C8EB-B671-4ED0-9EC9-DCCF429F40F0}" type="pres">
      <dgm:prSet presAssocID="{03909738-94E4-4306-A95F-53403024CAA8}" presName="hierChild4" presStyleCnt="0"/>
      <dgm:spPr/>
    </dgm:pt>
    <dgm:pt modelId="{76D5BA23-CB58-424E-8A94-559624663CB7}" type="pres">
      <dgm:prSet presAssocID="{4681CF91-C8B2-4F40-9EEB-E45A31B9773D}" presName="Name37" presStyleLbl="parChTrans1D4" presStyleIdx="2" presStyleCnt="10"/>
      <dgm:spPr/>
    </dgm:pt>
    <dgm:pt modelId="{D088DD51-F5A1-472D-ADA4-07986F0B0866}" type="pres">
      <dgm:prSet presAssocID="{F94485D5-95D2-4085-8279-B00998AF37A7}" presName="hierRoot2" presStyleCnt="0">
        <dgm:presLayoutVars>
          <dgm:hierBranch val="init"/>
        </dgm:presLayoutVars>
      </dgm:prSet>
      <dgm:spPr/>
    </dgm:pt>
    <dgm:pt modelId="{F822B710-CD44-4502-B367-20E7BC726489}" type="pres">
      <dgm:prSet presAssocID="{F94485D5-95D2-4085-8279-B00998AF37A7}" presName="rootComposite" presStyleCnt="0"/>
      <dgm:spPr/>
    </dgm:pt>
    <dgm:pt modelId="{4FA38E75-D491-424B-9D47-958B35BCC925}" type="pres">
      <dgm:prSet presAssocID="{F94485D5-95D2-4085-8279-B00998AF37A7}" presName="rootText" presStyleLbl="node4" presStyleIdx="2" presStyleCnt="10">
        <dgm:presLayoutVars>
          <dgm:chPref val="3"/>
        </dgm:presLayoutVars>
      </dgm:prSet>
      <dgm:spPr>
        <a:xfrm>
          <a:off x="2366442" y="4718818"/>
          <a:ext cx="883196" cy="441598"/>
        </a:xfrm>
        <a:prstGeom prst="rect">
          <a:avLst/>
        </a:prstGeom>
      </dgm:spPr>
    </dgm:pt>
    <dgm:pt modelId="{5F9FE0E4-E6D6-43F0-B00A-AFBB3782D206}" type="pres">
      <dgm:prSet presAssocID="{F94485D5-95D2-4085-8279-B00998AF37A7}" presName="rootConnector" presStyleLbl="node4" presStyleIdx="2" presStyleCnt="10"/>
      <dgm:spPr/>
    </dgm:pt>
    <dgm:pt modelId="{06CB47B9-2391-4709-9ED9-F2087289C3F8}" type="pres">
      <dgm:prSet presAssocID="{F94485D5-95D2-4085-8279-B00998AF37A7}" presName="hierChild4" presStyleCnt="0"/>
      <dgm:spPr/>
    </dgm:pt>
    <dgm:pt modelId="{F3F55478-35DA-4FAE-99FB-FD8FC1384363}" type="pres">
      <dgm:prSet presAssocID="{F94485D5-95D2-4085-8279-B00998AF37A7}" presName="hierChild5" presStyleCnt="0"/>
      <dgm:spPr/>
    </dgm:pt>
    <dgm:pt modelId="{FB852D47-BE1F-40CD-8901-47048D3EEF36}" type="pres">
      <dgm:prSet presAssocID="{03909738-94E4-4306-A95F-53403024CAA8}" presName="hierChild5" presStyleCnt="0"/>
      <dgm:spPr/>
    </dgm:pt>
    <dgm:pt modelId="{4AA4F0EF-947B-4569-BCF3-DFE78468EBF7}" type="pres">
      <dgm:prSet presAssocID="{52CD0F5A-9B1F-45C3-B4A1-232F695D36B0}" presName="Name35" presStyleLbl="parChTrans1D3" presStyleIdx="3" presStyleCnt="12"/>
      <dgm:spPr/>
    </dgm:pt>
    <dgm:pt modelId="{18E4FFFE-4E67-4F3C-8F56-6FFF1EC4C87C}" type="pres">
      <dgm:prSet presAssocID="{B63B860A-DB63-453C-B919-B8443C8F4917}" presName="hierRoot2" presStyleCnt="0">
        <dgm:presLayoutVars>
          <dgm:hierBranch val="init"/>
        </dgm:presLayoutVars>
      </dgm:prSet>
      <dgm:spPr/>
    </dgm:pt>
    <dgm:pt modelId="{B2758063-A2F0-4765-A340-F3A4542DCF03}" type="pres">
      <dgm:prSet presAssocID="{B63B860A-DB63-453C-B919-B8443C8F4917}" presName="rootComposite" presStyleCnt="0"/>
      <dgm:spPr/>
    </dgm:pt>
    <dgm:pt modelId="{E19ABCDF-73DA-4B06-A8A0-1908FA8FE316}" type="pres">
      <dgm:prSet presAssocID="{B63B860A-DB63-453C-B919-B8443C8F4917}" presName="rootText" presStyleLbl="node3" presStyleIdx="3" presStyleCnt="10">
        <dgm:presLayoutVars>
          <dgm:chPref val="3"/>
        </dgm:presLayoutVars>
      </dgm:prSet>
      <dgm:spPr/>
    </dgm:pt>
    <dgm:pt modelId="{5C38FD24-F47A-4683-8AC7-B758F0272BF5}" type="pres">
      <dgm:prSet presAssocID="{B63B860A-DB63-453C-B919-B8443C8F4917}" presName="rootConnector" presStyleLbl="node3" presStyleIdx="3" presStyleCnt="10"/>
      <dgm:spPr/>
    </dgm:pt>
    <dgm:pt modelId="{69E6D6FA-7BD6-4D78-9F81-566108FAA643}" type="pres">
      <dgm:prSet presAssocID="{B63B860A-DB63-453C-B919-B8443C8F4917}" presName="hierChild4" presStyleCnt="0"/>
      <dgm:spPr/>
    </dgm:pt>
    <dgm:pt modelId="{9DC3DC02-39A7-47EE-B1EA-BA2777F8C012}" type="pres">
      <dgm:prSet presAssocID="{2F5BA670-0223-4C74-8E3B-30FAE585715D}" presName="Name37" presStyleLbl="parChTrans1D4" presStyleIdx="3" presStyleCnt="10"/>
      <dgm:spPr/>
    </dgm:pt>
    <dgm:pt modelId="{B2DDE018-214A-4105-AE4F-F8A1A76A590C}" type="pres">
      <dgm:prSet presAssocID="{CAFD2A09-88D9-4188-9BC8-40EF1F24327B}" presName="hierRoot2" presStyleCnt="0">
        <dgm:presLayoutVars>
          <dgm:hierBranch val="init"/>
        </dgm:presLayoutVars>
      </dgm:prSet>
      <dgm:spPr/>
    </dgm:pt>
    <dgm:pt modelId="{387DE9D9-7DC5-4E4F-90F4-F310551FCD51}" type="pres">
      <dgm:prSet presAssocID="{CAFD2A09-88D9-4188-9BC8-40EF1F24327B}" presName="rootComposite" presStyleCnt="0"/>
      <dgm:spPr/>
    </dgm:pt>
    <dgm:pt modelId="{EE1B4C88-AC28-4853-A4A6-94E2FDB773F8}" type="pres">
      <dgm:prSet presAssocID="{CAFD2A09-88D9-4188-9BC8-40EF1F24327B}" presName="rootText" presStyleLbl="node4" presStyleIdx="3" presStyleCnt="10">
        <dgm:presLayoutVars>
          <dgm:chPref val="3"/>
        </dgm:presLayoutVars>
      </dgm:prSet>
      <dgm:spPr>
        <a:xfrm>
          <a:off x="3435111" y="4718818"/>
          <a:ext cx="883196" cy="441598"/>
        </a:xfrm>
        <a:prstGeom prst="rect">
          <a:avLst/>
        </a:prstGeom>
      </dgm:spPr>
    </dgm:pt>
    <dgm:pt modelId="{C77E7362-C7ED-4A75-A99B-4BBC57F731A0}" type="pres">
      <dgm:prSet presAssocID="{CAFD2A09-88D9-4188-9BC8-40EF1F24327B}" presName="rootConnector" presStyleLbl="node4" presStyleIdx="3" presStyleCnt="10"/>
      <dgm:spPr/>
    </dgm:pt>
    <dgm:pt modelId="{E45DA0B9-06A4-494F-9F0F-5C8A036A1ED6}" type="pres">
      <dgm:prSet presAssocID="{CAFD2A09-88D9-4188-9BC8-40EF1F24327B}" presName="hierChild4" presStyleCnt="0"/>
      <dgm:spPr/>
    </dgm:pt>
    <dgm:pt modelId="{456A3810-5AFA-45CA-9838-D50CDD612AEA}" type="pres">
      <dgm:prSet presAssocID="{CAFD2A09-88D9-4188-9BC8-40EF1F24327B}" presName="hierChild5" presStyleCnt="0"/>
      <dgm:spPr/>
    </dgm:pt>
    <dgm:pt modelId="{D8375090-5D5C-444F-8478-2740DCAC4489}" type="pres">
      <dgm:prSet presAssocID="{B63B860A-DB63-453C-B919-B8443C8F4917}" presName="hierChild5" presStyleCnt="0"/>
      <dgm:spPr/>
    </dgm:pt>
    <dgm:pt modelId="{B08AF09D-D2EA-4D7C-8AD8-BD0A235303B9}" type="pres">
      <dgm:prSet presAssocID="{A092B6BF-9F03-4B76-887D-850EB551A3EF}" presName="Name35" presStyleLbl="parChTrans1D3" presStyleIdx="4" presStyleCnt="12"/>
      <dgm:spPr/>
    </dgm:pt>
    <dgm:pt modelId="{0E265ED2-CE0A-4B1C-9682-254B70F13847}" type="pres">
      <dgm:prSet presAssocID="{7A14B63B-A21D-4B83-B839-14B42BF2DA7E}" presName="hierRoot2" presStyleCnt="0">
        <dgm:presLayoutVars>
          <dgm:hierBranch val="init"/>
        </dgm:presLayoutVars>
      </dgm:prSet>
      <dgm:spPr/>
    </dgm:pt>
    <dgm:pt modelId="{81EC2C98-C7E4-4762-95B0-BCFC941EF450}" type="pres">
      <dgm:prSet presAssocID="{7A14B63B-A21D-4B83-B839-14B42BF2DA7E}" presName="rootComposite" presStyleCnt="0"/>
      <dgm:spPr/>
    </dgm:pt>
    <dgm:pt modelId="{D26E4203-16B1-4410-90B0-2670415C4C82}" type="pres">
      <dgm:prSet presAssocID="{7A14B63B-A21D-4B83-B839-14B42BF2DA7E}" presName="rootText" presStyleLbl="node3" presStyleIdx="4" presStyleCnt="10">
        <dgm:presLayoutVars>
          <dgm:chPref val="3"/>
        </dgm:presLayoutVars>
      </dgm:prSet>
      <dgm:spPr/>
    </dgm:pt>
    <dgm:pt modelId="{E774B3FF-F6DC-48B9-99EF-49F0AD1FE8B4}" type="pres">
      <dgm:prSet presAssocID="{7A14B63B-A21D-4B83-B839-14B42BF2DA7E}" presName="rootConnector" presStyleLbl="node3" presStyleIdx="4" presStyleCnt="10"/>
      <dgm:spPr/>
    </dgm:pt>
    <dgm:pt modelId="{8AD7C8EF-6D64-4D2C-9352-D3406400387E}" type="pres">
      <dgm:prSet presAssocID="{7A14B63B-A21D-4B83-B839-14B42BF2DA7E}" presName="hierChild4" presStyleCnt="0"/>
      <dgm:spPr/>
    </dgm:pt>
    <dgm:pt modelId="{4F9C90E9-13C3-4F77-8A83-8B7511DED0E8}" type="pres">
      <dgm:prSet presAssocID="{917C3BA9-C34B-4783-94E5-BE8F691517F6}" presName="Name37" presStyleLbl="parChTrans1D4" presStyleIdx="4" presStyleCnt="10"/>
      <dgm:spPr/>
    </dgm:pt>
    <dgm:pt modelId="{B284E037-3146-4572-BB75-186EF3FD268C}" type="pres">
      <dgm:prSet presAssocID="{E3632139-0828-42F5-A5D5-0722B862E7BD}" presName="hierRoot2" presStyleCnt="0">
        <dgm:presLayoutVars>
          <dgm:hierBranch val="init"/>
        </dgm:presLayoutVars>
      </dgm:prSet>
      <dgm:spPr/>
    </dgm:pt>
    <dgm:pt modelId="{8C4D6CBB-E658-4626-8220-A55AA08F8840}" type="pres">
      <dgm:prSet presAssocID="{E3632139-0828-42F5-A5D5-0722B862E7BD}" presName="rootComposite" presStyleCnt="0"/>
      <dgm:spPr/>
    </dgm:pt>
    <dgm:pt modelId="{E62E2631-7241-4840-918D-9DB150E1C666}" type="pres">
      <dgm:prSet presAssocID="{E3632139-0828-42F5-A5D5-0722B862E7BD}" presName="rootText" presStyleLbl="node4" presStyleIdx="4" presStyleCnt="10">
        <dgm:presLayoutVars>
          <dgm:chPref val="3"/>
        </dgm:presLayoutVars>
      </dgm:prSet>
      <dgm:spPr>
        <a:xfrm>
          <a:off x="4503779" y="4718818"/>
          <a:ext cx="883196" cy="441598"/>
        </a:xfrm>
        <a:prstGeom prst="rect">
          <a:avLst/>
        </a:prstGeom>
      </dgm:spPr>
    </dgm:pt>
    <dgm:pt modelId="{40D6AF3C-5D24-4C03-9B35-14C5256D7ADE}" type="pres">
      <dgm:prSet presAssocID="{E3632139-0828-42F5-A5D5-0722B862E7BD}" presName="rootConnector" presStyleLbl="node4" presStyleIdx="4" presStyleCnt="10"/>
      <dgm:spPr/>
    </dgm:pt>
    <dgm:pt modelId="{2F79DAAD-A967-46D5-A97D-8AB32578CC0F}" type="pres">
      <dgm:prSet presAssocID="{E3632139-0828-42F5-A5D5-0722B862E7BD}" presName="hierChild4" presStyleCnt="0"/>
      <dgm:spPr/>
    </dgm:pt>
    <dgm:pt modelId="{D292E9AA-4E28-46CB-A66C-EE3BB75682F4}" type="pres">
      <dgm:prSet presAssocID="{E3632139-0828-42F5-A5D5-0722B862E7BD}" presName="hierChild5" presStyleCnt="0"/>
      <dgm:spPr/>
    </dgm:pt>
    <dgm:pt modelId="{7EA567B0-AF51-411B-8AC3-51CA083DFA89}" type="pres">
      <dgm:prSet presAssocID="{7A14B63B-A21D-4B83-B839-14B42BF2DA7E}" presName="hierChild5" presStyleCnt="0"/>
      <dgm:spPr/>
    </dgm:pt>
    <dgm:pt modelId="{77E124EA-B158-4FB9-A6FD-E262D5AF9088}" type="pres">
      <dgm:prSet presAssocID="{3DE6F93B-20DF-4611-A2D1-2E3FB51B3385}" presName="Name35" presStyleLbl="parChTrans1D3" presStyleIdx="5" presStyleCnt="12"/>
      <dgm:spPr/>
    </dgm:pt>
    <dgm:pt modelId="{77CB2B83-6A30-435E-99B5-1E28A9410781}" type="pres">
      <dgm:prSet presAssocID="{86A6342C-EFA4-40F4-87B3-F86D3388E18F}" presName="hierRoot2" presStyleCnt="0">
        <dgm:presLayoutVars>
          <dgm:hierBranch val="init"/>
        </dgm:presLayoutVars>
      </dgm:prSet>
      <dgm:spPr/>
    </dgm:pt>
    <dgm:pt modelId="{C6B8FCBD-C4FB-4B70-B559-7B4C36811FF8}" type="pres">
      <dgm:prSet presAssocID="{86A6342C-EFA4-40F4-87B3-F86D3388E18F}" presName="rootComposite" presStyleCnt="0"/>
      <dgm:spPr/>
    </dgm:pt>
    <dgm:pt modelId="{61ED6BBC-5001-4902-9D77-8F50F76BE654}" type="pres">
      <dgm:prSet presAssocID="{86A6342C-EFA4-40F4-87B3-F86D3388E18F}" presName="rootText" presStyleLbl="node3" presStyleIdx="5" presStyleCnt="10">
        <dgm:presLayoutVars>
          <dgm:chPref val="3"/>
        </dgm:presLayoutVars>
      </dgm:prSet>
      <dgm:spPr/>
    </dgm:pt>
    <dgm:pt modelId="{9D931B98-F704-4B38-8DEE-9F28AFCE23CC}" type="pres">
      <dgm:prSet presAssocID="{86A6342C-EFA4-40F4-87B3-F86D3388E18F}" presName="rootConnector" presStyleLbl="node3" presStyleIdx="5" presStyleCnt="10"/>
      <dgm:spPr/>
    </dgm:pt>
    <dgm:pt modelId="{174825B6-7B00-4E4D-B388-4643BF9F44A2}" type="pres">
      <dgm:prSet presAssocID="{86A6342C-EFA4-40F4-87B3-F86D3388E18F}" presName="hierChild4" presStyleCnt="0"/>
      <dgm:spPr/>
    </dgm:pt>
    <dgm:pt modelId="{ED786C5A-1563-4509-8A26-20AFE3ADD73E}" type="pres">
      <dgm:prSet presAssocID="{43D52C90-0903-4135-BB1E-18E76C94486E}" presName="Name37" presStyleLbl="parChTrans1D4" presStyleIdx="5" presStyleCnt="10"/>
      <dgm:spPr/>
    </dgm:pt>
    <dgm:pt modelId="{E3F899C7-868F-4DAC-816D-3A74A4086D63}" type="pres">
      <dgm:prSet presAssocID="{8FF0A9A6-9857-455B-8C8F-0F4EE2AA11C4}" presName="hierRoot2" presStyleCnt="0">
        <dgm:presLayoutVars>
          <dgm:hierBranch val="init"/>
        </dgm:presLayoutVars>
      </dgm:prSet>
      <dgm:spPr/>
    </dgm:pt>
    <dgm:pt modelId="{08B34315-BD28-4A1D-9854-BE9165EAF626}" type="pres">
      <dgm:prSet presAssocID="{8FF0A9A6-9857-455B-8C8F-0F4EE2AA11C4}" presName="rootComposite" presStyleCnt="0"/>
      <dgm:spPr/>
    </dgm:pt>
    <dgm:pt modelId="{D9B18EF0-3B96-4F09-B818-5D0B392A22B3}" type="pres">
      <dgm:prSet presAssocID="{8FF0A9A6-9857-455B-8C8F-0F4EE2AA11C4}" presName="rootText" presStyleLbl="node4" presStyleIdx="5" presStyleCnt="10">
        <dgm:presLayoutVars>
          <dgm:chPref val="3"/>
        </dgm:presLayoutVars>
      </dgm:prSet>
      <dgm:spPr>
        <a:xfrm>
          <a:off x="7709783" y="4718818"/>
          <a:ext cx="883196" cy="441598"/>
        </a:xfrm>
        <a:prstGeom prst="rect">
          <a:avLst/>
        </a:prstGeom>
      </dgm:spPr>
    </dgm:pt>
    <dgm:pt modelId="{85BD41D3-004E-4BF4-94E6-B4EC00BE51B6}" type="pres">
      <dgm:prSet presAssocID="{8FF0A9A6-9857-455B-8C8F-0F4EE2AA11C4}" presName="rootConnector" presStyleLbl="node4" presStyleIdx="5" presStyleCnt="10"/>
      <dgm:spPr/>
    </dgm:pt>
    <dgm:pt modelId="{3F7052CA-A2F8-4207-B97C-C9EA0EC7A6A2}" type="pres">
      <dgm:prSet presAssocID="{8FF0A9A6-9857-455B-8C8F-0F4EE2AA11C4}" presName="hierChild4" presStyleCnt="0"/>
      <dgm:spPr/>
    </dgm:pt>
    <dgm:pt modelId="{4C51C7F2-C6DF-4D18-8E10-0E428E260F0F}" type="pres">
      <dgm:prSet presAssocID="{8FF0A9A6-9857-455B-8C8F-0F4EE2AA11C4}" presName="hierChild5" presStyleCnt="0"/>
      <dgm:spPr/>
    </dgm:pt>
    <dgm:pt modelId="{B171E3A4-04C5-4EB1-8B11-551233B38196}" type="pres">
      <dgm:prSet presAssocID="{86A6342C-EFA4-40F4-87B3-F86D3388E18F}" presName="hierChild5" presStyleCnt="0"/>
      <dgm:spPr/>
    </dgm:pt>
    <dgm:pt modelId="{746204D8-7DE3-4EC0-A55A-290BC1EFADEE}" type="pres">
      <dgm:prSet presAssocID="{9696C022-6604-472C-8B68-CA41081380F2}" presName="Name35" presStyleLbl="parChTrans1D3" presStyleIdx="6" presStyleCnt="12"/>
      <dgm:spPr/>
    </dgm:pt>
    <dgm:pt modelId="{856056EF-2992-46FC-B42F-58411C6667FC}" type="pres">
      <dgm:prSet presAssocID="{11DCDD8A-44FB-455F-BB17-8B31C6CF4DAC}" presName="hierRoot2" presStyleCnt="0">
        <dgm:presLayoutVars>
          <dgm:hierBranch val="init"/>
        </dgm:presLayoutVars>
      </dgm:prSet>
      <dgm:spPr/>
    </dgm:pt>
    <dgm:pt modelId="{F729AC5A-DE1F-4B21-8A62-DDB14EEB6E7F}" type="pres">
      <dgm:prSet presAssocID="{11DCDD8A-44FB-455F-BB17-8B31C6CF4DAC}" presName="rootComposite" presStyleCnt="0"/>
      <dgm:spPr/>
    </dgm:pt>
    <dgm:pt modelId="{6ABE2A97-65CC-44B7-A00E-0196956768E5}" type="pres">
      <dgm:prSet presAssocID="{11DCDD8A-44FB-455F-BB17-8B31C6CF4DAC}" presName="rootText" presStyleLbl="node3" presStyleIdx="6" presStyleCnt="10">
        <dgm:presLayoutVars>
          <dgm:chPref val="3"/>
        </dgm:presLayoutVars>
      </dgm:prSet>
      <dgm:spPr/>
    </dgm:pt>
    <dgm:pt modelId="{C0DB0C68-1D87-471D-B60E-97A41081B7E6}" type="pres">
      <dgm:prSet presAssocID="{11DCDD8A-44FB-455F-BB17-8B31C6CF4DAC}" presName="rootConnector" presStyleLbl="node3" presStyleIdx="6" presStyleCnt="10"/>
      <dgm:spPr/>
    </dgm:pt>
    <dgm:pt modelId="{1EE5E898-88BD-4DCD-918C-F5F2A538BC1C}" type="pres">
      <dgm:prSet presAssocID="{11DCDD8A-44FB-455F-BB17-8B31C6CF4DAC}" presName="hierChild4" presStyleCnt="0"/>
      <dgm:spPr/>
    </dgm:pt>
    <dgm:pt modelId="{4C133011-5449-49F9-BE0D-FA3793602BD7}" type="pres">
      <dgm:prSet presAssocID="{F0A5965B-B49F-40FA-BAD5-02E2CEFDF424}" presName="Name37" presStyleLbl="parChTrans1D4" presStyleIdx="6" presStyleCnt="10"/>
      <dgm:spPr/>
    </dgm:pt>
    <dgm:pt modelId="{1CCCE19F-381D-4F88-ADB5-EA1B07C967CD}" type="pres">
      <dgm:prSet presAssocID="{93AF787E-1B17-44DC-B07A-0D1087D8AF80}" presName="hierRoot2" presStyleCnt="0">
        <dgm:presLayoutVars>
          <dgm:hierBranch val="init"/>
        </dgm:presLayoutVars>
      </dgm:prSet>
      <dgm:spPr/>
    </dgm:pt>
    <dgm:pt modelId="{74635E77-9299-4B7E-A69F-DE090DD0B228}" type="pres">
      <dgm:prSet presAssocID="{93AF787E-1B17-44DC-B07A-0D1087D8AF80}" presName="rootComposite" presStyleCnt="0"/>
      <dgm:spPr/>
    </dgm:pt>
    <dgm:pt modelId="{C9D95BD3-7F1F-4876-86D0-5898F31671EB}" type="pres">
      <dgm:prSet presAssocID="{93AF787E-1B17-44DC-B07A-0D1087D8AF80}" presName="rootText" presStyleLbl="node4" presStyleIdx="6" presStyleCnt="10">
        <dgm:presLayoutVars>
          <dgm:chPref val="3"/>
        </dgm:presLayoutVars>
      </dgm:prSet>
      <dgm:spPr>
        <a:xfrm>
          <a:off x="5572447" y="4718818"/>
          <a:ext cx="883196" cy="441598"/>
        </a:xfrm>
        <a:prstGeom prst="rect">
          <a:avLst/>
        </a:prstGeom>
      </dgm:spPr>
    </dgm:pt>
    <dgm:pt modelId="{41F077FA-7E40-4C1E-B3BB-93B74CE137DD}" type="pres">
      <dgm:prSet presAssocID="{93AF787E-1B17-44DC-B07A-0D1087D8AF80}" presName="rootConnector" presStyleLbl="node4" presStyleIdx="6" presStyleCnt="10"/>
      <dgm:spPr/>
    </dgm:pt>
    <dgm:pt modelId="{D30F33EA-3AE6-4943-8F3C-F58ADE872C2F}" type="pres">
      <dgm:prSet presAssocID="{93AF787E-1B17-44DC-B07A-0D1087D8AF80}" presName="hierChild4" presStyleCnt="0"/>
      <dgm:spPr/>
    </dgm:pt>
    <dgm:pt modelId="{47F28E04-BDDB-4439-9995-74001EF9F340}" type="pres">
      <dgm:prSet presAssocID="{93AF787E-1B17-44DC-B07A-0D1087D8AF80}" presName="hierChild5" presStyleCnt="0"/>
      <dgm:spPr/>
    </dgm:pt>
    <dgm:pt modelId="{6C77F94A-D8F6-4441-AE2B-179ACDD96043}" type="pres">
      <dgm:prSet presAssocID="{11DCDD8A-44FB-455F-BB17-8B31C6CF4DAC}" presName="hierChild5" presStyleCnt="0"/>
      <dgm:spPr/>
    </dgm:pt>
    <dgm:pt modelId="{6F99BC97-4014-41AA-B544-3C7BF70B0425}" type="pres">
      <dgm:prSet presAssocID="{CD3E75FD-3F9F-46D9-9F0A-798C278561F1}" presName="Name35" presStyleLbl="parChTrans1D3" presStyleIdx="7" presStyleCnt="12"/>
      <dgm:spPr/>
    </dgm:pt>
    <dgm:pt modelId="{AF6E9D5B-796D-4E09-984E-3DBDD5EA9140}" type="pres">
      <dgm:prSet presAssocID="{9066D155-456F-48A2-A09D-AC153AE8AA6A}" presName="hierRoot2" presStyleCnt="0">
        <dgm:presLayoutVars>
          <dgm:hierBranch val="init"/>
        </dgm:presLayoutVars>
      </dgm:prSet>
      <dgm:spPr/>
    </dgm:pt>
    <dgm:pt modelId="{9371D35F-F23C-40DC-9BBB-9287E379C67D}" type="pres">
      <dgm:prSet presAssocID="{9066D155-456F-48A2-A09D-AC153AE8AA6A}" presName="rootComposite" presStyleCnt="0"/>
      <dgm:spPr/>
    </dgm:pt>
    <dgm:pt modelId="{2797BBC9-13D2-411F-8794-472696ED9318}" type="pres">
      <dgm:prSet presAssocID="{9066D155-456F-48A2-A09D-AC153AE8AA6A}" presName="rootText" presStyleLbl="node3" presStyleIdx="7" presStyleCnt="10">
        <dgm:presLayoutVars>
          <dgm:chPref val="3"/>
        </dgm:presLayoutVars>
      </dgm:prSet>
      <dgm:spPr/>
    </dgm:pt>
    <dgm:pt modelId="{E31E0BB2-E7E6-4D32-AE08-DE3D1142FFF0}" type="pres">
      <dgm:prSet presAssocID="{9066D155-456F-48A2-A09D-AC153AE8AA6A}" presName="rootConnector" presStyleLbl="node3" presStyleIdx="7" presStyleCnt="10"/>
      <dgm:spPr/>
    </dgm:pt>
    <dgm:pt modelId="{D1FA166D-78C3-4794-B8EC-D3FE2DBA6A7A}" type="pres">
      <dgm:prSet presAssocID="{9066D155-456F-48A2-A09D-AC153AE8AA6A}" presName="hierChild4" presStyleCnt="0"/>
      <dgm:spPr/>
    </dgm:pt>
    <dgm:pt modelId="{2394049F-FEFD-4312-991C-E76C808DB538}" type="pres">
      <dgm:prSet presAssocID="{8C85EC57-588A-4A4D-8758-E0DD5963EECC}" presName="Name37" presStyleLbl="parChTrans1D4" presStyleIdx="7" presStyleCnt="10"/>
      <dgm:spPr/>
    </dgm:pt>
    <dgm:pt modelId="{D492539D-F38F-4220-B70B-36CF096048A5}" type="pres">
      <dgm:prSet presAssocID="{2E8A6D4C-F8A4-46BA-A0C1-DEF8118F1C40}" presName="hierRoot2" presStyleCnt="0">
        <dgm:presLayoutVars>
          <dgm:hierBranch val="init"/>
        </dgm:presLayoutVars>
      </dgm:prSet>
      <dgm:spPr/>
    </dgm:pt>
    <dgm:pt modelId="{3B5E7255-DD7D-447B-9869-7899148E7D7C}" type="pres">
      <dgm:prSet presAssocID="{2E8A6D4C-F8A4-46BA-A0C1-DEF8118F1C40}" presName="rootComposite" presStyleCnt="0"/>
      <dgm:spPr/>
    </dgm:pt>
    <dgm:pt modelId="{5C2B3B5C-C270-4219-9B5B-992DBC9B4C7A}" type="pres">
      <dgm:prSet presAssocID="{2E8A6D4C-F8A4-46BA-A0C1-DEF8118F1C40}" presName="rootText" presStyleLbl="node4" presStyleIdx="7" presStyleCnt="10">
        <dgm:presLayoutVars>
          <dgm:chPref val="3"/>
        </dgm:presLayoutVars>
      </dgm:prSet>
      <dgm:spPr>
        <a:xfrm>
          <a:off x="6641115" y="4718818"/>
          <a:ext cx="883196" cy="441598"/>
        </a:xfrm>
        <a:prstGeom prst="rect">
          <a:avLst/>
        </a:prstGeom>
      </dgm:spPr>
    </dgm:pt>
    <dgm:pt modelId="{110F86AF-B73D-4FF0-8773-3C3499FEA6E6}" type="pres">
      <dgm:prSet presAssocID="{2E8A6D4C-F8A4-46BA-A0C1-DEF8118F1C40}" presName="rootConnector" presStyleLbl="node4" presStyleIdx="7" presStyleCnt="10"/>
      <dgm:spPr/>
    </dgm:pt>
    <dgm:pt modelId="{5CBC5558-3F47-45BD-85C2-322CB2CBDF73}" type="pres">
      <dgm:prSet presAssocID="{2E8A6D4C-F8A4-46BA-A0C1-DEF8118F1C40}" presName="hierChild4" presStyleCnt="0"/>
      <dgm:spPr/>
    </dgm:pt>
    <dgm:pt modelId="{91EE6432-39E3-4203-84DF-2348A4489984}" type="pres">
      <dgm:prSet presAssocID="{2E8A6D4C-F8A4-46BA-A0C1-DEF8118F1C40}" presName="hierChild5" presStyleCnt="0"/>
      <dgm:spPr/>
    </dgm:pt>
    <dgm:pt modelId="{BCBDE5CF-B362-4766-8CC2-6CEE6C4501D8}" type="pres">
      <dgm:prSet presAssocID="{9066D155-456F-48A2-A09D-AC153AE8AA6A}" presName="hierChild5" presStyleCnt="0"/>
      <dgm:spPr/>
    </dgm:pt>
    <dgm:pt modelId="{EF87F48F-80DF-46DC-9C80-490CFA7A048F}" type="pres">
      <dgm:prSet presAssocID="{87D42F23-CA9E-47B9-921D-5E3E1C55F7C9}" presName="Name35" presStyleLbl="parChTrans1D3" presStyleIdx="8" presStyleCnt="12"/>
      <dgm:spPr/>
    </dgm:pt>
    <dgm:pt modelId="{B91A1694-9730-4765-8EDA-E70223383222}" type="pres">
      <dgm:prSet presAssocID="{39722AE1-DF23-42B8-98B9-0DDBB46BDC45}" presName="hierRoot2" presStyleCnt="0">
        <dgm:presLayoutVars>
          <dgm:hierBranch val="init"/>
        </dgm:presLayoutVars>
      </dgm:prSet>
      <dgm:spPr/>
    </dgm:pt>
    <dgm:pt modelId="{FEF2C745-FEFD-472E-92A6-57452DED0D09}" type="pres">
      <dgm:prSet presAssocID="{39722AE1-DF23-42B8-98B9-0DDBB46BDC45}" presName="rootComposite" presStyleCnt="0"/>
      <dgm:spPr/>
    </dgm:pt>
    <dgm:pt modelId="{A408037F-A32A-4C63-91E1-7D26EBFF5574}" type="pres">
      <dgm:prSet presAssocID="{39722AE1-DF23-42B8-98B9-0DDBB46BDC45}" presName="rootText" presStyleLbl="node3" presStyleIdx="8" presStyleCnt="10">
        <dgm:presLayoutVars>
          <dgm:chPref val="3"/>
        </dgm:presLayoutVars>
      </dgm:prSet>
      <dgm:spPr/>
    </dgm:pt>
    <dgm:pt modelId="{6375C29A-780F-42C5-8DA7-C5128F5D3ACB}" type="pres">
      <dgm:prSet presAssocID="{39722AE1-DF23-42B8-98B9-0DDBB46BDC45}" presName="rootConnector" presStyleLbl="node3" presStyleIdx="8" presStyleCnt="10"/>
      <dgm:spPr/>
    </dgm:pt>
    <dgm:pt modelId="{94E7D65B-9048-4542-8181-64489FCC8998}" type="pres">
      <dgm:prSet presAssocID="{39722AE1-DF23-42B8-98B9-0DDBB46BDC45}" presName="hierChild4" presStyleCnt="0"/>
      <dgm:spPr/>
    </dgm:pt>
    <dgm:pt modelId="{079F96EA-A8E9-4207-9FDA-ACF101CC2B25}" type="pres">
      <dgm:prSet presAssocID="{7EBB57A3-9C9C-4B72-9685-CE9CCC23B8C7}" presName="Name37" presStyleLbl="parChTrans1D4" presStyleIdx="8" presStyleCnt="10"/>
      <dgm:spPr/>
    </dgm:pt>
    <dgm:pt modelId="{87C7D50E-C42F-4AB0-A63E-699DA9050A6D}" type="pres">
      <dgm:prSet presAssocID="{A06CB317-292D-470A-AF4B-C5412C9F78B0}" presName="hierRoot2" presStyleCnt="0">
        <dgm:presLayoutVars>
          <dgm:hierBranch val="init"/>
        </dgm:presLayoutVars>
      </dgm:prSet>
      <dgm:spPr/>
    </dgm:pt>
    <dgm:pt modelId="{960FA001-11E1-48AA-8517-39AAF6241EA7}" type="pres">
      <dgm:prSet presAssocID="{A06CB317-292D-470A-AF4B-C5412C9F78B0}" presName="rootComposite" presStyleCnt="0"/>
      <dgm:spPr/>
    </dgm:pt>
    <dgm:pt modelId="{1D00F8B1-6FE1-40E1-9EA0-4F03E447210C}" type="pres">
      <dgm:prSet presAssocID="{A06CB317-292D-470A-AF4B-C5412C9F78B0}" presName="rootText" presStyleLbl="node4" presStyleIdx="8" presStyleCnt="10">
        <dgm:presLayoutVars>
          <dgm:chPref val="3"/>
        </dgm:presLayoutVars>
      </dgm:prSet>
      <dgm:spPr>
        <a:xfrm>
          <a:off x="8778451" y="4718818"/>
          <a:ext cx="883196" cy="441598"/>
        </a:xfrm>
        <a:prstGeom prst="rect">
          <a:avLst/>
        </a:prstGeom>
      </dgm:spPr>
    </dgm:pt>
    <dgm:pt modelId="{8F2E8FAA-715A-4F2D-965C-3D96DD2AA34D}" type="pres">
      <dgm:prSet presAssocID="{A06CB317-292D-470A-AF4B-C5412C9F78B0}" presName="rootConnector" presStyleLbl="node4" presStyleIdx="8" presStyleCnt="10"/>
      <dgm:spPr/>
    </dgm:pt>
    <dgm:pt modelId="{2BFE3B6D-B38E-43B1-BEBF-0B3814D846BC}" type="pres">
      <dgm:prSet presAssocID="{A06CB317-292D-470A-AF4B-C5412C9F78B0}" presName="hierChild4" presStyleCnt="0"/>
      <dgm:spPr/>
    </dgm:pt>
    <dgm:pt modelId="{662F3BE5-B126-4CEF-92D5-224693C005EE}" type="pres">
      <dgm:prSet presAssocID="{A06CB317-292D-470A-AF4B-C5412C9F78B0}" presName="hierChild5" presStyleCnt="0"/>
      <dgm:spPr/>
    </dgm:pt>
    <dgm:pt modelId="{9E5EAAB8-5F29-484D-870D-EB9D3D48A6B3}" type="pres">
      <dgm:prSet presAssocID="{39722AE1-DF23-42B8-98B9-0DDBB46BDC45}" presName="hierChild5" presStyleCnt="0"/>
      <dgm:spPr/>
    </dgm:pt>
    <dgm:pt modelId="{F23B636C-263E-424B-9B49-E87B3D3D1F10}" type="pres">
      <dgm:prSet presAssocID="{4AE02094-CBD3-435D-8CFA-44798CA1F55E}" presName="Name35" presStyleLbl="parChTrans1D3" presStyleIdx="9" presStyleCnt="12"/>
      <dgm:spPr/>
    </dgm:pt>
    <dgm:pt modelId="{EE86133E-94A6-4DD9-92BF-BA684AA28DCB}" type="pres">
      <dgm:prSet presAssocID="{825616D0-B05F-4D32-87EB-FF081251950F}" presName="hierRoot2" presStyleCnt="0">
        <dgm:presLayoutVars>
          <dgm:hierBranch val="init"/>
        </dgm:presLayoutVars>
      </dgm:prSet>
      <dgm:spPr/>
    </dgm:pt>
    <dgm:pt modelId="{4C6C8C10-A037-4964-AC85-DF3494F9613E}" type="pres">
      <dgm:prSet presAssocID="{825616D0-B05F-4D32-87EB-FF081251950F}" presName="rootComposite" presStyleCnt="0"/>
      <dgm:spPr/>
    </dgm:pt>
    <dgm:pt modelId="{884EDA54-992C-47C2-BCC0-E2EB26AB0D88}" type="pres">
      <dgm:prSet presAssocID="{825616D0-B05F-4D32-87EB-FF081251950F}" presName="rootText" presStyleLbl="node3" presStyleIdx="9" presStyleCnt="10">
        <dgm:presLayoutVars>
          <dgm:chPref val="3"/>
        </dgm:presLayoutVars>
      </dgm:prSet>
      <dgm:spPr/>
    </dgm:pt>
    <dgm:pt modelId="{3E62E224-1F36-46B0-BDC2-DA344F68A3EA}" type="pres">
      <dgm:prSet presAssocID="{825616D0-B05F-4D32-87EB-FF081251950F}" presName="rootConnector" presStyleLbl="node3" presStyleIdx="9" presStyleCnt="10"/>
      <dgm:spPr/>
    </dgm:pt>
    <dgm:pt modelId="{97D655C3-9BDF-41B8-8DCC-E5EEB2BC6D4A}" type="pres">
      <dgm:prSet presAssocID="{825616D0-B05F-4D32-87EB-FF081251950F}" presName="hierChild4" presStyleCnt="0"/>
      <dgm:spPr/>
    </dgm:pt>
    <dgm:pt modelId="{0A6999C1-463C-45AA-98DC-F29DE25E0007}" type="pres">
      <dgm:prSet presAssocID="{FB5D9A05-C027-427B-9A17-01433D90D3BB}" presName="Name37" presStyleLbl="parChTrans1D4" presStyleIdx="9" presStyleCnt="10"/>
      <dgm:spPr/>
    </dgm:pt>
    <dgm:pt modelId="{F310E32A-E145-4B44-8169-9E2127C1C76F}" type="pres">
      <dgm:prSet presAssocID="{1BE4DCF9-0576-40E4-8F9C-20F5242135DF}" presName="hierRoot2" presStyleCnt="0">
        <dgm:presLayoutVars>
          <dgm:hierBranch val="init"/>
        </dgm:presLayoutVars>
      </dgm:prSet>
      <dgm:spPr/>
    </dgm:pt>
    <dgm:pt modelId="{356EE60C-1C04-4E32-AD07-F16010D1254E}" type="pres">
      <dgm:prSet presAssocID="{1BE4DCF9-0576-40E4-8F9C-20F5242135DF}" presName="rootComposite" presStyleCnt="0"/>
      <dgm:spPr/>
    </dgm:pt>
    <dgm:pt modelId="{92EFA02D-8846-40FC-933A-335ED9A84208}" type="pres">
      <dgm:prSet presAssocID="{1BE4DCF9-0576-40E4-8F9C-20F5242135DF}" presName="rootText" presStyleLbl="node4" presStyleIdx="9" presStyleCnt="10">
        <dgm:presLayoutVars>
          <dgm:chPref val="3"/>
        </dgm:presLayoutVars>
      </dgm:prSet>
      <dgm:spPr>
        <a:xfrm>
          <a:off x="9847119" y="4718818"/>
          <a:ext cx="883196" cy="441598"/>
        </a:xfrm>
        <a:prstGeom prst="rect">
          <a:avLst/>
        </a:prstGeom>
      </dgm:spPr>
    </dgm:pt>
    <dgm:pt modelId="{D5B4750B-CF4E-4C95-98E8-B51DCB5A7487}" type="pres">
      <dgm:prSet presAssocID="{1BE4DCF9-0576-40E4-8F9C-20F5242135DF}" presName="rootConnector" presStyleLbl="node4" presStyleIdx="9" presStyleCnt="10"/>
      <dgm:spPr/>
    </dgm:pt>
    <dgm:pt modelId="{05F780BF-F30C-4224-B1FE-52468EBEC441}" type="pres">
      <dgm:prSet presAssocID="{1BE4DCF9-0576-40E4-8F9C-20F5242135DF}" presName="hierChild4" presStyleCnt="0"/>
      <dgm:spPr/>
    </dgm:pt>
    <dgm:pt modelId="{5F129413-7744-4E78-99C2-6644EF749154}" type="pres">
      <dgm:prSet presAssocID="{1BE4DCF9-0576-40E4-8F9C-20F5242135DF}" presName="hierChild5" presStyleCnt="0"/>
      <dgm:spPr/>
    </dgm:pt>
    <dgm:pt modelId="{F2059F09-80E1-4221-A590-D741297DB1B3}" type="pres">
      <dgm:prSet presAssocID="{825616D0-B05F-4D32-87EB-FF081251950F}" presName="hierChild5" presStyleCnt="0"/>
      <dgm:spPr/>
    </dgm:pt>
    <dgm:pt modelId="{A9342E2E-6F94-4278-A991-B6D93895E7AE}" type="pres">
      <dgm:prSet presAssocID="{829DCFFC-BD8A-4383-878C-82346899FD01}" presName="hierChild5" presStyleCnt="0"/>
      <dgm:spPr/>
    </dgm:pt>
    <dgm:pt modelId="{4895CAB2-9ABF-43ED-9C69-EFD8E2BF7CE8}" type="pres">
      <dgm:prSet presAssocID="{99F14F67-F844-4110-A6E0-6548F04163D0}" presName="Name111" presStyleLbl="parChTrans1D3" presStyleIdx="10" presStyleCnt="12"/>
      <dgm:spPr/>
    </dgm:pt>
    <dgm:pt modelId="{8A9B2FA1-A010-4D86-B1F6-BA880B20A55D}" type="pres">
      <dgm:prSet presAssocID="{E5E70184-81E1-4937-8977-8E0BB0CC23EC}" presName="hierRoot3" presStyleCnt="0">
        <dgm:presLayoutVars>
          <dgm:hierBranch val="init"/>
        </dgm:presLayoutVars>
      </dgm:prSet>
      <dgm:spPr/>
    </dgm:pt>
    <dgm:pt modelId="{E51070DE-2303-4929-8F61-4A7B83000B24}" type="pres">
      <dgm:prSet presAssocID="{E5E70184-81E1-4937-8977-8E0BB0CC23EC}" presName="rootComposite3" presStyleCnt="0"/>
      <dgm:spPr/>
    </dgm:pt>
    <dgm:pt modelId="{D13E0C57-A3CF-425E-BBE3-5F79A932E8C3}" type="pres">
      <dgm:prSet presAssocID="{E5E70184-81E1-4937-8977-8E0BB0CC23EC}" presName="rootText3" presStyleLbl="asst2" presStyleIdx="0" presStyleCnt="2">
        <dgm:presLayoutVars>
          <dgm:chPref val="3"/>
        </dgm:presLayoutVars>
      </dgm:prSet>
      <dgm:spPr>
        <a:xfrm>
          <a:off x="4463994" y="2898958"/>
          <a:ext cx="819291" cy="409645"/>
        </a:xfrm>
        <a:prstGeom prst="rect">
          <a:avLst/>
        </a:prstGeom>
      </dgm:spPr>
    </dgm:pt>
    <dgm:pt modelId="{05087F78-AC64-40AE-B354-8F5B21FB4923}" type="pres">
      <dgm:prSet presAssocID="{E5E70184-81E1-4937-8977-8E0BB0CC23EC}" presName="rootConnector3" presStyleLbl="asst2" presStyleIdx="0" presStyleCnt="2"/>
      <dgm:spPr/>
    </dgm:pt>
    <dgm:pt modelId="{7C3616E9-D859-4430-83D3-1C4E2B99875A}" type="pres">
      <dgm:prSet presAssocID="{E5E70184-81E1-4937-8977-8E0BB0CC23EC}" presName="hierChild6" presStyleCnt="0"/>
      <dgm:spPr/>
    </dgm:pt>
    <dgm:pt modelId="{771440D3-9BD7-41BA-A38A-DD908243FFBC}" type="pres">
      <dgm:prSet presAssocID="{E5E70184-81E1-4937-8977-8E0BB0CC23EC}" presName="hierChild7" presStyleCnt="0"/>
      <dgm:spPr/>
    </dgm:pt>
    <dgm:pt modelId="{B05F18ED-FA4E-4AE8-864F-56FA207A466E}" type="pres">
      <dgm:prSet presAssocID="{1C9D05DA-18B7-4CBD-9329-75F7295AF310}" presName="Name111" presStyleLbl="parChTrans1D3" presStyleIdx="11" presStyleCnt="12"/>
      <dgm:spPr/>
    </dgm:pt>
    <dgm:pt modelId="{864C8720-0DA1-491D-9F07-0F3D95722252}" type="pres">
      <dgm:prSet presAssocID="{1EA238DC-34A5-4EA6-B7B7-666DB2D11623}" presName="hierRoot3" presStyleCnt="0">
        <dgm:presLayoutVars>
          <dgm:hierBranch val="init"/>
        </dgm:presLayoutVars>
      </dgm:prSet>
      <dgm:spPr/>
    </dgm:pt>
    <dgm:pt modelId="{35CAAB6A-778B-41F4-9183-CBEDB3A6CA7B}" type="pres">
      <dgm:prSet presAssocID="{1EA238DC-34A5-4EA6-B7B7-666DB2D11623}" presName="rootComposite3" presStyleCnt="0"/>
      <dgm:spPr/>
    </dgm:pt>
    <dgm:pt modelId="{A21E759C-5D0A-447A-B052-1885596F4C9B}" type="pres">
      <dgm:prSet presAssocID="{1EA238DC-34A5-4EA6-B7B7-666DB2D11623}" presName="rootText3" presStyleLbl="asst2" presStyleIdx="1" presStyleCnt="2">
        <dgm:presLayoutVars>
          <dgm:chPref val="3"/>
        </dgm:presLayoutVars>
      </dgm:prSet>
      <dgm:spPr>
        <a:xfrm>
          <a:off x="5455337" y="2898958"/>
          <a:ext cx="819291" cy="409645"/>
        </a:xfrm>
        <a:prstGeom prst="rect">
          <a:avLst/>
        </a:prstGeom>
      </dgm:spPr>
    </dgm:pt>
    <dgm:pt modelId="{305D930D-E026-4092-884A-00B139CD9517}" type="pres">
      <dgm:prSet presAssocID="{1EA238DC-34A5-4EA6-B7B7-666DB2D11623}" presName="rootConnector3" presStyleLbl="asst2" presStyleIdx="1" presStyleCnt="2"/>
      <dgm:spPr/>
    </dgm:pt>
    <dgm:pt modelId="{2CE16FA3-1195-490F-B698-91AA6C60A9CE}" type="pres">
      <dgm:prSet presAssocID="{1EA238DC-34A5-4EA6-B7B7-666DB2D11623}" presName="hierChild6" presStyleCnt="0"/>
      <dgm:spPr/>
    </dgm:pt>
    <dgm:pt modelId="{72DC3401-A3BA-4569-BD00-E7C4E4FBE4F7}" type="pres">
      <dgm:prSet presAssocID="{1EA238DC-34A5-4EA6-B7B7-666DB2D11623}" presName="hierChild7" presStyleCnt="0"/>
      <dgm:spPr/>
    </dgm:pt>
    <dgm:pt modelId="{B929CDE4-0ECC-4414-A31D-DFA901A3E923}" type="pres">
      <dgm:prSet presAssocID="{93A5E4A5-A34B-42EA-8A0B-1CE60B387ED0}" presName="hierChild3" presStyleCnt="0"/>
      <dgm:spPr/>
    </dgm:pt>
  </dgm:ptLst>
  <dgm:cxnLst>
    <dgm:cxn modelId="{36F62701-B2F1-43B1-B03F-44ED0D769AAA}" type="presOf" srcId="{917C3BA9-C34B-4783-94E5-BE8F691517F6}" destId="{4F9C90E9-13C3-4F77-8A83-8B7511DED0E8}" srcOrd="0" destOrd="0" presId="urn:microsoft.com/office/officeart/2005/8/layout/orgChart1"/>
    <dgm:cxn modelId="{4D860206-C1D9-427E-B950-6EEB9DEAB17D}" type="presOf" srcId="{1BE4DCF9-0576-40E4-8F9C-20F5242135DF}" destId="{D5B4750B-CF4E-4C95-98E8-B51DCB5A7487}" srcOrd="1" destOrd="0" presId="urn:microsoft.com/office/officeart/2005/8/layout/orgChart1"/>
    <dgm:cxn modelId="{2D150606-10AB-4CBE-AAB6-15BD0A7753B0}" type="presOf" srcId="{A06CB317-292D-470A-AF4B-C5412C9F78B0}" destId="{1D00F8B1-6FE1-40E1-9EA0-4F03E447210C}" srcOrd="0" destOrd="0" presId="urn:microsoft.com/office/officeart/2005/8/layout/orgChart1"/>
    <dgm:cxn modelId="{3294750A-F7BA-48F4-B8D3-A3B0BA367727}" srcId="{829DCFFC-BD8A-4383-878C-82346899FD01}" destId="{39722AE1-DF23-42B8-98B9-0DDBB46BDC45}" srcOrd="8" destOrd="0" parTransId="{87D42F23-CA9E-47B9-921D-5E3E1C55F7C9}" sibTransId="{F6C4473B-792C-4106-B2C7-CF6285E7DADE}"/>
    <dgm:cxn modelId="{705B440C-9C0F-4D5E-AA27-0EE39FEB1706}" srcId="{829DCFFC-BD8A-4383-878C-82346899FD01}" destId="{7A14B63B-A21D-4B83-B839-14B42BF2DA7E}" srcOrd="4" destOrd="0" parTransId="{A092B6BF-9F03-4B76-887D-850EB551A3EF}" sibTransId="{67AB7752-E714-479C-9A17-D4A8C670C3D3}"/>
    <dgm:cxn modelId="{88CC8A0E-2168-4CCF-B556-52E0F7878766}" type="presOf" srcId="{FB5D9A05-C027-427B-9A17-01433D90D3BB}" destId="{0A6999C1-463C-45AA-98DC-F29DE25E0007}" srcOrd="0" destOrd="0" presId="urn:microsoft.com/office/officeart/2005/8/layout/orgChart1"/>
    <dgm:cxn modelId="{977DC712-3BD3-4803-987E-8AD14E53A286}" srcId="{829DCFFC-BD8A-4383-878C-82346899FD01}" destId="{B63B860A-DB63-453C-B919-B8443C8F4917}" srcOrd="3" destOrd="0" parTransId="{52CD0F5A-9B1F-45C3-B4A1-232F695D36B0}" sibTransId="{438ACE5A-51CB-4A63-AC0D-EEA0CAF53942}"/>
    <dgm:cxn modelId="{94D88318-13DD-4ED4-92ED-8D0B65059E31}" type="presOf" srcId="{A7B73266-70D4-4B7B-A50C-A45741D06855}" destId="{49F8880F-A0D3-466B-A5F5-C6C1CCCF8140}" srcOrd="0" destOrd="0" presId="urn:microsoft.com/office/officeart/2005/8/layout/orgChart1"/>
    <dgm:cxn modelId="{3D68591A-4991-48D0-8A19-6EE865E55050}" srcId="{829DCFFC-BD8A-4383-878C-82346899FD01}" destId="{9066D155-456F-48A2-A09D-AC153AE8AA6A}" srcOrd="7" destOrd="0" parTransId="{CD3E75FD-3F9F-46D9-9F0A-798C278561F1}" sibTransId="{7CA6E92F-B9C4-409E-BA18-1484B30AFE74}"/>
    <dgm:cxn modelId="{5F60BC1B-F565-4E7B-A428-79A6EA21DCC8}" type="presOf" srcId="{A7B73266-70D4-4B7B-A50C-A45741D06855}" destId="{F47EDA08-D4C1-418C-9B26-F54740BA063A}" srcOrd="1" destOrd="0" presId="urn:microsoft.com/office/officeart/2005/8/layout/orgChart1"/>
    <dgm:cxn modelId="{0A1BA720-1710-4E7C-83AF-0F3B0A309406}" type="presOf" srcId="{CAFD2A09-88D9-4188-9BC8-40EF1F24327B}" destId="{C77E7362-C7ED-4A75-A99B-4BBC57F731A0}" srcOrd="1" destOrd="0" presId="urn:microsoft.com/office/officeart/2005/8/layout/orgChart1"/>
    <dgm:cxn modelId="{398F0E21-17A0-492B-AEB0-42AE8F906BA9}" srcId="{829DCFFC-BD8A-4383-878C-82346899FD01}" destId="{E5E70184-81E1-4937-8977-8E0BB0CC23EC}" srcOrd="10" destOrd="0" parTransId="{99F14F67-F844-4110-A6E0-6548F04163D0}" sibTransId="{8C8772CC-3062-4CD1-AECD-7DD92C4C628D}"/>
    <dgm:cxn modelId="{C79E4129-2F22-4CEE-B415-E60BB0BD4C39}" type="presOf" srcId="{52CD0F5A-9B1F-45C3-B4A1-232F695D36B0}" destId="{4AA4F0EF-947B-4569-BCF3-DFE78468EBF7}" srcOrd="0" destOrd="0" presId="urn:microsoft.com/office/officeart/2005/8/layout/orgChart1"/>
    <dgm:cxn modelId="{5244A529-A354-40AC-9373-359540CFA630}" srcId="{829DCFFC-BD8A-4383-878C-82346899FD01}" destId="{1EA238DC-34A5-4EA6-B7B7-666DB2D11623}" srcOrd="11" destOrd="0" parTransId="{1C9D05DA-18B7-4CBD-9329-75F7295AF310}" sibTransId="{DA482FBF-265F-4D78-86AA-B696B5EF7577}"/>
    <dgm:cxn modelId="{E0B6192C-0FE0-4A9A-AAE8-B34F03EB3568}" type="presOf" srcId="{7A14B63B-A21D-4B83-B839-14B42BF2DA7E}" destId="{D26E4203-16B1-4410-90B0-2670415C4C82}" srcOrd="0" destOrd="0" presId="urn:microsoft.com/office/officeart/2005/8/layout/orgChart1"/>
    <dgm:cxn modelId="{5A516F2E-2E13-4697-A0B2-32C473099329}" type="presOf" srcId="{99F14F67-F844-4110-A6E0-6548F04163D0}" destId="{4895CAB2-9ABF-43ED-9C69-EFD8E2BF7CE8}" srcOrd="0" destOrd="0" presId="urn:microsoft.com/office/officeart/2005/8/layout/orgChart1"/>
    <dgm:cxn modelId="{E5007130-8FD5-45F2-9036-987707C17F48}" type="presOf" srcId="{A948C767-A088-4047-B633-857AE0D89245}" destId="{66C238B7-5B02-4C65-93DE-3AC490AFF90D}" srcOrd="0" destOrd="0" presId="urn:microsoft.com/office/officeart/2005/8/layout/orgChart1"/>
    <dgm:cxn modelId="{CC6A9530-B90C-4F30-B27D-418F38B96285}" srcId="{7A14B63B-A21D-4B83-B839-14B42BF2DA7E}" destId="{E3632139-0828-42F5-A5D5-0722B862E7BD}" srcOrd="0" destOrd="0" parTransId="{917C3BA9-C34B-4783-94E5-BE8F691517F6}" sibTransId="{751FE108-E56C-46B1-8F2D-84D13B0867D4}"/>
    <dgm:cxn modelId="{4CF08831-4B60-4BA2-A129-9AF3D5941703}" type="presOf" srcId="{EEC4BFB2-851B-4B13-86B8-371E2CA22BCB}" destId="{73E84ADA-19F8-4DEC-A34E-69B6B7EC670F}" srcOrd="0" destOrd="0" presId="urn:microsoft.com/office/officeart/2005/8/layout/orgChart1"/>
    <dgm:cxn modelId="{849AA133-764B-49D6-B5EF-D10DCCEBC8FE}" type="presOf" srcId="{F0A5965B-B49F-40FA-BAD5-02E2CEFDF424}" destId="{4C133011-5449-49F9-BE0D-FA3793602BD7}" srcOrd="0" destOrd="0" presId="urn:microsoft.com/office/officeart/2005/8/layout/orgChart1"/>
    <dgm:cxn modelId="{4B39FF33-1A95-447A-B41C-6E3B206E6C01}" type="presOf" srcId="{9696C022-6604-472C-8B68-CA41081380F2}" destId="{746204D8-7DE3-4EC0-A55A-290BC1EFADEE}" srcOrd="0" destOrd="0" presId="urn:microsoft.com/office/officeart/2005/8/layout/orgChart1"/>
    <dgm:cxn modelId="{63BA623A-B2A7-40C2-9077-BD31360CF257}" type="presOf" srcId="{F94485D5-95D2-4085-8279-B00998AF37A7}" destId="{5F9FE0E4-E6D6-43F0-B00A-AFBB3782D206}" srcOrd="1" destOrd="0" presId="urn:microsoft.com/office/officeart/2005/8/layout/orgChart1"/>
    <dgm:cxn modelId="{C53E9A3C-7A25-4E8B-A6F0-E21A93DC1ECE}" type="presOf" srcId="{B63B860A-DB63-453C-B919-B8443C8F4917}" destId="{E19ABCDF-73DA-4B06-A8A0-1908FA8FE316}" srcOrd="0" destOrd="0" presId="urn:microsoft.com/office/officeart/2005/8/layout/orgChart1"/>
    <dgm:cxn modelId="{D74B5C3D-D2F8-4F45-AC46-1004A15AA2A1}" type="presOf" srcId="{39722AE1-DF23-42B8-98B9-0DDBB46BDC45}" destId="{A408037F-A32A-4C63-91E1-7D26EBFF5574}" srcOrd="0" destOrd="0" presId="urn:microsoft.com/office/officeart/2005/8/layout/orgChart1"/>
    <dgm:cxn modelId="{4E6BB13E-3F7A-43A9-945D-1978562AC6B5}" type="presOf" srcId="{86A6342C-EFA4-40F4-87B3-F86D3388E18F}" destId="{61ED6BBC-5001-4902-9D77-8F50F76BE654}" srcOrd="0" destOrd="0" presId="urn:microsoft.com/office/officeart/2005/8/layout/orgChart1"/>
    <dgm:cxn modelId="{58FC9F62-5DB6-4DBB-9E7D-D097D529532C}" type="presOf" srcId="{34225541-7CCD-4D6A-9383-3DF6D01F6923}" destId="{FEFE0335-9413-4072-967E-EB9562968A28}" srcOrd="0" destOrd="0" presId="urn:microsoft.com/office/officeart/2005/8/layout/orgChart1"/>
    <dgm:cxn modelId="{011F7543-AB91-40FF-A6C0-CA255A45FB0E}" srcId="{93A5E4A5-A34B-42EA-8A0B-1CE60B387ED0}" destId="{829DCFFC-BD8A-4383-878C-82346899FD01}" srcOrd="0" destOrd="0" parTransId="{67072362-F762-48B1-88BE-77A22B1E2AD9}" sibTransId="{4CB4E67D-F1CD-46B4-89B5-6966D2E2766A}"/>
    <dgm:cxn modelId="{FFDAC263-4EA5-48A5-A251-A72A5B9B01C9}" type="presOf" srcId="{1BE4DCF9-0576-40E4-8F9C-20F5242135DF}" destId="{92EFA02D-8846-40FC-933A-335ED9A84208}" srcOrd="0" destOrd="0" presId="urn:microsoft.com/office/officeart/2005/8/layout/orgChart1"/>
    <dgm:cxn modelId="{E8488365-22DC-4E57-9018-542213DE9489}" type="presOf" srcId="{86A6342C-EFA4-40F4-87B3-F86D3388E18F}" destId="{9D931B98-F704-4B38-8DEE-9F28AFCE23CC}" srcOrd="1" destOrd="0" presId="urn:microsoft.com/office/officeart/2005/8/layout/orgChart1"/>
    <dgm:cxn modelId="{707FDC65-64F6-4020-85EC-544F82538EE8}" type="presOf" srcId="{93A5E4A5-A34B-42EA-8A0B-1CE60B387ED0}" destId="{134AA4C4-CF8C-4FD1-9FF2-A68C58DCD6EB}" srcOrd="0" destOrd="0" presId="urn:microsoft.com/office/officeart/2005/8/layout/orgChart1"/>
    <dgm:cxn modelId="{E98B3067-845B-494F-8295-08879A4C342F}" srcId="{829DCFFC-BD8A-4383-878C-82346899FD01}" destId="{03909738-94E4-4306-A95F-53403024CAA8}" srcOrd="2" destOrd="0" parTransId="{2B37D3B4-6048-4EE7-BF20-91A21CD5AD6E}" sibTransId="{194E4C49-564D-4578-98F4-E6D58A793986}"/>
    <dgm:cxn modelId="{7BCB3067-FF4F-490A-A5BB-5D26BA2D6CB2}" type="presOf" srcId="{E3632139-0828-42F5-A5D5-0722B862E7BD}" destId="{E62E2631-7241-4840-918D-9DB150E1C666}" srcOrd="0" destOrd="0" presId="urn:microsoft.com/office/officeart/2005/8/layout/orgChart1"/>
    <dgm:cxn modelId="{2C118767-846B-4654-A904-405887BE9498}" type="presOf" srcId="{829DCFFC-BD8A-4383-878C-82346899FD01}" destId="{0FD1EFBF-5775-4735-B9A5-3924024EA2F5}" srcOrd="1" destOrd="0" presId="urn:microsoft.com/office/officeart/2005/8/layout/orgChart1"/>
    <dgm:cxn modelId="{977C5449-B796-4C34-A8D4-A0CF3B9E372E}" srcId="{86A6342C-EFA4-40F4-87B3-F86D3388E18F}" destId="{8FF0A9A6-9857-455B-8C8F-0F4EE2AA11C4}" srcOrd="0" destOrd="0" parTransId="{43D52C90-0903-4135-BB1E-18E76C94486E}" sibTransId="{75B48461-8E92-4E6B-AFB1-11EBC6B1A0BE}"/>
    <dgm:cxn modelId="{C809594A-44A7-4049-AC3F-D85327238104}" srcId="{829DCFFC-BD8A-4383-878C-82346899FD01}" destId="{11DCDD8A-44FB-455F-BB17-8B31C6CF4DAC}" srcOrd="6" destOrd="0" parTransId="{9696C022-6604-472C-8B68-CA41081380F2}" sibTransId="{00B0075F-98AE-457F-BA85-78B79D2E491F}"/>
    <dgm:cxn modelId="{99DA314B-1213-48F0-B454-4D202A23A43A}" type="presOf" srcId="{A06CB317-292D-470A-AF4B-C5412C9F78B0}" destId="{8F2E8FAA-715A-4F2D-965C-3D96DD2AA34D}" srcOrd="1" destOrd="0" presId="urn:microsoft.com/office/officeart/2005/8/layout/orgChart1"/>
    <dgm:cxn modelId="{ABD7BA6E-CAB1-42B7-A29D-960C371EC926}" srcId="{829DCFFC-BD8A-4383-878C-82346899FD01}" destId="{86A6342C-EFA4-40F4-87B3-F86D3388E18F}" srcOrd="5" destOrd="0" parTransId="{3DE6F93B-20DF-4611-A2D1-2E3FB51B3385}" sibTransId="{A833D6D9-C537-4959-849A-0CC7C2E78AD3}"/>
    <dgm:cxn modelId="{83EAF74F-1329-4440-A000-FBF582274C18}" type="presOf" srcId="{11DCDD8A-44FB-455F-BB17-8B31C6CF4DAC}" destId="{C0DB0C68-1D87-471D-B60E-97A41081B7E6}" srcOrd="1" destOrd="0" presId="urn:microsoft.com/office/officeart/2005/8/layout/orgChart1"/>
    <dgm:cxn modelId="{259F3470-4D80-477C-AE7E-A68712F4D363}" type="presOf" srcId="{9066D155-456F-48A2-A09D-AC153AE8AA6A}" destId="{2797BBC9-13D2-411F-8794-472696ED9318}" srcOrd="0" destOrd="0" presId="urn:microsoft.com/office/officeart/2005/8/layout/orgChart1"/>
    <dgm:cxn modelId="{41E75B51-668B-48D8-9831-4B0EB94FEE10}" srcId="{B63B860A-DB63-453C-B919-B8443C8F4917}" destId="{CAFD2A09-88D9-4188-9BC8-40EF1F24327B}" srcOrd="0" destOrd="0" parTransId="{2F5BA670-0223-4C74-8E3B-30FAE585715D}" sibTransId="{73BF05F0-5AB3-4942-A0CE-E056320C9C6A}"/>
    <dgm:cxn modelId="{5A4A6151-7E8D-42B2-9435-27DD5D4DD5F4}" type="presOf" srcId="{03909738-94E4-4306-A95F-53403024CAA8}" destId="{E1B054F8-3832-4F4E-8A0C-9A4A6F29AFBA}" srcOrd="0" destOrd="0" presId="urn:microsoft.com/office/officeart/2005/8/layout/orgChart1"/>
    <dgm:cxn modelId="{ADFA7971-72E4-435A-9049-6AC2D4C9D9D6}" type="presOf" srcId="{1EA238DC-34A5-4EA6-B7B7-666DB2D11623}" destId="{305D930D-E026-4092-884A-00B139CD9517}" srcOrd="1" destOrd="0" presId="urn:microsoft.com/office/officeart/2005/8/layout/orgChart1"/>
    <dgm:cxn modelId="{07FEB053-BEF1-4750-8001-F93DBFFC69F4}" srcId="{829DCFFC-BD8A-4383-878C-82346899FD01}" destId="{9BBA4F65-20EA-48FE-8BB7-F99960DCD63C}" srcOrd="1" destOrd="0" parTransId="{AF71B48C-0CD8-47D0-AE2D-CAB800E47E2D}" sibTransId="{45DA3F39-23B6-4A2F-A287-E4A7CA955ABF}"/>
    <dgm:cxn modelId="{CF9C4B54-3618-466B-AECA-8291009A8B69}" type="presOf" srcId="{9BBA4F65-20EA-48FE-8BB7-F99960DCD63C}" destId="{9E55BE88-DFCC-48F6-A984-E3A352BD2040}" srcOrd="1" destOrd="0" presId="urn:microsoft.com/office/officeart/2005/8/layout/orgChart1"/>
    <dgm:cxn modelId="{ADA2777B-321E-4E2E-BCF6-7779F78FA437}" type="presOf" srcId="{1C9D05DA-18B7-4CBD-9329-75F7295AF310}" destId="{B05F18ED-FA4E-4AE8-864F-56FA207A466E}" srcOrd="0" destOrd="0" presId="urn:microsoft.com/office/officeart/2005/8/layout/orgChart1"/>
    <dgm:cxn modelId="{7E23C77E-A223-43C2-92B1-09F26020A291}" type="presOf" srcId="{2B37D3B4-6048-4EE7-BF20-91A21CD5AD6E}" destId="{2C65AB2D-AE10-4380-865A-4F9DC44A4BDF}" srcOrd="0" destOrd="0" presId="urn:microsoft.com/office/officeart/2005/8/layout/orgChart1"/>
    <dgm:cxn modelId="{011B7E7F-ABBD-47A5-A0EA-E861E32F3187}" type="presOf" srcId="{1EA238DC-34A5-4EA6-B7B7-666DB2D11623}" destId="{A21E759C-5D0A-447A-B052-1885596F4C9B}" srcOrd="0" destOrd="0" presId="urn:microsoft.com/office/officeart/2005/8/layout/orgChart1"/>
    <dgm:cxn modelId="{6020AC81-E5B4-4969-9981-98740305971E}" type="presOf" srcId="{7A14B63B-A21D-4B83-B839-14B42BF2DA7E}" destId="{E774B3FF-F6DC-48B9-99EF-49F0AD1FE8B4}" srcOrd="1" destOrd="0" presId="urn:microsoft.com/office/officeart/2005/8/layout/orgChart1"/>
    <dgm:cxn modelId="{52F5A584-2691-4E35-8E04-6271BC3711F9}" type="presOf" srcId="{AF71B48C-0CD8-47D0-AE2D-CAB800E47E2D}" destId="{729E12D8-5438-4790-AB7F-262A8C48BE8D}" srcOrd="0" destOrd="0" presId="urn:microsoft.com/office/officeart/2005/8/layout/orgChart1"/>
    <dgm:cxn modelId="{08194E87-624B-4557-834C-AB28D5460C5D}" srcId="{9066D155-456F-48A2-A09D-AC153AE8AA6A}" destId="{2E8A6D4C-F8A4-46BA-A0C1-DEF8118F1C40}" srcOrd="0" destOrd="0" parTransId="{8C85EC57-588A-4A4D-8758-E0DD5963EECC}" sibTransId="{8D6ECB9F-0572-4725-973B-36BE06228203}"/>
    <dgm:cxn modelId="{C099FA89-E2D4-421F-9954-53F116CA7F0A}" srcId="{829DCFFC-BD8A-4383-878C-82346899FD01}" destId="{C28315E2-A4A0-494F-BEE4-376022E9556E}" srcOrd="0" destOrd="0" parTransId="{34225541-7CCD-4D6A-9383-3DF6D01F6923}" sibTransId="{D3E8D078-953D-4990-BF96-1A2788BAA342}"/>
    <dgm:cxn modelId="{9DEE858C-8560-4080-8638-D89BFA909940}" type="presOf" srcId="{87D42F23-CA9E-47B9-921D-5E3E1C55F7C9}" destId="{EF87F48F-80DF-46DC-9C80-490CFA7A048F}" srcOrd="0" destOrd="0" presId="urn:microsoft.com/office/officeart/2005/8/layout/orgChart1"/>
    <dgm:cxn modelId="{00F7788D-01BB-4460-B5D2-2B55020F0584}" type="presOf" srcId="{9659AF39-54BD-4E2D-AB58-F2CC94AD29E2}" destId="{BC04CBF2-CD2F-46F5-8CAD-84AECE86DD90}" srcOrd="1" destOrd="0" presId="urn:microsoft.com/office/officeart/2005/8/layout/orgChart1"/>
    <dgm:cxn modelId="{3B140890-B6D4-4FF3-B900-39465757409E}" type="presOf" srcId="{11DCDD8A-44FB-455F-BB17-8B31C6CF4DAC}" destId="{6ABE2A97-65CC-44B7-A00E-0196956768E5}" srcOrd="0" destOrd="0" presId="urn:microsoft.com/office/officeart/2005/8/layout/orgChart1"/>
    <dgm:cxn modelId="{9DF76194-6A11-4CB4-9926-BE27149B9393}" type="presOf" srcId="{43D52C90-0903-4135-BB1E-18E76C94486E}" destId="{ED786C5A-1563-4509-8A26-20AFE3ADD73E}" srcOrd="0" destOrd="0" presId="urn:microsoft.com/office/officeart/2005/8/layout/orgChart1"/>
    <dgm:cxn modelId="{83887E95-26CE-458E-AE4D-106DF08F8399}" type="presOf" srcId="{9659AF39-54BD-4E2D-AB58-F2CC94AD29E2}" destId="{3252D8B6-A251-45DA-A52D-F66C1998B950}" srcOrd="0" destOrd="0" presId="urn:microsoft.com/office/officeart/2005/8/layout/orgChart1"/>
    <dgm:cxn modelId="{1F69749A-E4E6-4F65-B9FF-36F6DC03AB67}" type="presOf" srcId="{2E8A6D4C-F8A4-46BA-A0C1-DEF8118F1C40}" destId="{110F86AF-B73D-4FF0-8773-3C3499FEA6E6}" srcOrd="1" destOrd="0" presId="urn:microsoft.com/office/officeart/2005/8/layout/orgChart1"/>
    <dgm:cxn modelId="{6198EE9D-271A-4A74-8102-16DD36F3C9E6}" type="presOf" srcId="{39722AE1-DF23-42B8-98B9-0DDBB46BDC45}" destId="{6375C29A-780F-42C5-8DA7-C5128F5D3ACB}" srcOrd="1" destOrd="0" presId="urn:microsoft.com/office/officeart/2005/8/layout/orgChart1"/>
    <dgm:cxn modelId="{E124339F-2A64-4C38-8DB9-1A6D7EB10588}" type="presOf" srcId="{825616D0-B05F-4D32-87EB-FF081251950F}" destId="{3E62E224-1F36-46B0-BDC2-DA344F68A3EA}" srcOrd="1" destOrd="0" presId="urn:microsoft.com/office/officeart/2005/8/layout/orgChart1"/>
    <dgm:cxn modelId="{48A0C69F-A531-4573-8649-E207AABA8056}" type="presOf" srcId="{8C85EC57-588A-4A4D-8758-E0DD5963EECC}" destId="{2394049F-FEFD-4312-991C-E76C808DB538}" srcOrd="0" destOrd="0" presId="urn:microsoft.com/office/officeart/2005/8/layout/orgChart1"/>
    <dgm:cxn modelId="{0BB433A2-8157-4BCC-8BDA-DD750BE56654}" type="presOf" srcId="{67072362-F762-48B1-88BE-77A22B1E2AD9}" destId="{E80BC436-6C5B-4183-9560-CB3F7BAA7326}" srcOrd="0" destOrd="0" presId="urn:microsoft.com/office/officeart/2005/8/layout/orgChart1"/>
    <dgm:cxn modelId="{96E803A3-8A81-4816-ABC8-7F9357E93F53}" srcId="{829DCFFC-BD8A-4383-878C-82346899FD01}" destId="{825616D0-B05F-4D32-87EB-FF081251950F}" srcOrd="9" destOrd="0" parTransId="{4AE02094-CBD3-435D-8CFA-44798CA1F55E}" sibTransId="{30C2615E-C03C-4852-A1B2-67D45F01F5C9}"/>
    <dgm:cxn modelId="{261EC8A7-6E5D-4D1C-9537-A8E22223652A}" type="presOf" srcId="{7EBB57A3-9C9C-4B72-9685-CE9CCC23B8C7}" destId="{079F96EA-A8E9-4207-9FDA-ACF101CC2B25}" srcOrd="0" destOrd="0" presId="urn:microsoft.com/office/officeart/2005/8/layout/orgChart1"/>
    <dgm:cxn modelId="{B9BFCAA7-72A7-409C-8EDD-7B0B1E9D86C7}" srcId="{825616D0-B05F-4D32-87EB-FF081251950F}" destId="{1BE4DCF9-0576-40E4-8F9C-20F5242135DF}" srcOrd="0" destOrd="0" parTransId="{FB5D9A05-C027-427B-9A17-01433D90D3BB}" sibTransId="{BA8DA985-C4BF-400C-B9F8-7BCEE2D01B20}"/>
    <dgm:cxn modelId="{55C7FDA7-5B92-4A34-A1B3-D2FA7E91891E}" type="presOf" srcId="{C28315E2-A4A0-494F-BEE4-376022E9556E}" destId="{A6BBB8C4-A233-446C-8BE0-545A2AF60653}" srcOrd="0" destOrd="0" presId="urn:microsoft.com/office/officeart/2005/8/layout/orgChart1"/>
    <dgm:cxn modelId="{AA6188AB-3CA0-4397-954A-1CBECC094EDA}" type="presOf" srcId="{B63B860A-DB63-453C-B919-B8443C8F4917}" destId="{5C38FD24-F47A-4683-8AC7-B758F0272BF5}" srcOrd="1" destOrd="0" presId="urn:microsoft.com/office/officeart/2005/8/layout/orgChart1"/>
    <dgm:cxn modelId="{821D41AF-70BF-4D74-A288-B0F57D60F069}" type="presOf" srcId="{03909738-94E4-4306-A95F-53403024CAA8}" destId="{24411FEB-0D1E-459D-89D0-2748C1A984A4}" srcOrd="1" destOrd="0" presId="urn:microsoft.com/office/officeart/2005/8/layout/orgChart1"/>
    <dgm:cxn modelId="{0218EFB6-93E6-405D-BFB5-8ABFE04145B4}" type="presOf" srcId="{9BBA4F65-20EA-48FE-8BB7-F99960DCD63C}" destId="{6CEC2AF4-03BB-47D2-A689-45E7E5F17FD8}" srcOrd="0" destOrd="0" presId="urn:microsoft.com/office/officeart/2005/8/layout/orgChart1"/>
    <dgm:cxn modelId="{2661FCB6-01C8-413D-9DC9-42BE07D1FA7C}" type="presOf" srcId="{9066D155-456F-48A2-A09D-AC153AE8AA6A}" destId="{E31E0BB2-E7E6-4D32-AE08-DE3D1142FFF0}" srcOrd="1" destOrd="0" presId="urn:microsoft.com/office/officeart/2005/8/layout/orgChart1"/>
    <dgm:cxn modelId="{3E2C92B9-E1EE-454C-BDC6-953E3369C856}" type="presOf" srcId="{E3632139-0828-42F5-A5D5-0722B862E7BD}" destId="{40D6AF3C-5D24-4C03-9B35-14C5256D7ADE}" srcOrd="1" destOrd="0" presId="urn:microsoft.com/office/officeart/2005/8/layout/orgChart1"/>
    <dgm:cxn modelId="{DF225BBA-78CB-48FF-A594-10187F9664CC}" type="presOf" srcId="{93AF787E-1B17-44DC-B07A-0D1087D8AF80}" destId="{C9D95BD3-7F1F-4876-86D0-5898F31671EB}" srcOrd="0" destOrd="0" presId="urn:microsoft.com/office/officeart/2005/8/layout/orgChart1"/>
    <dgm:cxn modelId="{D70635BE-4D11-460A-AFE8-14F31CD745C5}" srcId="{9E84C704-D104-4B5B-BB5D-46B44BE667BC}" destId="{93A5E4A5-A34B-42EA-8A0B-1CE60B387ED0}" srcOrd="0" destOrd="0" parTransId="{F8D37DA0-AF02-4820-8807-88336D72FABA}" sibTransId="{D621E19D-623C-49C2-A317-2A13291405B6}"/>
    <dgm:cxn modelId="{A9D82CC3-31CA-4F53-B435-0753E358F2C8}" type="presOf" srcId="{A092B6BF-9F03-4B76-887D-850EB551A3EF}" destId="{B08AF09D-D2EA-4D7C-8AD8-BD0A235303B9}" srcOrd="0" destOrd="0" presId="urn:microsoft.com/office/officeart/2005/8/layout/orgChart1"/>
    <dgm:cxn modelId="{4F2F8FC3-3D3E-4D66-879A-A2B852DB1998}" type="presOf" srcId="{CD3E75FD-3F9F-46D9-9F0A-798C278561F1}" destId="{6F99BC97-4014-41AA-B544-3C7BF70B0425}" srcOrd="0" destOrd="0" presId="urn:microsoft.com/office/officeart/2005/8/layout/orgChart1"/>
    <dgm:cxn modelId="{4B21CEC3-10F8-419A-924C-492807B73CEE}" type="presOf" srcId="{C28315E2-A4A0-494F-BEE4-376022E9556E}" destId="{1776392C-0122-4A94-86B8-7DA304126914}" srcOrd="1" destOrd="0" presId="urn:microsoft.com/office/officeart/2005/8/layout/orgChart1"/>
    <dgm:cxn modelId="{D7EFF4C8-F735-4CB2-A59D-38E9C1636F9A}" type="presOf" srcId="{8FF0A9A6-9857-455B-8C8F-0F4EE2AA11C4}" destId="{D9B18EF0-3B96-4F09-B818-5D0B392A22B3}" srcOrd="0" destOrd="0" presId="urn:microsoft.com/office/officeart/2005/8/layout/orgChart1"/>
    <dgm:cxn modelId="{F8EA40CA-EF68-48D0-B4C5-5A01557BCA79}" type="presOf" srcId="{CAFD2A09-88D9-4188-9BC8-40EF1F24327B}" destId="{EE1B4C88-AC28-4853-A4A6-94E2FDB773F8}" srcOrd="0" destOrd="0" presId="urn:microsoft.com/office/officeart/2005/8/layout/orgChart1"/>
    <dgm:cxn modelId="{E36166CA-259D-455C-B2E7-8525788A09D1}" type="presOf" srcId="{9E84C704-D104-4B5B-BB5D-46B44BE667BC}" destId="{D5314F15-9922-4148-A9D9-D655B41DD6D1}" srcOrd="0" destOrd="0" presId="urn:microsoft.com/office/officeart/2005/8/layout/orgChart1"/>
    <dgm:cxn modelId="{910CC0CD-DA99-4955-9676-FF607ED43E09}" srcId="{39722AE1-DF23-42B8-98B9-0DDBB46BDC45}" destId="{A06CB317-292D-470A-AF4B-C5412C9F78B0}" srcOrd="0" destOrd="0" parTransId="{7EBB57A3-9C9C-4B72-9685-CE9CCC23B8C7}" sibTransId="{C7A8FBA8-E3C3-4C8C-96DA-AEE3599F2A3F}"/>
    <dgm:cxn modelId="{F640C3D2-AC92-4920-8361-18CA131D54E2}" type="presOf" srcId="{2E8A6D4C-F8A4-46BA-A0C1-DEF8118F1C40}" destId="{5C2B3B5C-C270-4219-9B5B-992DBC9B4C7A}" srcOrd="0" destOrd="0" presId="urn:microsoft.com/office/officeart/2005/8/layout/orgChart1"/>
    <dgm:cxn modelId="{B84B45D4-C781-4E7A-BAB0-F8D8893EAFA6}" type="presOf" srcId="{829DCFFC-BD8A-4383-878C-82346899FD01}" destId="{03E9C332-F6B7-43FA-B206-DF61535B988E}" srcOrd="0" destOrd="0" presId="urn:microsoft.com/office/officeart/2005/8/layout/orgChart1"/>
    <dgm:cxn modelId="{FA3F47DA-24FC-4DB8-B468-C441FE1B7037}" type="presOf" srcId="{8FF0A9A6-9857-455B-8C8F-0F4EE2AA11C4}" destId="{85BD41D3-004E-4BF4-94E6-B4EC00BE51B6}" srcOrd="1" destOrd="0" presId="urn:microsoft.com/office/officeart/2005/8/layout/orgChart1"/>
    <dgm:cxn modelId="{1D26FDDA-07F0-4224-BF0A-E95CE856A0DA}" type="presOf" srcId="{2F5BA670-0223-4C74-8E3B-30FAE585715D}" destId="{9DC3DC02-39A7-47EE-B1EA-BA2777F8C012}" srcOrd="0" destOrd="0" presId="urn:microsoft.com/office/officeart/2005/8/layout/orgChart1"/>
    <dgm:cxn modelId="{B9FC34E7-EE82-4959-8BD3-695207CFF34B}" type="presOf" srcId="{825616D0-B05F-4D32-87EB-FF081251950F}" destId="{884EDA54-992C-47C2-BCC0-E2EB26AB0D88}" srcOrd="0" destOrd="0" presId="urn:microsoft.com/office/officeart/2005/8/layout/orgChart1"/>
    <dgm:cxn modelId="{BC72ABE8-7765-4C40-B0FE-72CC75D7C408}" type="presOf" srcId="{93AF787E-1B17-44DC-B07A-0D1087D8AF80}" destId="{41F077FA-7E40-4C1E-B3BB-93B74CE137DD}" srcOrd="1" destOrd="0" presId="urn:microsoft.com/office/officeart/2005/8/layout/orgChart1"/>
    <dgm:cxn modelId="{8B7AF3E9-7D1C-45DD-ABFB-424A96E6269C}" type="presOf" srcId="{E5E70184-81E1-4937-8977-8E0BB0CC23EC}" destId="{D13E0C57-A3CF-425E-BBE3-5F79A932E8C3}" srcOrd="0" destOrd="0" presId="urn:microsoft.com/office/officeart/2005/8/layout/orgChart1"/>
    <dgm:cxn modelId="{A74FB5EE-B83B-4170-BD56-6077D89C0117}" srcId="{9BBA4F65-20EA-48FE-8BB7-F99960DCD63C}" destId="{9659AF39-54BD-4E2D-AB58-F2CC94AD29E2}" srcOrd="0" destOrd="0" parTransId="{A948C767-A088-4047-B633-857AE0D89245}" sibTransId="{A042AE83-4238-4DC3-9A8F-C538E495EE10}"/>
    <dgm:cxn modelId="{86D3B3F0-83C0-4BAC-88E5-9CD518C899DF}" type="presOf" srcId="{4AE02094-CBD3-435D-8CFA-44798CA1F55E}" destId="{F23B636C-263E-424B-9B49-E87B3D3D1F10}" srcOrd="0" destOrd="0" presId="urn:microsoft.com/office/officeart/2005/8/layout/orgChart1"/>
    <dgm:cxn modelId="{CF189AF2-2668-4F61-9660-42C2D31CC43E}" srcId="{03909738-94E4-4306-A95F-53403024CAA8}" destId="{F94485D5-95D2-4085-8279-B00998AF37A7}" srcOrd="0" destOrd="0" parTransId="{4681CF91-C8B2-4F40-9EEB-E45A31B9773D}" sibTransId="{C87CC5D1-6B69-42BA-A9CD-2CB1839D95E6}"/>
    <dgm:cxn modelId="{C449A2F2-5868-414B-BEDF-67B854A50909}" type="presOf" srcId="{3DE6F93B-20DF-4611-A2D1-2E3FB51B3385}" destId="{77E124EA-B158-4FB9-A6FD-E262D5AF9088}" srcOrd="0" destOrd="0" presId="urn:microsoft.com/office/officeart/2005/8/layout/orgChart1"/>
    <dgm:cxn modelId="{DBBF3BF3-1485-4DB6-8B12-EF5F20CEDC83}" srcId="{C28315E2-A4A0-494F-BEE4-376022E9556E}" destId="{A7B73266-70D4-4B7B-A50C-A45741D06855}" srcOrd="0" destOrd="0" parTransId="{EEC4BFB2-851B-4B13-86B8-371E2CA22BCB}" sibTransId="{CAAED193-6481-4F22-A6F1-98BA39F8ED87}"/>
    <dgm:cxn modelId="{EDF9EFF4-4629-49A7-9BD9-A15F2CCC72A5}" srcId="{11DCDD8A-44FB-455F-BB17-8B31C6CF4DAC}" destId="{93AF787E-1B17-44DC-B07A-0D1087D8AF80}" srcOrd="0" destOrd="0" parTransId="{F0A5965B-B49F-40FA-BAD5-02E2CEFDF424}" sibTransId="{DBBE6073-A846-4016-BE58-D38EC74C4D7C}"/>
    <dgm:cxn modelId="{050CBAF7-71B2-4DAE-B359-353973B0162F}" type="presOf" srcId="{F94485D5-95D2-4085-8279-B00998AF37A7}" destId="{4FA38E75-D491-424B-9D47-958B35BCC925}" srcOrd="0" destOrd="0" presId="urn:microsoft.com/office/officeart/2005/8/layout/orgChart1"/>
    <dgm:cxn modelId="{A0B628F9-6948-4BFA-ADE1-1C333BFED512}" type="presOf" srcId="{93A5E4A5-A34B-42EA-8A0B-1CE60B387ED0}" destId="{566878BD-6361-406D-A7C1-07D4AEE1885B}" srcOrd="1" destOrd="0" presId="urn:microsoft.com/office/officeart/2005/8/layout/orgChart1"/>
    <dgm:cxn modelId="{15E7F9F9-E169-4127-93AE-08399B187AD8}" type="presOf" srcId="{E5E70184-81E1-4937-8977-8E0BB0CC23EC}" destId="{05087F78-AC64-40AE-B354-8F5B21FB4923}" srcOrd="1" destOrd="0" presId="urn:microsoft.com/office/officeart/2005/8/layout/orgChart1"/>
    <dgm:cxn modelId="{CA980CFC-B1E7-4568-A1E5-C5DE2792D1B6}" type="presOf" srcId="{4681CF91-C8B2-4F40-9EEB-E45A31B9773D}" destId="{76D5BA23-CB58-424E-8A94-559624663CB7}" srcOrd="0" destOrd="0" presId="urn:microsoft.com/office/officeart/2005/8/layout/orgChart1"/>
    <dgm:cxn modelId="{C9B119C0-BF3F-4A9B-A55B-AD37A3EC7061}" type="presParOf" srcId="{D5314F15-9922-4148-A9D9-D655B41DD6D1}" destId="{E675B30F-853C-4765-B4E0-0FAE8EF69CC2}" srcOrd="0" destOrd="0" presId="urn:microsoft.com/office/officeart/2005/8/layout/orgChart1"/>
    <dgm:cxn modelId="{49164AE9-4586-45E4-81E7-3C2FE2C63BA3}" type="presParOf" srcId="{E675B30F-853C-4765-B4E0-0FAE8EF69CC2}" destId="{6C84C5F0-E38E-4290-A57E-373729EDC77E}" srcOrd="0" destOrd="0" presId="urn:microsoft.com/office/officeart/2005/8/layout/orgChart1"/>
    <dgm:cxn modelId="{8E3F0BA1-858C-4985-890F-265B197FF1F6}" type="presParOf" srcId="{6C84C5F0-E38E-4290-A57E-373729EDC77E}" destId="{134AA4C4-CF8C-4FD1-9FF2-A68C58DCD6EB}" srcOrd="0" destOrd="0" presId="urn:microsoft.com/office/officeart/2005/8/layout/orgChart1"/>
    <dgm:cxn modelId="{9BBF1E06-FC3F-46A1-84A1-C48ECC7CA0DD}" type="presParOf" srcId="{6C84C5F0-E38E-4290-A57E-373729EDC77E}" destId="{566878BD-6361-406D-A7C1-07D4AEE1885B}" srcOrd="1" destOrd="0" presId="urn:microsoft.com/office/officeart/2005/8/layout/orgChart1"/>
    <dgm:cxn modelId="{F15BB58A-4820-4017-ABB7-C948C117059F}" type="presParOf" srcId="{E675B30F-853C-4765-B4E0-0FAE8EF69CC2}" destId="{25A4CB58-2B76-40D6-A0A4-B52D65D68A30}" srcOrd="1" destOrd="0" presId="urn:microsoft.com/office/officeart/2005/8/layout/orgChart1"/>
    <dgm:cxn modelId="{B353AA27-3A31-46D5-A96A-BCD989B3C179}" type="presParOf" srcId="{25A4CB58-2B76-40D6-A0A4-B52D65D68A30}" destId="{E80BC436-6C5B-4183-9560-CB3F7BAA7326}" srcOrd="0" destOrd="0" presId="urn:microsoft.com/office/officeart/2005/8/layout/orgChart1"/>
    <dgm:cxn modelId="{EF2CA608-68CB-475F-8493-ED2C48C71BE3}" type="presParOf" srcId="{25A4CB58-2B76-40D6-A0A4-B52D65D68A30}" destId="{72FBAD7C-0E7C-4AD1-804D-8525EAD1EDDE}" srcOrd="1" destOrd="0" presId="urn:microsoft.com/office/officeart/2005/8/layout/orgChart1"/>
    <dgm:cxn modelId="{A7F97E78-37F5-47EC-9CE1-ECEF7894BEBE}" type="presParOf" srcId="{72FBAD7C-0E7C-4AD1-804D-8525EAD1EDDE}" destId="{997BAFEE-1F3B-46D6-A1BE-C424F1B509A2}" srcOrd="0" destOrd="0" presId="urn:microsoft.com/office/officeart/2005/8/layout/orgChart1"/>
    <dgm:cxn modelId="{247B1D66-285B-4110-918A-AEF121932804}" type="presParOf" srcId="{997BAFEE-1F3B-46D6-A1BE-C424F1B509A2}" destId="{03E9C332-F6B7-43FA-B206-DF61535B988E}" srcOrd="0" destOrd="0" presId="urn:microsoft.com/office/officeart/2005/8/layout/orgChart1"/>
    <dgm:cxn modelId="{41A9D791-DF34-4BEA-9571-C1115B9B9937}" type="presParOf" srcId="{997BAFEE-1F3B-46D6-A1BE-C424F1B509A2}" destId="{0FD1EFBF-5775-4735-B9A5-3924024EA2F5}" srcOrd="1" destOrd="0" presId="urn:microsoft.com/office/officeart/2005/8/layout/orgChart1"/>
    <dgm:cxn modelId="{9FF2AE7E-BF5F-4002-A5F5-416E7F221621}" type="presParOf" srcId="{72FBAD7C-0E7C-4AD1-804D-8525EAD1EDDE}" destId="{029BF5FF-E1DE-4889-A431-D5A20BC8E8E4}" srcOrd="1" destOrd="0" presId="urn:microsoft.com/office/officeart/2005/8/layout/orgChart1"/>
    <dgm:cxn modelId="{DA29A5E9-3AC2-4D70-94AD-A03CBB1835A3}" type="presParOf" srcId="{029BF5FF-E1DE-4889-A431-D5A20BC8E8E4}" destId="{FEFE0335-9413-4072-967E-EB9562968A28}" srcOrd="0" destOrd="0" presId="urn:microsoft.com/office/officeart/2005/8/layout/orgChart1"/>
    <dgm:cxn modelId="{D8189163-1C9B-441B-8BFF-ADE7C53A312A}" type="presParOf" srcId="{029BF5FF-E1DE-4889-A431-D5A20BC8E8E4}" destId="{529D11F5-D294-4D8E-B12E-D7280B440655}" srcOrd="1" destOrd="0" presId="urn:microsoft.com/office/officeart/2005/8/layout/orgChart1"/>
    <dgm:cxn modelId="{E66D5834-161F-4A1F-BFA2-E19D0DCC9F27}" type="presParOf" srcId="{529D11F5-D294-4D8E-B12E-D7280B440655}" destId="{FF3D081A-1F04-4AA9-A271-DDB2A3FC45D2}" srcOrd="0" destOrd="0" presId="urn:microsoft.com/office/officeart/2005/8/layout/orgChart1"/>
    <dgm:cxn modelId="{A8CCA270-D95E-4409-8885-BFA8BAC8C106}" type="presParOf" srcId="{FF3D081A-1F04-4AA9-A271-DDB2A3FC45D2}" destId="{A6BBB8C4-A233-446C-8BE0-545A2AF60653}" srcOrd="0" destOrd="0" presId="urn:microsoft.com/office/officeart/2005/8/layout/orgChart1"/>
    <dgm:cxn modelId="{CD1AB2DA-FE3C-4D65-8F19-3870565CD31E}" type="presParOf" srcId="{FF3D081A-1F04-4AA9-A271-DDB2A3FC45D2}" destId="{1776392C-0122-4A94-86B8-7DA304126914}" srcOrd="1" destOrd="0" presId="urn:microsoft.com/office/officeart/2005/8/layout/orgChart1"/>
    <dgm:cxn modelId="{4DEACD4E-D494-45B7-AFDB-CD22C687EF19}" type="presParOf" srcId="{529D11F5-D294-4D8E-B12E-D7280B440655}" destId="{A56E6D71-5CE8-47FD-A467-3CD56101A5B8}" srcOrd="1" destOrd="0" presId="urn:microsoft.com/office/officeart/2005/8/layout/orgChart1"/>
    <dgm:cxn modelId="{74B702C5-5408-4F08-91FB-7BFE378A3AE3}" type="presParOf" srcId="{A56E6D71-5CE8-47FD-A467-3CD56101A5B8}" destId="{73E84ADA-19F8-4DEC-A34E-69B6B7EC670F}" srcOrd="0" destOrd="0" presId="urn:microsoft.com/office/officeart/2005/8/layout/orgChart1"/>
    <dgm:cxn modelId="{FC1842A7-EB37-4EF7-8939-0D9AE81DB73A}" type="presParOf" srcId="{A56E6D71-5CE8-47FD-A467-3CD56101A5B8}" destId="{6FE6F1F4-0280-43EF-B7C1-3E50533F7527}" srcOrd="1" destOrd="0" presId="urn:microsoft.com/office/officeart/2005/8/layout/orgChart1"/>
    <dgm:cxn modelId="{73A56836-D424-4A71-AC4A-DA0CB56BAD58}" type="presParOf" srcId="{6FE6F1F4-0280-43EF-B7C1-3E50533F7527}" destId="{5E25A474-B1EC-4A7C-842D-E108C65A8AE9}" srcOrd="0" destOrd="0" presId="urn:microsoft.com/office/officeart/2005/8/layout/orgChart1"/>
    <dgm:cxn modelId="{93FE587A-C425-4B80-9854-6ADFDAB91050}" type="presParOf" srcId="{5E25A474-B1EC-4A7C-842D-E108C65A8AE9}" destId="{49F8880F-A0D3-466B-A5F5-C6C1CCCF8140}" srcOrd="0" destOrd="0" presId="urn:microsoft.com/office/officeart/2005/8/layout/orgChart1"/>
    <dgm:cxn modelId="{827EB64F-8F4F-443B-966A-D58DD3E35D1C}" type="presParOf" srcId="{5E25A474-B1EC-4A7C-842D-E108C65A8AE9}" destId="{F47EDA08-D4C1-418C-9B26-F54740BA063A}" srcOrd="1" destOrd="0" presId="urn:microsoft.com/office/officeart/2005/8/layout/orgChart1"/>
    <dgm:cxn modelId="{6122BB40-88BA-4311-9627-182EB49A7F8E}" type="presParOf" srcId="{6FE6F1F4-0280-43EF-B7C1-3E50533F7527}" destId="{21E354AA-B9A7-4961-8C1C-C424FAC94384}" srcOrd="1" destOrd="0" presId="urn:microsoft.com/office/officeart/2005/8/layout/orgChart1"/>
    <dgm:cxn modelId="{4050A04C-4025-4FBE-B5D7-28BFDC90E29F}" type="presParOf" srcId="{6FE6F1F4-0280-43EF-B7C1-3E50533F7527}" destId="{97731C7B-3A46-44D7-B9AE-E8A66C339445}" srcOrd="2" destOrd="0" presId="urn:microsoft.com/office/officeart/2005/8/layout/orgChart1"/>
    <dgm:cxn modelId="{2495C3C7-3C2F-4A98-8E96-601EAD760A20}" type="presParOf" srcId="{529D11F5-D294-4D8E-B12E-D7280B440655}" destId="{E9D28867-3F67-4070-82ED-0A5BC5595595}" srcOrd="2" destOrd="0" presId="urn:microsoft.com/office/officeart/2005/8/layout/orgChart1"/>
    <dgm:cxn modelId="{72090454-384B-4A2D-8B18-963E542151BC}" type="presParOf" srcId="{029BF5FF-E1DE-4889-A431-D5A20BC8E8E4}" destId="{729E12D8-5438-4790-AB7F-262A8C48BE8D}" srcOrd="2" destOrd="0" presId="urn:microsoft.com/office/officeart/2005/8/layout/orgChart1"/>
    <dgm:cxn modelId="{40C7FF0D-238C-494A-B670-F5340EC0C132}" type="presParOf" srcId="{029BF5FF-E1DE-4889-A431-D5A20BC8E8E4}" destId="{A22CBFFB-A5B5-481E-ABBC-D7CA4A1B29A2}" srcOrd="3" destOrd="0" presId="urn:microsoft.com/office/officeart/2005/8/layout/orgChart1"/>
    <dgm:cxn modelId="{C545C41E-5C25-457F-A07D-4838624DC42E}" type="presParOf" srcId="{A22CBFFB-A5B5-481E-ABBC-D7CA4A1B29A2}" destId="{18998540-F197-4233-9BDD-23C5CEC17E03}" srcOrd="0" destOrd="0" presId="urn:microsoft.com/office/officeart/2005/8/layout/orgChart1"/>
    <dgm:cxn modelId="{AA6E3B1F-42F4-4E47-A4C5-EB4FAB96418A}" type="presParOf" srcId="{18998540-F197-4233-9BDD-23C5CEC17E03}" destId="{6CEC2AF4-03BB-47D2-A689-45E7E5F17FD8}" srcOrd="0" destOrd="0" presId="urn:microsoft.com/office/officeart/2005/8/layout/orgChart1"/>
    <dgm:cxn modelId="{89034B03-7A11-4A67-B726-0ED16C7737C2}" type="presParOf" srcId="{18998540-F197-4233-9BDD-23C5CEC17E03}" destId="{9E55BE88-DFCC-48F6-A984-E3A352BD2040}" srcOrd="1" destOrd="0" presId="urn:microsoft.com/office/officeart/2005/8/layout/orgChart1"/>
    <dgm:cxn modelId="{5552AFEA-EE14-4B97-8849-4CC2F3A06EF4}" type="presParOf" srcId="{A22CBFFB-A5B5-481E-ABBC-D7CA4A1B29A2}" destId="{A19A5B6C-6399-42EB-94E7-A2E51166A20E}" srcOrd="1" destOrd="0" presId="urn:microsoft.com/office/officeart/2005/8/layout/orgChart1"/>
    <dgm:cxn modelId="{E0C7CC55-1077-49F0-BCFD-53031CA1CCA1}" type="presParOf" srcId="{A19A5B6C-6399-42EB-94E7-A2E51166A20E}" destId="{66C238B7-5B02-4C65-93DE-3AC490AFF90D}" srcOrd="0" destOrd="0" presId="urn:microsoft.com/office/officeart/2005/8/layout/orgChart1"/>
    <dgm:cxn modelId="{18CDA6F6-E58A-4D0F-A51F-60B8C387F8F7}" type="presParOf" srcId="{A19A5B6C-6399-42EB-94E7-A2E51166A20E}" destId="{6DFAA0AD-797F-4BE7-9CE9-12E346AD5423}" srcOrd="1" destOrd="0" presId="urn:microsoft.com/office/officeart/2005/8/layout/orgChart1"/>
    <dgm:cxn modelId="{05874D78-BAE5-4D03-9613-6EA100419684}" type="presParOf" srcId="{6DFAA0AD-797F-4BE7-9CE9-12E346AD5423}" destId="{B67263D6-CE24-49CE-8F24-6A149A635B82}" srcOrd="0" destOrd="0" presId="urn:microsoft.com/office/officeart/2005/8/layout/orgChart1"/>
    <dgm:cxn modelId="{125F2416-AD46-4A62-8FC1-828F8EC1BF39}" type="presParOf" srcId="{B67263D6-CE24-49CE-8F24-6A149A635B82}" destId="{3252D8B6-A251-45DA-A52D-F66C1998B950}" srcOrd="0" destOrd="0" presId="urn:microsoft.com/office/officeart/2005/8/layout/orgChart1"/>
    <dgm:cxn modelId="{2468CB29-C1CF-45FD-995D-339C5D090CC7}" type="presParOf" srcId="{B67263D6-CE24-49CE-8F24-6A149A635B82}" destId="{BC04CBF2-CD2F-46F5-8CAD-84AECE86DD90}" srcOrd="1" destOrd="0" presId="urn:microsoft.com/office/officeart/2005/8/layout/orgChart1"/>
    <dgm:cxn modelId="{27E5A46F-934A-4E53-B782-50AE70E75E7A}" type="presParOf" srcId="{6DFAA0AD-797F-4BE7-9CE9-12E346AD5423}" destId="{29DA923C-B8BB-43CA-B872-DCCB07E8DA53}" srcOrd="1" destOrd="0" presId="urn:microsoft.com/office/officeart/2005/8/layout/orgChart1"/>
    <dgm:cxn modelId="{D7AEA60C-2E38-426B-9AA8-1B83E3D80995}" type="presParOf" srcId="{6DFAA0AD-797F-4BE7-9CE9-12E346AD5423}" destId="{BE87F4CB-EF4B-46ED-A94F-48B5E8E0DD97}" srcOrd="2" destOrd="0" presId="urn:microsoft.com/office/officeart/2005/8/layout/orgChart1"/>
    <dgm:cxn modelId="{02FA810B-2441-436D-8119-C11DD43788B8}" type="presParOf" srcId="{A22CBFFB-A5B5-481E-ABBC-D7CA4A1B29A2}" destId="{6CE82819-D2AE-4C2D-89ED-11E92CC51729}" srcOrd="2" destOrd="0" presId="urn:microsoft.com/office/officeart/2005/8/layout/orgChart1"/>
    <dgm:cxn modelId="{69DCE192-150C-40B9-BCA1-E11E6F6E96AB}" type="presParOf" srcId="{029BF5FF-E1DE-4889-A431-D5A20BC8E8E4}" destId="{2C65AB2D-AE10-4380-865A-4F9DC44A4BDF}" srcOrd="4" destOrd="0" presId="urn:microsoft.com/office/officeart/2005/8/layout/orgChart1"/>
    <dgm:cxn modelId="{BBC749D3-B469-4669-AADB-B0A8E111E603}" type="presParOf" srcId="{029BF5FF-E1DE-4889-A431-D5A20BC8E8E4}" destId="{D809F0FF-C966-4383-9C05-4688F6FF8A58}" srcOrd="5" destOrd="0" presId="urn:microsoft.com/office/officeart/2005/8/layout/orgChart1"/>
    <dgm:cxn modelId="{C4C945C6-582D-4302-838E-D1748BE1257C}" type="presParOf" srcId="{D809F0FF-C966-4383-9C05-4688F6FF8A58}" destId="{4234514B-78F8-4922-AED0-69C64EC9A8FA}" srcOrd="0" destOrd="0" presId="urn:microsoft.com/office/officeart/2005/8/layout/orgChart1"/>
    <dgm:cxn modelId="{3D247678-9932-4B71-A542-FFB5067A108B}" type="presParOf" srcId="{4234514B-78F8-4922-AED0-69C64EC9A8FA}" destId="{E1B054F8-3832-4F4E-8A0C-9A4A6F29AFBA}" srcOrd="0" destOrd="0" presId="urn:microsoft.com/office/officeart/2005/8/layout/orgChart1"/>
    <dgm:cxn modelId="{973208A8-E836-4901-8AFC-0FEE11ABCFAA}" type="presParOf" srcId="{4234514B-78F8-4922-AED0-69C64EC9A8FA}" destId="{24411FEB-0D1E-459D-89D0-2748C1A984A4}" srcOrd="1" destOrd="0" presId="urn:microsoft.com/office/officeart/2005/8/layout/orgChart1"/>
    <dgm:cxn modelId="{8E655CD1-16FB-4A37-9EAB-12EC36DCB635}" type="presParOf" srcId="{D809F0FF-C966-4383-9C05-4688F6FF8A58}" destId="{4B07C8EB-B671-4ED0-9EC9-DCCF429F40F0}" srcOrd="1" destOrd="0" presId="urn:microsoft.com/office/officeart/2005/8/layout/orgChart1"/>
    <dgm:cxn modelId="{6F4C1AE9-316A-4E14-BFD7-C304B64D764B}" type="presParOf" srcId="{4B07C8EB-B671-4ED0-9EC9-DCCF429F40F0}" destId="{76D5BA23-CB58-424E-8A94-559624663CB7}" srcOrd="0" destOrd="0" presId="urn:microsoft.com/office/officeart/2005/8/layout/orgChart1"/>
    <dgm:cxn modelId="{DF13F109-2110-4803-8EF2-2BCEAFD86361}" type="presParOf" srcId="{4B07C8EB-B671-4ED0-9EC9-DCCF429F40F0}" destId="{D088DD51-F5A1-472D-ADA4-07986F0B0866}" srcOrd="1" destOrd="0" presId="urn:microsoft.com/office/officeart/2005/8/layout/orgChart1"/>
    <dgm:cxn modelId="{41F0ED0D-931E-4F70-9580-09F4C0867008}" type="presParOf" srcId="{D088DD51-F5A1-472D-ADA4-07986F0B0866}" destId="{F822B710-CD44-4502-B367-20E7BC726489}" srcOrd="0" destOrd="0" presId="urn:microsoft.com/office/officeart/2005/8/layout/orgChart1"/>
    <dgm:cxn modelId="{A2B5B070-A73A-4EE8-A894-1BCC8D87D5D1}" type="presParOf" srcId="{F822B710-CD44-4502-B367-20E7BC726489}" destId="{4FA38E75-D491-424B-9D47-958B35BCC925}" srcOrd="0" destOrd="0" presId="urn:microsoft.com/office/officeart/2005/8/layout/orgChart1"/>
    <dgm:cxn modelId="{796580F4-C3F2-48A0-A819-3BE8924DF395}" type="presParOf" srcId="{F822B710-CD44-4502-B367-20E7BC726489}" destId="{5F9FE0E4-E6D6-43F0-B00A-AFBB3782D206}" srcOrd="1" destOrd="0" presId="urn:microsoft.com/office/officeart/2005/8/layout/orgChart1"/>
    <dgm:cxn modelId="{910B39FE-393F-4BC8-9DA8-DFECEDB489DD}" type="presParOf" srcId="{D088DD51-F5A1-472D-ADA4-07986F0B0866}" destId="{06CB47B9-2391-4709-9ED9-F2087289C3F8}" srcOrd="1" destOrd="0" presId="urn:microsoft.com/office/officeart/2005/8/layout/orgChart1"/>
    <dgm:cxn modelId="{B11967DE-28D9-4166-B923-6F93972A0F93}" type="presParOf" srcId="{D088DD51-F5A1-472D-ADA4-07986F0B0866}" destId="{F3F55478-35DA-4FAE-99FB-FD8FC1384363}" srcOrd="2" destOrd="0" presId="urn:microsoft.com/office/officeart/2005/8/layout/orgChart1"/>
    <dgm:cxn modelId="{17E1CAC1-8F63-4D1F-9904-35066EEDD472}" type="presParOf" srcId="{D809F0FF-C966-4383-9C05-4688F6FF8A58}" destId="{FB852D47-BE1F-40CD-8901-47048D3EEF36}" srcOrd="2" destOrd="0" presId="urn:microsoft.com/office/officeart/2005/8/layout/orgChart1"/>
    <dgm:cxn modelId="{AB9FCD6D-6FE5-4052-9287-20B2A880DB61}" type="presParOf" srcId="{029BF5FF-E1DE-4889-A431-D5A20BC8E8E4}" destId="{4AA4F0EF-947B-4569-BCF3-DFE78468EBF7}" srcOrd="6" destOrd="0" presId="urn:microsoft.com/office/officeart/2005/8/layout/orgChart1"/>
    <dgm:cxn modelId="{E880F045-F9BC-4EB0-94EC-EFF47226AF39}" type="presParOf" srcId="{029BF5FF-E1DE-4889-A431-D5A20BC8E8E4}" destId="{18E4FFFE-4E67-4F3C-8F56-6FFF1EC4C87C}" srcOrd="7" destOrd="0" presId="urn:microsoft.com/office/officeart/2005/8/layout/orgChart1"/>
    <dgm:cxn modelId="{CEF088D0-69CE-4DD9-823A-119897EDF6CA}" type="presParOf" srcId="{18E4FFFE-4E67-4F3C-8F56-6FFF1EC4C87C}" destId="{B2758063-A2F0-4765-A340-F3A4542DCF03}" srcOrd="0" destOrd="0" presId="urn:microsoft.com/office/officeart/2005/8/layout/orgChart1"/>
    <dgm:cxn modelId="{43A177B4-D102-4C9C-A4AE-2A63CB09E538}" type="presParOf" srcId="{B2758063-A2F0-4765-A340-F3A4542DCF03}" destId="{E19ABCDF-73DA-4B06-A8A0-1908FA8FE316}" srcOrd="0" destOrd="0" presId="urn:microsoft.com/office/officeart/2005/8/layout/orgChart1"/>
    <dgm:cxn modelId="{43469D08-485E-4FB8-B148-D0441316B84A}" type="presParOf" srcId="{B2758063-A2F0-4765-A340-F3A4542DCF03}" destId="{5C38FD24-F47A-4683-8AC7-B758F0272BF5}" srcOrd="1" destOrd="0" presId="urn:microsoft.com/office/officeart/2005/8/layout/orgChart1"/>
    <dgm:cxn modelId="{3CDBDC87-1596-4718-A81A-AFB3A887AF67}" type="presParOf" srcId="{18E4FFFE-4E67-4F3C-8F56-6FFF1EC4C87C}" destId="{69E6D6FA-7BD6-4D78-9F81-566108FAA643}" srcOrd="1" destOrd="0" presId="urn:microsoft.com/office/officeart/2005/8/layout/orgChart1"/>
    <dgm:cxn modelId="{3468B171-C3BD-480B-AE9E-37F8B0CE002A}" type="presParOf" srcId="{69E6D6FA-7BD6-4D78-9F81-566108FAA643}" destId="{9DC3DC02-39A7-47EE-B1EA-BA2777F8C012}" srcOrd="0" destOrd="0" presId="urn:microsoft.com/office/officeart/2005/8/layout/orgChart1"/>
    <dgm:cxn modelId="{12A5D3F9-7078-4AA0-A66B-824E4AD438C7}" type="presParOf" srcId="{69E6D6FA-7BD6-4D78-9F81-566108FAA643}" destId="{B2DDE018-214A-4105-AE4F-F8A1A76A590C}" srcOrd="1" destOrd="0" presId="urn:microsoft.com/office/officeart/2005/8/layout/orgChart1"/>
    <dgm:cxn modelId="{77DD8320-A4BE-4B79-B853-C6CFB65DEC4D}" type="presParOf" srcId="{B2DDE018-214A-4105-AE4F-F8A1A76A590C}" destId="{387DE9D9-7DC5-4E4F-90F4-F310551FCD51}" srcOrd="0" destOrd="0" presId="urn:microsoft.com/office/officeart/2005/8/layout/orgChart1"/>
    <dgm:cxn modelId="{3EB259AC-70C0-468B-A40A-7794E8F2DB45}" type="presParOf" srcId="{387DE9D9-7DC5-4E4F-90F4-F310551FCD51}" destId="{EE1B4C88-AC28-4853-A4A6-94E2FDB773F8}" srcOrd="0" destOrd="0" presId="urn:microsoft.com/office/officeart/2005/8/layout/orgChart1"/>
    <dgm:cxn modelId="{F3E96F86-F8DD-422A-821A-AB302D7AA43D}" type="presParOf" srcId="{387DE9D9-7DC5-4E4F-90F4-F310551FCD51}" destId="{C77E7362-C7ED-4A75-A99B-4BBC57F731A0}" srcOrd="1" destOrd="0" presId="urn:microsoft.com/office/officeart/2005/8/layout/orgChart1"/>
    <dgm:cxn modelId="{5ECB5AAE-4AC2-470D-AEC8-532F1110ADF2}" type="presParOf" srcId="{B2DDE018-214A-4105-AE4F-F8A1A76A590C}" destId="{E45DA0B9-06A4-494F-9F0F-5C8A036A1ED6}" srcOrd="1" destOrd="0" presId="urn:microsoft.com/office/officeart/2005/8/layout/orgChart1"/>
    <dgm:cxn modelId="{F04DCBA9-DDE7-449F-9495-D9215B4C51F2}" type="presParOf" srcId="{B2DDE018-214A-4105-AE4F-F8A1A76A590C}" destId="{456A3810-5AFA-45CA-9838-D50CDD612AEA}" srcOrd="2" destOrd="0" presId="urn:microsoft.com/office/officeart/2005/8/layout/orgChart1"/>
    <dgm:cxn modelId="{33781575-383C-4F93-BBB4-61278BB6316A}" type="presParOf" srcId="{18E4FFFE-4E67-4F3C-8F56-6FFF1EC4C87C}" destId="{D8375090-5D5C-444F-8478-2740DCAC4489}" srcOrd="2" destOrd="0" presId="urn:microsoft.com/office/officeart/2005/8/layout/orgChart1"/>
    <dgm:cxn modelId="{4AE4F30D-DB86-4C37-AD4D-97709C61F3C9}" type="presParOf" srcId="{029BF5FF-E1DE-4889-A431-D5A20BC8E8E4}" destId="{B08AF09D-D2EA-4D7C-8AD8-BD0A235303B9}" srcOrd="8" destOrd="0" presId="urn:microsoft.com/office/officeart/2005/8/layout/orgChart1"/>
    <dgm:cxn modelId="{F390B581-DA24-4F61-8B7D-CCEE4B1D881A}" type="presParOf" srcId="{029BF5FF-E1DE-4889-A431-D5A20BC8E8E4}" destId="{0E265ED2-CE0A-4B1C-9682-254B70F13847}" srcOrd="9" destOrd="0" presId="urn:microsoft.com/office/officeart/2005/8/layout/orgChart1"/>
    <dgm:cxn modelId="{0AF9F353-C8F5-4E27-B6C2-02487C1E14CC}" type="presParOf" srcId="{0E265ED2-CE0A-4B1C-9682-254B70F13847}" destId="{81EC2C98-C7E4-4762-95B0-BCFC941EF450}" srcOrd="0" destOrd="0" presId="urn:microsoft.com/office/officeart/2005/8/layout/orgChart1"/>
    <dgm:cxn modelId="{7E538EF4-C6E6-4801-84BD-436D75D7B64E}" type="presParOf" srcId="{81EC2C98-C7E4-4762-95B0-BCFC941EF450}" destId="{D26E4203-16B1-4410-90B0-2670415C4C82}" srcOrd="0" destOrd="0" presId="urn:microsoft.com/office/officeart/2005/8/layout/orgChart1"/>
    <dgm:cxn modelId="{25D0411A-B03F-4233-B718-2E4F9524E822}" type="presParOf" srcId="{81EC2C98-C7E4-4762-95B0-BCFC941EF450}" destId="{E774B3FF-F6DC-48B9-99EF-49F0AD1FE8B4}" srcOrd="1" destOrd="0" presId="urn:microsoft.com/office/officeart/2005/8/layout/orgChart1"/>
    <dgm:cxn modelId="{B0A843D6-E4E5-4FDA-AECB-CADF2C2A77F6}" type="presParOf" srcId="{0E265ED2-CE0A-4B1C-9682-254B70F13847}" destId="{8AD7C8EF-6D64-4D2C-9352-D3406400387E}" srcOrd="1" destOrd="0" presId="urn:microsoft.com/office/officeart/2005/8/layout/orgChart1"/>
    <dgm:cxn modelId="{7C6F7CAB-5704-4273-AC1B-EBF7ABAA3E03}" type="presParOf" srcId="{8AD7C8EF-6D64-4D2C-9352-D3406400387E}" destId="{4F9C90E9-13C3-4F77-8A83-8B7511DED0E8}" srcOrd="0" destOrd="0" presId="urn:microsoft.com/office/officeart/2005/8/layout/orgChart1"/>
    <dgm:cxn modelId="{09C366A5-88C0-4410-AF18-0A291C5D0723}" type="presParOf" srcId="{8AD7C8EF-6D64-4D2C-9352-D3406400387E}" destId="{B284E037-3146-4572-BB75-186EF3FD268C}" srcOrd="1" destOrd="0" presId="urn:microsoft.com/office/officeart/2005/8/layout/orgChart1"/>
    <dgm:cxn modelId="{F3764658-9E32-4ADA-B659-07820864C2E8}" type="presParOf" srcId="{B284E037-3146-4572-BB75-186EF3FD268C}" destId="{8C4D6CBB-E658-4626-8220-A55AA08F8840}" srcOrd="0" destOrd="0" presId="urn:microsoft.com/office/officeart/2005/8/layout/orgChart1"/>
    <dgm:cxn modelId="{6B20F565-E6C6-406F-AD6B-17F63D848D1D}" type="presParOf" srcId="{8C4D6CBB-E658-4626-8220-A55AA08F8840}" destId="{E62E2631-7241-4840-918D-9DB150E1C666}" srcOrd="0" destOrd="0" presId="urn:microsoft.com/office/officeart/2005/8/layout/orgChart1"/>
    <dgm:cxn modelId="{59759C1B-CAF5-408B-B7DF-B8529B7664BB}" type="presParOf" srcId="{8C4D6CBB-E658-4626-8220-A55AA08F8840}" destId="{40D6AF3C-5D24-4C03-9B35-14C5256D7ADE}" srcOrd="1" destOrd="0" presId="urn:microsoft.com/office/officeart/2005/8/layout/orgChart1"/>
    <dgm:cxn modelId="{115437E0-0D0E-43D7-8647-E0CA849E28C9}" type="presParOf" srcId="{B284E037-3146-4572-BB75-186EF3FD268C}" destId="{2F79DAAD-A967-46D5-A97D-8AB32578CC0F}" srcOrd="1" destOrd="0" presId="urn:microsoft.com/office/officeart/2005/8/layout/orgChart1"/>
    <dgm:cxn modelId="{72C029CE-A11C-4F42-9DBC-E8FE270686AB}" type="presParOf" srcId="{B284E037-3146-4572-BB75-186EF3FD268C}" destId="{D292E9AA-4E28-46CB-A66C-EE3BB75682F4}" srcOrd="2" destOrd="0" presId="urn:microsoft.com/office/officeart/2005/8/layout/orgChart1"/>
    <dgm:cxn modelId="{8BFC3BA6-F4F7-4265-A299-5E7566521533}" type="presParOf" srcId="{0E265ED2-CE0A-4B1C-9682-254B70F13847}" destId="{7EA567B0-AF51-411B-8AC3-51CA083DFA89}" srcOrd="2" destOrd="0" presId="urn:microsoft.com/office/officeart/2005/8/layout/orgChart1"/>
    <dgm:cxn modelId="{5588E761-C19F-4E7D-8760-08572FF8BFA6}" type="presParOf" srcId="{029BF5FF-E1DE-4889-A431-D5A20BC8E8E4}" destId="{77E124EA-B158-4FB9-A6FD-E262D5AF9088}" srcOrd="10" destOrd="0" presId="urn:microsoft.com/office/officeart/2005/8/layout/orgChart1"/>
    <dgm:cxn modelId="{DCC71DF6-AEA6-4350-808B-F4D0E1C373F1}" type="presParOf" srcId="{029BF5FF-E1DE-4889-A431-D5A20BC8E8E4}" destId="{77CB2B83-6A30-435E-99B5-1E28A9410781}" srcOrd="11" destOrd="0" presId="urn:microsoft.com/office/officeart/2005/8/layout/orgChart1"/>
    <dgm:cxn modelId="{AA455655-79EE-4AAE-B8D7-6DA372F764EB}" type="presParOf" srcId="{77CB2B83-6A30-435E-99B5-1E28A9410781}" destId="{C6B8FCBD-C4FB-4B70-B559-7B4C36811FF8}" srcOrd="0" destOrd="0" presId="urn:microsoft.com/office/officeart/2005/8/layout/orgChart1"/>
    <dgm:cxn modelId="{9D470BD5-881F-418C-B354-226C22ABC52C}" type="presParOf" srcId="{C6B8FCBD-C4FB-4B70-B559-7B4C36811FF8}" destId="{61ED6BBC-5001-4902-9D77-8F50F76BE654}" srcOrd="0" destOrd="0" presId="urn:microsoft.com/office/officeart/2005/8/layout/orgChart1"/>
    <dgm:cxn modelId="{531EAAE2-3220-4F43-B7C4-1E235A040DE8}" type="presParOf" srcId="{C6B8FCBD-C4FB-4B70-B559-7B4C36811FF8}" destId="{9D931B98-F704-4B38-8DEE-9F28AFCE23CC}" srcOrd="1" destOrd="0" presId="urn:microsoft.com/office/officeart/2005/8/layout/orgChart1"/>
    <dgm:cxn modelId="{AB8961F7-8C12-40F3-AE27-53D1AD4D64B1}" type="presParOf" srcId="{77CB2B83-6A30-435E-99B5-1E28A9410781}" destId="{174825B6-7B00-4E4D-B388-4643BF9F44A2}" srcOrd="1" destOrd="0" presId="urn:microsoft.com/office/officeart/2005/8/layout/orgChart1"/>
    <dgm:cxn modelId="{BF3401D1-5434-4FAF-9F9A-F578C716C6BC}" type="presParOf" srcId="{174825B6-7B00-4E4D-B388-4643BF9F44A2}" destId="{ED786C5A-1563-4509-8A26-20AFE3ADD73E}" srcOrd="0" destOrd="0" presId="urn:microsoft.com/office/officeart/2005/8/layout/orgChart1"/>
    <dgm:cxn modelId="{80207B85-56E6-4F1C-A36C-AACBD1F93ABE}" type="presParOf" srcId="{174825B6-7B00-4E4D-B388-4643BF9F44A2}" destId="{E3F899C7-868F-4DAC-816D-3A74A4086D63}" srcOrd="1" destOrd="0" presId="urn:microsoft.com/office/officeart/2005/8/layout/orgChart1"/>
    <dgm:cxn modelId="{7763012E-327E-419C-930B-9FD3392DFB20}" type="presParOf" srcId="{E3F899C7-868F-4DAC-816D-3A74A4086D63}" destId="{08B34315-BD28-4A1D-9854-BE9165EAF626}" srcOrd="0" destOrd="0" presId="urn:microsoft.com/office/officeart/2005/8/layout/orgChart1"/>
    <dgm:cxn modelId="{8AAD4AC8-809C-4404-8F63-D63FF2EA2EFC}" type="presParOf" srcId="{08B34315-BD28-4A1D-9854-BE9165EAF626}" destId="{D9B18EF0-3B96-4F09-B818-5D0B392A22B3}" srcOrd="0" destOrd="0" presId="urn:microsoft.com/office/officeart/2005/8/layout/orgChart1"/>
    <dgm:cxn modelId="{461DB0E3-7055-4FA8-BB64-1D7A488693E8}" type="presParOf" srcId="{08B34315-BD28-4A1D-9854-BE9165EAF626}" destId="{85BD41D3-004E-4BF4-94E6-B4EC00BE51B6}" srcOrd="1" destOrd="0" presId="urn:microsoft.com/office/officeart/2005/8/layout/orgChart1"/>
    <dgm:cxn modelId="{CC9AA989-9D78-4B88-91F0-752DE9138C7F}" type="presParOf" srcId="{E3F899C7-868F-4DAC-816D-3A74A4086D63}" destId="{3F7052CA-A2F8-4207-B97C-C9EA0EC7A6A2}" srcOrd="1" destOrd="0" presId="urn:microsoft.com/office/officeart/2005/8/layout/orgChart1"/>
    <dgm:cxn modelId="{9DDE6CA1-B653-4C3E-A06C-4BBB0B2DFED5}" type="presParOf" srcId="{E3F899C7-868F-4DAC-816D-3A74A4086D63}" destId="{4C51C7F2-C6DF-4D18-8E10-0E428E260F0F}" srcOrd="2" destOrd="0" presId="urn:microsoft.com/office/officeart/2005/8/layout/orgChart1"/>
    <dgm:cxn modelId="{884FAFB6-5294-4150-83F3-6E7B1C276AFD}" type="presParOf" srcId="{77CB2B83-6A30-435E-99B5-1E28A9410781}" destId="{B171E3A4-04C5-4EB1-8B11-551233B38196}" srcOrd="2" destOrd="0" presId="urn:microsoft.com/office/officeart/2005/8/layout/orgChart1"/>
    <dgm:cxn modelId="{CB4E0480-4DBC-4F8C-A8DD-86E4A3BF0449}" type="presParOf" srcId="{029BF5FF-E1DE-4889-A431-D5A20BC8E8E4}" destId="{746204D8-7DE3-4EC0-A55A-290BC1EFADEE}" srcOrd="12" destOrd="0" presId="urn:microsoft.com/office/officeart/2005/8/layout/orgChart1"/>
    <dgm:cxn modelId="{919CAC91-E19D-4482-A649-F3F99D865F2E}" type="presParOf" srcId="{029BF5FF-E1DE-4889-A431-D5A20BC8E8E4}" destId="{856056EF-2992-46FC-B42F-58411C6667FC}" srcOrd="13" destOrd="0" presId="urn:microsoft.com/office/officeart/2005/8/layout/orgChart1"/>
    <dgm:cxn modelId="{F8E77C21-324E-4B37-A41E-8619B6A670F0}" type="presParOf" srcId="{856056EF-2992-46FC-B42F-58411C6667FC}" destId="{F729AC5A-DE1F-4B21-8A62-DDB14EEB6E7F}" srcOrd="0" destOrd="0" presId="urn:microsoft.com/office/officeart/2005/8/layout/orgChart1"/>
    <dgm:cxn modelId="{2471148D-4321-4AD2-AFFB-B519E1C1C6D5}" type="presParOf" srcId="{F729AC5A-DE1F-4B21-8A62-DDB14EEB6E7F}" destId="{6ABE2A97-65CC-44B7-A00E-0196956768E5}" srcOrd="0" destOrd="0" presId="urn:microsoft.com/office/officeart/2005/8/layout/orgChart1"/>
    <dgm:cxn modelId="{771F7D84-D928-496F-A6E5-8A217D1E9D77}" type="presParOf" srcId="{F729AC5A-DE1F-4B21-8A62-DDB14EEB6E7F}" destId="{C0DB0C68-1D87-471D-B60E-97A41081B7E6}" srcOrd="1" destOrd="0" presId="urn:microsoft.com/office/officeart/2005/8/layout/orgChart1"/>
    <dgm:cxn modelId="{143EDCB0-0533-46AB-A1DF-DA348DF56B32}" type="presParOf" srcId="{856056EF-2992-46FC-B42F-58411C6667FC}" destId="{1EE5E898-88BD-4DCD-918C-F5F2A538BC1C}" srcOrd="1" destOrd="0" presId="urn:microsoft.com/office/officeart/2005/8/layout/orgChart1"/>
    <dgm:cxn modelId="{1540F3F9-EAD0-4F82-860F-B93D5DD524B3}" type="presParOf" srcId="{1EE5E898-88BD-4DCD-918C-F5F2A538BC1C}" destId="{4C133011-5449-49F9-BE0D-FA3793602BD7}" srcOrd="0" destOrd="0" presId="urn:microsoft.com/office/officeart/2005/8/layout/orgChart1"/>
    <dgm:cxn modelId="{86974749-2168-4C81-899B-081665B32804}" type="presParOf" srcId="{1EE5E898-88BD-4DCD-918C-F5F2A538BC1C}" destId="{1CCCE19F-381D-4F88-ADB5-EA1B07C967CD}" srcOrd="1" destOrd="0" presId="urn:microsoft.com/office/officeart/2005/8/layout/orgChart1"/>
    <dgm:cxn modelId="{766C8DFA-F4DC-497A-A998-DA26020FAEAB}" type="presParOf" srcId="{1CCCE19F-381D-4F88-ADB5-EA1B07C967CD}" destId="{74635E77-9299-4B7E-A69F-DE090DD0B228}" srcOrd="0" destOrd="0" presId="urn:microsoft.com/office/officeart/2005/8/layout/orgChart1"/>
    <dgm:cxn modelId="{A9F6EE57-D26A-48DA-B8BA-513F55D43C17}" type="presParOf" srcId="{74635E77-9299-4B7E-A69F-DE090DD0B228}" destId="{C9D95BD3-7F1F-4876-86D0-5898F31671EB}" srcOrd="0" destOrd="0" presId="urn:microsoft.com/office/officeart/2005/8/layout/orgChart1"/>
    <dgm:cxn modelId="{08D593A8-C363-4D00-840F-77B6050D1B9D}" type="presParOf" srcId="{74635E77-9299-4B7E-A69F-DE090DD0B228}" destId="{41F077FA-7E40-4C1E-B3BB-93B74CE137DD}" srcOrd="1" destOrd="0" presId="urn:microsoft.com/office/officeart/2005/8/layout/orgChart1"/>
    <dgm:cxn modelId="{E56EDACB-0319-4245-839F-83FC0ACDF0E5}" type="presParOf" srcId="{1CCCE19F-381D-4F88-ADB5-EA1B07C967CD}" destId="{D30F33EA-3AE6-4943-8F3C-F58ADE872C2F}" srcOrd="1" destOrd="0" presId="urn:microsoft.com/office/officeart/2005/8/layout/orgChart1"/>
    <dgm:cxn modelId="{1BB50596-757E-4665-98AC-B26EDB6CDEF5}" type="presParOf" srcId="{1CCCE19F-381D-4F88-ADB5-EA1B07C967CD}" destId="{47F28E04-BDDB-4439-9995-74001EF9F340}" srcOrd="2" destOrd="0" presId="urn:microsoft.com/office/officeart/2005/8/layout/orgChart1"/>
    <dgm:cxn modelId="{84D66104-0469-4AED-9D6F-C61190CC2557}" type="presParOf" srcId="{856056EF-2992-46FC-B42F-58411C6667FC}" destId="{6C77F94A-D8F6-4441-AE2B-179ACDD96043}" srcOrd="2" destOrd="0" presId="urn:microsoft.com/office/officeart/2005/8/layout/orgChart1"/>
    <dgm:cxn modelId="{A8289ED4-4CD7-4875-A29D-48869F6C6BD4}" type="presParOf" srcId="{029BF5FF-E1DE-4889-A431-D5A20BC8E8E4}" destId="{6F99BC97-4014-41AA-B544-3C7BF70B0425}" srcOrd="14" destOrd="0" presId="urn:microsoft.com/office/officeart/2005/8/layout/orgChart1"/>
    <dgm:cxn modelId="{1AE35298-01B6-41AD-84FC-86AC3E4285A4}" type="presParOf" srcId="{029BF5FF-E1DE-4889-A431-D5A20BC8E8E4}" destId="{AF6E9D5B-796D-4E09-984E-3DBDD5EA9140}" srcOrd="15" destOrd="0" presId="urn:microsoft.com/office/officeart/2005/8/layout/orgChart1"/>
    <dgm:cxn modelId="{9FE166C7-2DD8-4AE0-A91D-1E6A3B0BA392}" type="presParOf" srcId="{AF6E9D5B-796D-4E09-984E-3DBDD5EA9140}" destId="{9371D35F-F23C-40DC-9BBB-9287E379C67D}" srcOrd="0" destOrd="0" presId="urn:microsoft.com/office/officeart/2005/8/layout/orgChart1"/>
    <dgm:cxn modelId="{C79421F4-7D53-4B17-8252-8EE52A6035C2}" type="presParOf" srcId="{9371D35F-F23C-40DC-9BBB-9287E379C67D}" destId="{2797BBC9-13D2-411F-8794-472696ED9318}" srcOrd="0" destOrd="0" presId="urn:microsoft.com/office/officeart/2005/8/layout/orgChart1"/>
    <dgm:cxn modelId="{EDA41B57-E2CA-4E1A-9F0F-C18B52422A95}" type="presParOf" srcId="{9371D35F-F23C-40DC-9BBB-9287E379C67D}" destId="{E31E0BB2-E7E6-4D32-AE08-DE3D1142FFF0}" srcOrd="1" destOrd="0" presId="urn:microsoft.com/office/officeart/2005/8/layout/orgChart1"/>
    <dgm:cxn modelId="{165393C8-8748-42BF-AA3B-C707F50FAA5F}" type="presParOf" srcId="{AF6E9D5B-796D-4E09-984E-3DBDD5EA9140}" destId="{D1FA166D-78C3-4794-B8EC-D3FE2DBA6A7A}" srcOrd="1" destOrd="0" presId="urn:microsoft.com/office/officeart/2005/8/layout/orgChart1"/>
    <dgm:cxn modelId="{12489339-FF75-4226-85B5-851E1C7EE719}" type="presParOf" srcId="{D1FA166D-78C3-4794-B8EC-D3FE2DBA6A7A}" destId="{2394049F-FEFD-4312-991C-E76C808DB538}" srcOrd="0" destOrd="0" presId="urn:microsoft.com/office/officeart/2005/8/layout/orgChart1"/>
    <dgm:cxn modelId="{B17085ED-CBED-458F-974F-CBB7AB5E853D}" type="presParOf" srcId="{D1FA166D-78C3-4794-B8EC-D3FE2DBA6A7A}" destId="{D492539D-F38F-4220-B70B-36CF096048A5}" srcOrd="1" destOrd="0" presId="urn:microsoft.com/office/officeart/2005/8/layout/orgChart1"/>
    <dgm:cxn modelId="{48471F02-4805-4CB5-BE12-49E372AA67D6}" type="presParOf" srcId="{D492539D-F38F-4220-B70B-36CF096048A5}" destId="{3B5E7255-DD7D-447B-9869-7899148E7D7C}" srcOrd="0" destOrd="0" presId="urn:microsoft.com/office/officeart/2005/8/layout/orgChart1"/>
    <dgm:cxn modelId="{DDB49368-C5BB-465D-8EC4-6E8ABF3049AC}" type="presParOf" srcId="{3B5E7255-DD7D-447B-9869-7899148E7D7C}" destId="{5C2B3B5C-C270-4219-9B5B-992DBC9B4C7A}" srcOrd="0" destOrd="0" presId="urn:microsoft.com/office/officeart/2005/8/layout/orgChart1"/>
    <dgm:cxn modelId="{F0331AD5-9BF8-4A99-932E-2649D2EB12A8}" type="presParOf" srcId="{3B5E7255-DD7D-447B-9869-7899148E7D7C}" destId="{110F86AF-B73D-4FF0-8773-3C3499FEA6E6}" srcOrd="1" destOrd="0" presId="urn:microsoft.com/office/officeart/2005/8/layout/orgChart1"/>
    <dgm:cxn modelId="{0FC659A2-36CC-4364-BEB1-5FAD14089F9C}" type="presParOf" srcId="{D492539D-F38F-4220-B70B-36CF096048A5}" destId="{5CBC5558-3F47-45BD-85C2-322CB2CBDF73}" srcOrd="1" destOrd="0" presId="urn:microsoft.com/office/officeart/2005/8/layout/orgChart1"/>
    <dgm:cxn modelId="{1C71E6B0-CE96-4FD2-8A17-B1EAB60B92F0}" type="presParOf" srcId="{D492539D-F38F-4220-B70B-36CF096048A5}" destId="{91EE6432-39E3-4203-84DF-2348A4489984}" srcOrd="2" destOrd="0" presId="urn:microsoft.com/office/officeart/2005/8/layout/orgChart1"/>
    <dgm:cxn modelId="{4D1E8DBD-E0AB-408A-9026-DFB5DF42BE26}" type="presParOf" srcId="{AF6E9D5B-796D-4E09-984E-3DBDD5EA9140}" destId="{BCBDE5CF-B362-4766-8CC2-6CEE6C4501D8}" srcOrd="2" destOrd="0" presId="urn:microsoft.com/office/officeart/2005/8/layout/orgChart1"/>
    <dgm:cxn modelId="{8BAC4169-6D3C-445A-91C7-C66B8872FC51}" type="presParOf" srcId="{029BF5FF-E1DE-4889-A431-D5A20BC8E8E4}" destId="{EF87F48F-80DF-46DC-9C80-490CFA7A048F}" srcOrd="16" destOrd="0" presId="urn:microsoft.com/office/officeart/2005/8/layout/orgChart1"/>
    <dgm:cxn modelId="{7E17E831-F78B-428F-A06B-0BFFDA5613BA}" type="presParOf" srcId="{029BF5FF-E1DE-4889-A431-D5A20BC8E8E4}" destId="{B91A1694-9730-4765-8EDA-E70223383222}" srcOrd="17" destOrd="0" presId="urn:microsoft.com/office/officeart/2005/8/layout/orgChart1"/>
    <dgm:cxn modelId="{EE899C58-0679-4CCC-BFD2-5D9C41819EF8}" type="presParOf" srcId="{B91A1694-9730-4765-8EDA-E70223383222}" destId="{FEF2C745-FEFD-472E-92A6-57452DED0D09}" srcOrd="0" destOrd="0" presId="urn:microsoft.com/office/officeart/2005/8/layout/orgChart1"/>
    <dgm:cxn modelId="{C188F006-126D-4D70-BF43-4EC462B4D495}" type="presParOf" srcId="{FEF2C745-FEFD-472E-92A6-57452DED0D09}" destId="{A408037F-A32A-4C63-91E1-7D26EBFF5574}" srcOrd="0" destOrd="0" presId="urn:microsoft.com/office/officeart/2005/8/layout/orgChart1"/>
    <dgm:cxn modelId="{28BEEB56-A023-4CA1-9A6E-E0291037C73E}" type="presParOf" srcId="{FEF2C745-FEFD-472E-92A6-57452DED0D09}" destId="{6375C29A-780F-42C5-8DA7-C5128F5D3ACB}" srcOrd="1" destOrd="0" presId="urn:microsoft.com/office/officeart/2005/8/layout/orgChart1"/>
    <dgm:cxn modelId="{42639F1B-530E-4709-8C61-79392809E605}" type="presParOf" srcId="{B91A1694-9730-4765-8EDA-E70223383222}" destId="{94E7D65B-9048-4542-8181-64489FCC8998}" srcOrd="1" destOrd="0" presId="urn:microsoft.com/office/officeart/2005/8/layout/orgChart1"/>
    <dgm:cxn modelId="{BC5B9929-5B04-4C92-B36C-4BBD615355FF}" type="presParOf" srcId="{94E7D65B-9048-4542-8181-64489FCC8998}" destId="{079F96EA-A8E9-4207-9FDA-ACF101CC2B25}" srcOrd="0" destOrd="0" presId="urn:microsoft.com/office/officeart/2005/8/layout/orgChart1"/>
    <dgm:cxn modelId="{0C935F38-39D0-4C15-9120-641BCBEFA9BF}" type="presParOf" srcId="{94E7D65B-9048-4542-8181-64489FCC8998}" destId="{87C7D50E-C42F-4AB0-A63E-699DA9050A6D}" srcOrd="1" destOrd="0" presId="urn:microsoft.com/office/officeart/2005/8/layout/orgChart1"/>
    <dgm:cxn modelId="{918454D8-96F8-4C37-ADAA-55167ADFB832}" type="presParOf" srcId="{87C7D50E-C42F-4AB0-A63E-699DA9050A6D}" destId="{960FA001-11E1-48AA-8517-39AAF6241EA7}" srcOrd="0" destOrd="0" presId="urn:microsoft.com/office/officeart/2005/8/layout/orgChart1"/>
    <dgm:cxn modelId="{2CA235BE-39ED-4766-9081-06F532380591}" type="presParOf" srcId="{960FA001-11E1-48AA-8517-39AAF6241EA7}" destId="{1D00F8B1-6FE1-40E1-9EA0-4F03E447210C}" srcOrd="0" destOrd="0" presId="urn:microsoft.com/office/officeart/2005/8/layout/orgChart1"/>
    <dgm:cxn modelId="{E7829F2B-E295-40AA-8424-D8139971D231}" type="presParOf" srcId="{960FA001-11E1-48AA-8517-39AAF6241EA7}" destId="{8F2E8FAA-715A-4F2D-965C-3D96DD2AA34D}" srcOrd="1" destOrd="0" presId="urn:microsoft.com/office/officeart/2005/8/layout/orgChart1"/>
    <dgm:cxn modelId="{AAA01976-2C27-44E7-BB02-3EF5A58CED76}" type="presParOf" srcId="{87C7D50E-C42F-4AB0-A63E-699DA9050A6D}" destId="{2BFE3B6D-B38E-43B1-BEBF-0B3814D846BC}" srcOrd="1" destOrd="0" presId="urn:microsoft.com/office/officeart/2005/8/layout/orgChart1"/>
    <dgm:cxn modelId="{67360802-4A43-4A3B-B0A4-DECF8D70667B}" type="presParOf" srcId="{87C7D50E-C42F-4AB0-A63E-699DA9050A6D}" destId="{662F3BE5-B126-4CEF-92D5-224693C005EE}" srcOrd="2" destOrd="0" presId="urn:microsoft.com/office/officeart/2005/8/layout/orgChart1"/>
    <dgm:cxn modelId="{6845D7CA-01A1-40A3-82B2-09A6AED4078A}" type="presParOf" srcId="{B91A1694-9730-4765-8EDA-E70223383222}" destId="{9E5EAAB8-5F29-484D-870D-EB9D3D48A6B3}" srcOrd="2" destOrd="0" presId="urn:microsoft.com/office/officeart/2005/8/layout/orgChart1"/>
    <dgm:cxn modelId="{5A77AF69-63DF-4BE3-88C6-F7DF415C5163}" type="presParOf" srcId="{029BF5FF-E1DE-4889-A431-D5A20BC8E8E4}" destId="{F23B636C-263E-424B-9B49-E87B3D3D1F10}" srcOrd="18" destOrd="0" presId="urn:microsoft.com/office/officeart/2005/8/layout/orgChart1"/>
    <dgm:cxn modelId="{B027D8A3-6C53-446A-A752-C2FA0F5A0AB0}" type="presParOf" srcId="{029BF5FF-E1DE-4889-A431-D5A20BC8E8E4}" destId="{EE86133E-94A6-4DD9-92BF-BA684AA28DCB}" srcOrd="19" destOrd="0" presId="urn:microsoft.com/office/officeart/2005/8/layout/orgChart1"/>
    <dgm:cxn modelId="{DEA86972-1DB5-4D80-8CB3-F7574614A43A}" type="presParOf" srcId="{EE86133E-94A6-4DD9-92BF-BA684AA28DCB}" destId="{4C6C8C10-A037-4964-AC85-DF3494F9613E}" srcOrd="0" destOrd="0" presId="urn:microsoft.com/office/officeart/2005/8/layout/orgChart1"/>
    <dgm:cxn modelId="{523D97BA-940A-4AF4-957F-BD3664116800}" type="presParOf" srcId="{4C6C8C10-A037-4964-AC85-DF3494F9613E}" destId="{884EDA54-992C-47C2-BCC0-E2EB26AB0D88}" srcOrd="0" destOrd="0" presId="urn:microsoft.com/office/officeart/2005/8/layout/orgChart1"/>
    <dgm:cxn modelId="{0F132E0E-AD8B-4886-8F6C-ABCB1024B616}" type="presParOf" srcId="{4C6C8C10-A037-4964-AC85-DF3494F9613E}" destId="{3E62E224-1F36-46B0-BDC2-DA344F68A3EA}" srcOrd="1" destOrd="0" presId="urn:microsoft.com/office/officeart/2005/8/layout/orgChart1"/>
    <dgm:cxn modelId="{6D6933B5-12A0-4B23-8277-6225A44D51A6}" type="presParOf" srcId="{EE86133E-94A6-4DD9-92BF-BA684AA28DCB}" destId="{97D655C3-9BDF-41B8-8DCC-E5EEB2BC6D4A}" srcOrd="1" destOrd="0" presId="urn:microsoft.com/office/officeart/2005/8/layout/orgChart1"/>
    <dgm:cxn modelId="{66D3D79A-5896-4677-B336-0F53DF9FDAED}" type="presParOf" srcId="{97D655C3-9BDF-41B8-8DCC-E5EEB2BC6D4A}" destId="{0A6999C1-463C-45AA-98DC-F29DE25E0007}" srcOrd="0" destOrd="0" presId="urn:microsoft.com/office/officeart/2005/8/layout/orgChart1"/>
    <dgm:cxn modelId="{10C69914-243B-4B10-9199-4D0B484A8EAE}" type="presParOf" srcId="{97D655C3-9BDF-41B8-8DCC-E5EEB2BC6D4A}" destId="{F310E32A-E145-4B44-8169-9E2127C1C76F}" srcOrd="1" destOrd="0" presId="urn:microsoft.com/office/officeart/2005/8/layout/orgChart1"/>
    <dgm:cxn modelId="{108F9FDE-F192-4D5C-B967-E6E9B196E7B7}" type="presParOf" srcId="{F310E32A-E145-4B44-8169-9E2127C1C76F}" destId="{356EE60C-1C04-4E32-AD07-F16010D1254E}" srcOrd="0" destOrd="0" presId="urn:microsoft.com/office/officeart/2005/8/layout/orgChart1"/>
    <dgm:cxn modelId="{E75D8B33-104E-44AD-AC9A-7AFFE849F8A1}" type="presParOf" srcId="{356EE60C-1C04-4E32-AD07-F16010D1254E}" destId="{92EFA02D-8846-40FC-933A-335ED9A84208}" srcOrd="0" destOrd="0" presId="urn:microsoft.com/office/officeart/2005/8/layout/orgChart1"/>
    <dgm:cxn modelId="{7766060C-6953-41A7-A182-EB1F6D052F1A}" type="presParOf" srcId="{356EE60C-1C04-4E32-AD07-F16010D1254E}" destId="{D5B4750B-CF4E-4C95-98E8-B51DCB5A7487}" srcOrd="1" destOrd="0" presId="urn:microsoft.com/office/officeart/2005/8/layout/orgChart1"/>
    <dgm:cxn modelId="{3FF37AA7-BBE5-413E-AFD1-15DCC1CC64C1}" type="presParOf" srcId="{F310E32A-E145-4B44-8169-9E2127C1C76F}" destId="{05F780BF-F30C-4224-B1FE-52468EBEC441}" srcOrd="1" destOrd="0" presId="urn:microsoft.com/office/officeart/2005/8/layout/orgChart1"/>
    <dgm:cxn modelId="{04BB9A43-530C-4769-9209-C1F4612234A9}" type="presParOf" srcId="{F310E32A-E145-4B44-8169-9E2127C1C76F}" destId="{5F129413-7744-4E78-99C2-6644EF749154}" srcOrd="2" destOrd="0" presId="urn:microsoft.com/office/officeart/2005/8/layout/orgChart1"/>
    <dgm:cxn modelId="{1C0AA7A7-4F52-426F-AFDC-08E5BD162F5D}" type="presParOf" srcId="{EE86133E-94A6-4DD9-92BF-BA684AA28DCB}" destId="{F2059F09-80E1-4221-A590-D741297DB1B3}" srcOrd="2" destOrd="0" presId="urn:microsoft.com/office/officeart/2005/8/layout/orgChart1"/>
    <dgm:cxn modelId="{AC285818-DCEC-4C30-8A15-68FD5290A35F}" type="presParOf" srcId="{72FBAD7C-0E7C-4AD1-804D-8525EAD1EDDE}" destId="{A9342E2E-6F94-4278-A991-B6D93895E7AE}" srcOrd="2" destOrd="0" presId="urn:microsoft.com/office/officeart/2005/8/layout/orgChart1"/>
    <dgm:cxn modelId="{AD67C06C-3046-4BC9-BBE7-CA5358C0C616}" type="presParOf" srcId="{A9342E2E-6F94-4278-A991-B6D93895E7AE}" destId="{4895CAB2-9ABF-43ED-9C69-EFD8E2BF7CE8}" srcOrd="0" destOrd="0" presId="urn:microsoft.com/office/officeart/2005/8/layout/orgChart1"/>
    <dgm:cxn modelId="{82671267-13AC-4D17-9986-AE6032A61177}" type="presParOf" srcId="{A9342E2E-6F94-4278-A991-B6D93895E7AE}" destId="{8A9B2FA1-A010-4D86-B1F6-BA880B20A55D}" srcOrd="1" destOrd="0" presId="urn:microsoft.com/office/officeart/2005/8/layout/orgChart1"/>
    <dgm:cxn modelId="{30EE212A-9417-4AE1-9B8C-7900BA8C6851}" type="presParOf" srcId="{8A9B2FA1-A010-4D86-B1F6-BA880B20A55D}" destId="{E51070DE-2303-4929-8F61-4A7B83000B24}" srcOrd="0" destOrd="0" presId="urn:microsoft.com/office/officeart/2005/8/layout/orgChart1"/>
    <dgm:cxn modelId="{B02A86E4-BFA1-441E-AB7F-6884AD71862E}" type="presParOf" srcId="{E51070DE-2303-4929-8F61-4A7B83000B24}" destId="{D13E0C57-A3CF-425E-BBE3-5F79A932E8C3}" srcOrd="0" destOrd="0" presId="urn:microsoft.com/office/officeart/2005/8/layout/orgChart1"/>
    <dgm:cxn modelId="{00E82FE5-5106-4618-A025-1312B65DA415}" type="presParOf" srcId="{E51070DE-2303-4929-8F61-4A7B83000B24}" destId="{05087F78-AC64-40AE-B354-8F5B21FB4923}" srcOrd="1" destOrd="0" presId="urn:microsoft.com/office/officeart/2005/8/layout/orgChart1"/>
    <dgm:cxn modelId="{B58B001E-DC40-4582-AA73-A580A7F8D4E2}" type="presParOf" srcId="{8A9B2FA1-A010-4D86-B1F6-BA880B20A55D}" destId="{7C3616E9-D859-4430-83D3-1C4E2B99875A}" srcOrd="1" destOrd="0" presId="urn:microsoft.com/office/officeart/2005/8/layout/orgChart1"/>
    <dgm:cxn modelId="{17988B52-DE74-400B-904A-1B23D58823D9}" type="presParOf" srcId="{8A9B2FA1-A010-4D86-B1F6-BA880B20A55D}" destId="{771440D3-9BD7-41BA-A38A-DD908243FFBC}" srcOrd="2" destOrd="0" presId="urn:microsoft.com/office/officeart/2005/8/layout/orgChart1"/>
    <dgm:cxn modelId="{FCF5E66A-FF8D-4C0D-BC4E-30574874C72C}" type="presParOf" srcId="{A9342E2E-6F94-4278-A991-B6D93895E7AE}" destId="{B05F18ED-FA4E-4AE8-864F-56FA207A466E}" srcOrd="2" destOrd="0" presId="urn:microsoft.com/office/officeart/2005/8/layout/orgChart1"/>
    <dgm:cxn modelId="{CE7C8F24-EA69-49E4-85CA-E318287AE421}" type="presParOf" srcId="{A9342E2E-6F94-4278-A991-B6D93895E7AE}" destId="{864C8720-0DA1-491D-9F07-0F3D95722252}" srcOrd="3" destOrd="0" presId="urn:microsoft.com/office/officeart/2005/8/layout/orgChart1"/>
    <dgm:cxn modelId="{B190B99A-3839-43E6-9F3C-77AD58DEF6FC}" type="presParOf" srcId="{864C8720-0DA1-491D-9F07-0F3D95722252}" destId="{35CAAB6A-778B-41F4-9183-CBEDB3A6CA7B}" srcOrd="0" destOrd="0" presId="urn:microsoft.com/office/officeart/2005/8/layout/orgChart1"/>
    <dgm:cxn modelId="{11556DDF-D2A8-4336-8150-FFA30E042983}" type="presParOf" srcId="{35CAAB6A-778B-41F4-9183-CBEDB3A6CA7B}" destId="{A21E759C-5D0A-447A-B052-1885596F4C9B}" srcOrd="0" destOrd="0" presId="urn:microsoft.com/office/officeart/2005/8/layout/orgChart1"/>
    <dgm:cxn modelId="{2B9B1A70-4CD3-43B2-8305-8F7AAC0B04FF}" type="presParOf" srcId="{35CAAB6A-778B-41F4-9183-CBEDB3A6CA7B}" destId="{305D930D-E026-4092-884A-00B139CD9517}" srcOrd="1" destOrd="0" presId="urn:microsoft.com/office/officeart/2005/8/layout/orgChart1"/>
    <dgm:cxn modelId="{1C74923F-5BB9-4A05-9117-DCD00E9E65E5}" type="presParOf" srcId="{864C8720-0DA1-491D-9F07-0F3D95722252}" destId="{2CE16FA3-1195-490F-B698-91AA6C60A9CE}" srcOrd="1" destOrd="0" presId="urn:microsoft.com/office/officeart/2005/8/layout/orgChart1"/>
    <dgm:cxn modelId="{684C99CF-8057-403D-A3DF-C61C7649E307}" type="presParOf" srcId="{864C8720-0DA1-491D-9F07-0F3D95722252}" destId="{72DC3401-A3BA-4569-BD00-E7C4E4FBE4F7}" srcOrd="2" destOrd="0" presId="urn:microsoft.com/office/officeart/2005/8/layout/orgChart1"/>
    <dgm:cxn modelId="{5EC06BCB-B13F-40B1-BB9D-34FB23D51BD7}" type="presParOf" srcId="{E675B30F-853C-4765-B4E0-0FAE8EF69CC2}" destId="{B929CDE4-0ECC-4414-A31D-DFA901A3E92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F18ED-FA4E-4AE8-864F-56FA207A466E}">
      <dsp:nvSpPr>
        <dsp:cNvPr id="0" name=""/>
        <dsp:cNvSpPr/>
      </dsp:nvSpPr>
      <dsp:spPr>
        <a:xfrm>
          <a:off x="5258912" y="1145160"/>
          <a:ext cx="92735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92735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95CAB2-9ABF-43ED-9C69-EFD8E2BF7CE8}">
      <dsp:nvSpPr>
        <dsp:cNvPr id="0" name=""/>
        <dsp:cNvSpPr/>
      </dsp:nvSpPr>
      <dsp:spPr>
        <a:xfrm>
          <a:off x="5166176" y="1145160"/>
          <a:ext cx="92735" cy="406270"/>
        </a:xfrm>
        <a:custGeom>
          <a:avLst/>
          <a:gdLst/>
          <a:ahLst/>
          <a:cxnLst/>
          <a:rect l="0" t="0" r="0" b="0"/>
          <a:pathLst>
            <a:path>
              <a:moveTo>
                <a:pt x="92735" y="0"/>
              </a:moveTo>
              <a:lnTo>
                <a:pt x="92735" y="406270"/>
              </a:lnTo>
              <a:lnTo>
                <a:pt x="0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6999C1-463C-45AA-98DC-F29DE25E0007}">
      <dsp:nvSpPr>
        <dsp:cNvPr id="0" name=""/>
        <dsp:cNvSpPr/>
      </dsp:nvSpPr>
      <dsp:spPr>
        <a:xfrm>
          <a:off x="9714640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B636C-263E-424B-9B49-E87B3D3D1F10}">
      <dsp:nvSpPr>
        <dsp:cNvPr id="0" name=""/>
        <dsp:cNvSpPr/>
      </dsp:nvSpPr>
      <dsp:spPr>
        <a:xfrm>
          <a:off x="5258912" y="1145160"/>
          <a:ext cx="4809006" cy="812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9805"/>
              </a:lnTo>
              <a:lnTo>
                <a:pt x="4809006" y="719805"/>
              </a:lnTo>
              <a:lnTo>
                <a:pt x="4809006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9F96EA-A8E9-4207-9FDA-ACF101CC2B25}">
      <dsp:nvSpPr>
        <dsp:cNvPr id="0" name=""/>
        <dsp:cNvSpPr/>
      </dsp:nvSpPr>
      <dsp:spPr>
        <a:xfrm>
          <a:off x="8645972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87F48F-80DF-46DC-9C80-490CFA7A048F}">
      <dsp:nvSpPr>
        <dsp:cNvPr id="0" name=""/>
        <dsp:cNvSpPr/>
      </dsp:nvSpPr>
      <dsp:spPr>
        <a:xfrm>
          <a:off x="5258912" y="1145160"/>
          <a:ext cx="3740338" cy="812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9805"/>
              </a:lnTo>
              <a:lnTo>
                <a:pt x="3740338" y="719805"/>
              </a:lnTo>
              <a:lnTo>
                <a:pt x="3740338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94049F-FEFD-4312-991C-E76C808DB538}">
      <dsp:nvSpPr>
        <dsp:cNvPr id="0" name=""/>
        <dsp:cNvSpPr/>
      </dsp:nvSpPr>
      <dsp:spPr>
        <a:xfrm>
          <a:off x="7577303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99BC97-4014-41AA-B544-3C7BF70B0425}">
      <dsp:nvSpPr>
        <dsp:cNvPr id="0" name=""/>
        <dsp:cNvSpPr/>
      </dsp:nvSpPr>
      <dsp:spPr>
        <a:xfrm>
          <a:off x="5258912" y="1145160"/>
          <a:ext cx="2671670" cy="812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9805"/>
              </a:lnTo>
              <a:lnTo>
                <a:pt x="2671670" y="719805"/>
              </a:lnTo>
              <a:lnTo>
                <a:pt x="2671670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133011-5449-49F9-BE0D-FA3793602BD7}">
      <dsp:nvSpPr>
        <dsp:cNvPr id="0" name=""/>
        <dsp:cNvSpPr/>
      </dsp:nvSpPr>
      <dsp:spPr>
        <a:xfrm>
          <a:off x="6508635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6204D8-7DE3-4EC0-A55A-290BC1EFADEE}">
      <dsp:nvSpPr>
        <dsp:cNvPr id="0" name=""/>
        <dsp:cNvSpPr/>
      </dsp:nvSpPr>
      <dsp:spPr>
        <a:xfrm>
          <a:off x="5258912" y="1145160"/>
          <a:ext cx="1603002" cy="812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9805"/>
              </a:lnTo>
              <a:lnTo>
                <a:pt x="1603002" y="719805"/>
              </a:lnTo>
              <a:lnTo>
                <a:pt x="1603002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786C5A-1563-4509-8A26-20AFE3ADD73E}">
      <dsp:nvSpPr>
        <dsp:cNvPr id="0" name=""/>
        <dsp:cNvSpPr/>
      </dsp:nvSpPr>
      <dsp:spPr>
        <a:xfrm>
          <a:off x="5439967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E124EA-B158-4FB9-A6FD-E262D5AF9088}">
      <dsp:nvSpPr>
        <dsp:cNvPr id="0" name=""/>
        <dsp:cNvSpPr/>
      </dsp:nvSpPr>
      <dsp:spPr>
        <a:xfrm>
          <a:off x="5258912" y="1145160"/>
          <a:ext cx="534334" cy="812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9805"/>
              </a:lnTo>
              <a:lnTo>
                <a:pt x="534334" y="719805"/>
              </a:lnTo>
              <a:lnTo>
                <a:pt x="534334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9C90E9-13C3-4F77-8A83-8B7511DED0E8}">
      <dsp:nvSpPr>
        <dsp:cNvPr id="0" name=""/>
        <dsp:cNvSpPr/>
      </dsp:nvSpPr>
      <dsp:spPr>
        <a:xfrm>
          <a:off x="4371299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8AF09D-D2EA-4D7C-8AD8-BD0A235303B9}">
      <dsp:nvSpPr>
        <dsp:cNvPr id="0" name=""/>
        <dsp:cNvSpPr/>
      </dsp:nvSpPr>
      <dsp:spPr>
        <a:xfrm>
          <a:off x="4724578" y="1145160"/>
          <a:ext cx="534334" cy="812541"/>
        </a:xfrm>
        <a:custGeom>
          <a:avLst/>
          <a:gdLst/>
          <a:ahLst/>
          <a:cxnLst/>
          <a:rect l="0" t="0" r="0" b="0"/>
          <a:pathLst>
            <a:path>
              <a:moveTo>
                <a:pt x="534334" y="0"/>
              </a:moveTo>
              <a:lnTo>
                <a:pt x="534334" y="719805"/>
              </a:lnTo>
              <a:lnTo>
                <a:pt x="0" y="719805"/>
              </a:lnTo>
              <a:lnTo>
                <a:pt x="0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C3DC02-39A7-47EE-B1EA-BA2777F8C012}">
      <dsp:nvSpPr>
        <dsp:cNvPr id="0" name=""/>
        <dsp:cNvSpPr/>
      </dsp:nvSpPr>
      <dsp:spPr>
        <a:xfrm>
          <a:off x="3302631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A4F0EF-947B-4569-BCF3-DFE78468EBF7}">
      <dsp:nvSpPr>
        <dsp:cNvPr id="0" name=""/>
        <dsp:cNvSpPr/>
      </dsp:nvSpPr>
      <dsp:spPr>
        <a:xfrm>
          <a:off x="3655910" y="1145160"/>
          <a:ext cx="1603002" cy="812541"/>
        </a:xfrm>
        <a:custGeom>
          <a:avLst/>
          <a:gdLst/>
          <a:ahLst/>
          <a:cxnLst/>
          <a:rect l="0" t="0" r="0" b="0"/>
          <a:pathLst>
            <a:path>
              <a:moveTo>
                <a:pt x="1603002" y="0"/>
              </a:moveTo>
              <a:lnTo>
                <a:pt x="1603002" y="719805"/>
              </a:lnTo>
              <a:lnTo>
                <a:pt x="0" y="719805"/>
              </a:lnTo>
              <a:lnTo>
                <a:pt x="0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D5BA23-CB58-424E-8A94-559624663CB7}">
      <dsp:nvSpPr>
        <dsp:cNvPr id="0" name=""/>
        <dsp:cNvSpPr/>
      </dsp:nvSpPr>
      <dsp:spPr>
        <a:xfrm>
          <a:off x="2233963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65AB2D-AE10-4380-865A-4F9DC44A4BDF}">
      <dsp:nvSpPr>
        <dsp:cNvPr id="0" name=""/>
        <dsp:cNvSpPr/>
      </dsp:nvSpPr>
      <dsp:spPr>
        <a:xfrm>
          <a:off x="2587242" y="1145160"/>
          <a:ext cx="2671670" cy="812541"/>
        </a:xfrm>
        <a:custGeom>
          <a:avLst/>
          <a:gdLst/>
          <a:ahLst/>
          <a:cxnLst/>
          <a:rect l="0" t="0" r="0" b="0"/>
          <a:pathLst>
            <a:path>
              <a:moveTo>
                <a:pt x="2671670" y="0"/>
              </a:moveTo>
              <a:lnTo>
                <a:pt x="2671670" y="719805"/>
              </a:lnTo>
              <a:lnTo>
                <a:pt x="0" y="719805"/>
              </a:lnTo>
              <a:lnTo>
                <a:pt x="0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C238B7-5B02-4C65-93DE-3AC490AFF90D}">
      <dsp:nvSpPr>
        <dsp:cNvPr id="0" name=""/>
        <dsp:cNvSpPr/>
      </dsp:nvSpPr>
      <dsp:spPr>
        <a:xfrm>
          <a:off x="1165295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9E12D8-5438-4790-AB7F-262A8C48BE8D}">
      <dsp:nvSpPr>
        <dsp:cNvPr id="0" name=""/>
        <dsp:cNvSpPr/>
      </dsp:nvSpPr>
      <dsp:spPr>
        <a:xfrm>
          <a:off x="1518574" y="1145160"/>
          <a:ext cx="3740338" cy="812541"/>
        </a:xfrm>
        <a:custGeom>
          <a:avLst/>
          <a:gdLst/>
          <a:ahLst/>
          <a:cxnLst/>
          <a:rect l="0" t="0" r="0" b="0"/>
          <a:pathLst>
            <a:path>
              <a:moveTo>
                <a:pt x="3740338" y="0"/>
              </a:moveTo>
              <a:lnTo>
                <a:pt x="3740338" y="719805"/>
              </a:lnTo>
              <a:lnTo>
                <a:pt x="0" y="719805"/>
              </a:lnTo>
              <a:lnTo>
                <a:pt x="0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E84ADA-19F8-4DEC-A34E-69B6B7EC670F}">
      <dsp:nvSpPr>
        <dsp:cNvPr id="0" name=""/>
        <dsp:cNvSpPr/>
      </dsp:nvSpPr>
      <dsp:spPr>
        <a:xfrm>
          <a:off x="96627" y="2399299"/>
          <a:ext cx="132479" cy="40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270"/>
              </a:lnTo>
              <a:lnTo>
                <a:pt x="132479" y="406270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FE0335-9413-4072-967E-EB9562968A28}">
      <dsp:nvSpPr>
        <dsp:cNvPr id="0" name=""/>
        <dsp:cNvSpPr/>
      </dsp:nvSpPr>
      <dsp:spPr>
        <a:xfrm>
          <a:off x="449906" y="1145160"/>
          <a:ext cx="4809006" cy="812541"/>
        </a:xfrm>
        <a:custGeom>
          <a:avLst/>
          <a:gdLst/>
          <a:ahLst/>
          <a:cxnLst/>
          <a:rect l="0" t="0" r="0" b="0"/>
          <a:pathLst>
            <a:path>
              <a:moveTo>
                <a:pt x="4809006" y="0"/>
              </a:moveTo>
              <a:lnTo>
                <a:pt x="4809006" y="719805"/>
              </a:lnTo>
              <a:lnTo>
                <a:pt x="0" y="719805"/>
              </a:lnTo>
              <a:lnTo>
                <a:pt x="0" y="8125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0BC436-6C5B-4183-9560-CB3F7BAA7326}">
      <dsp:nvSpPr>
        <dsp:cNvPr id="0" name=""/>
        <dsp:cNvSpPr/>
      </dsp:nvSpPr>
      <dsp:spPr>
        <a:xfrm>
          <a:off x="5213192" y="518090"/>
          <a:ext cx="91440" cy="1854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547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4AA4C4-CF8C-4FD1-9FF2-A68C58DCD6EB}">
      <dsp:nvSpPr>
        <dsp:cNvPr id="0" name=""/>
        <dsp:cNvSpPr/>
      </dsp:nvSpPr>
      <dsp:spPr>
        <a:xfrm>
          <a:off x="4817314" y="76492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Sponsor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Lucy Pevensie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17314" y="76492"/>
        <a:ext cx="883196" cy="441598"/>
      </dsp:txXfrm>
    </dsp:sp>
    <dsp:sp modelId="{03E9C332-F6B7-43FA-B206-DF61535B988E}">
      <dsp:nvSpPr>
        <dsp:cNvPr id="0" name=""/>
        <dsp:cNvSpPr/>
      </dsp:nvSpPr>
      <dsp:spPr>
        <a:xfrm>
          <a:off x="4817314" y="703562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Manager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Charles Wallace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17314" y="703562"/>
        <a:ext cx="883196" cy="441598"/>
      </dsp:txXfrm>
    </dsp:sp>
    <dsp:sp modelId="{A6BBB8C4-A233-446C-8BE0-545A2AF60653}">
      <dsp:nvSpPr>
        <dsp:cNvPr id="0" name=""/>
        <dsp:cNvSpPr/>
      </dsp:nvSpPr>
      <dsp:spPr>
        <a:xfrm>
          <a:off x="8307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Kong Qiu</a:t>
          </a:r>
        </a:p>
      </dsp:txBody>
      <dsp:txXfrm>
        <a:off x="8307" y="1957701"/>
        <a:ext cx="883196" cy="441598"/>
      </dsp:txXfrm>
    </dsp:sp>
    <dsp:sp modelId="{49F8880F-A0D3-466B-A5F5-C6C1CCCF8140}">
      <dsp:nvSpPr>
        <dsp:cNvPr id="0" name=""/>
        <dsp:cNvSpPr/>
      </dsp:nvSpPr>
      <dsp:spPr>
        <a:xfrm>
          <a:off x="229106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Business Process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229106" y="2584771"/>
        <a:ext cx="883196" cy="441598"/>
      </dsp:txXfrm>
    </dsp:sp>
    <dsp:sp modelId="{6CEC2AF4-03BB-47D2-A689-45E7E5F17FD8}">
      <dsp:nvSpPr>
        <dsp:cNvPr id="0" name=""/>
        <dsp:cNvSpPr/>
      </dsp:nvSpPr>
      <dsp:spPr>
        <a:xfrm>
          <a:off x="1076975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Mary Sperling</a:t>
          </a:r>
        </a:p>
      </dsp:txBody>
      <dsp:txXfrm>
        <a:off x="1076975" y="1957701"/>
        <a:ext cx="883196" cy="441598"/>
      </dsp:txXfrm>
    </dsp:sp>
    <dsp:sp modelId="{3252D8B6-A251-45DA-A52D-F66C1998B950}">
      <dsp:nvSpPr>
        <dsp:cNvPr id="0" name=""/>
        <dsp:cNvSpPr/>
      </dsp:nvSpPr>
      <dsp:spPr>
        <a:xfrm>
          <a:off x="1297774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System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297774" y="2584771"/>
        <a:ext cx="883196" cy="441598"/>
      </dsp:txXfrm>
    </dsp:sp>
    <dsp:sp modelId="{E1B054F8-3832-4F4E-8A0C-9A4A6F29AFBA}">
      <dsp:nvSpPr>
        <dsp:cNvPr id="0" name=""/>
        <dsp:cNvSpPr/>
      </dsp:nvSpPr>
      <dsp:spPr>
        <a:xfrm>
          <a:off x="2145643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Byomkesh Bakshi</a:t>
          </a:r>
        </a:p>
      </dsp:txBody>
      <dsp:txXfrm>
        <a:off x="2145643" y="1957701"/>
        <a:ext cx="883196" cy="441598"/>
      </dsp:txXfrm>
    </dsp:sp>
    <dsp:sp modelId="{4FA38E75-D491-424B-9D47-958B35BCC925}">
      <dsp:nvSpPr>
        <dsp:cNvPr id="0" name=""/>
        <dsp:cNvSpPr/>
      </dsp:nvSpPr>
      <dsp:spPr>
        <a:xfrm>
          <a:off x="2366442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Software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2366442" y="2584771"/>
        <a:ext cx="883196" cy="441598"/>
      </dsp:txXfrm>
    </dsp:sp>
    <dsp:sp modelId="{E19ABCDF-73DA-4B06-A8A0-1908FA8FE316}">
      <dsp:nvSpPr>
        <dsp:cNvPr id="0" name=""/>
        <dsp:cNvSpPr/>
      </dsp:nvSpPr>
      <dsp:spPr>
        <a:xfrm>
          <a:off x="3214311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Andre Young</a:t>
          </a:r>
        </a:p>
      </dsp:txBody>
      <dsp:txXfrm>
        <a:off x="3214311" y="1957701"/>
        <a:ext cx="883196" cy="441598"/>
      </dsp:txXfrm>
    </dsp:sp>
    <dsp:sp modelId="{EE1B4C88-AC28-4853-A4A6-94E2FDB773F8}">
      <dsp:nvSpPr>
        <dsp:cNvPr id="0" name=""/>
        <dsp:cNvSpPr/>
      </dsp:nvSpPr>
      <dsp:spPr>
        <a:xfrm>
          <a:off x="3435111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Hardware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3435111" y="2584771"/>
        <a:ext cx="883196" cy="441598"/>
      </dsp:txXfrm>
    </dsp:sp>
    <dsp:sp modelId="{D26E4203-16B1-4410-90B0-2670415C4C82}">
      <dsp:nvSpPr>
        <dsp:cNvPr id="0" name=""/>
        <dsp:cNvSpPr/>
      </dsp:nvSpPr>
      <dsp:spPr>
        <a:xfrm>
          <a:off x="4282979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Cathy Kerr</a:t>
          </a:r>
        </a:p>
      </dsp:txBody>
      <dsp:txXfrm>
        <a:off x="4282979" y="1957701"/>
        <a:ext cx="883196" cy="441598"/>
      </dsp:txXfrm>
    </dsp:sp>
    <dsp:sp modelId="{E62E2631-7241-4840-918D-9DB150E1C666}">
      <dsp:nvSpPr>
        <dsp:cNvPr id="0" name=""/>
        <dsp:cNvSpPr/>
      </dsp:nvSpPr>
      <dsp:spPr>
        <a:xfrm>
          <a:off x="4503779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Security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4503779" y="2584771"/>
        <a:ext cx="883196" cy="441598"/>
      </dsp:txXfrm>
    </dsp:sp>
    <dsp:sp modelId="{61ED6BBC-5001-4902-9D77-8F50F76BE654}">
      <dsp:nvSpPr>
        <dsp:cNvPr id="0" name=""/>
        <dsp:cNvSpPr/>
      </dsp:nvSpPr>
      <dsp:spPr>
        <a:xfrm>
          <a:off x="5351648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Irwin Fletcher</a:t>
          </a:r>
        </a:p>
      </dsp:txBody>
      <dsp:txXfrm>
        <a:off x="5351648" y="1957701"/>
        <a:ext cx="883196" cy="441598"/>
      </dsp:txXfrm>
    </dsp:sp>
    <dsp:sp modelId="{D9B18EF0-3B96-4F09-B818-5D0B392A22B3}">
      <dsp:nvSpPr>
        <dsp:cNvPr id="0" name=""/>
        <dsp:cNvSpPr/>
      </dsp:nvSpPr>
      <dsp:spPr>
        <a:xfrm>
          <a:off x="5572447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Facilities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572447" y="2584771"/>
        <a:ext cx="883196" cy="441598"/>
      </dsp:txXfrm>
    </dsp:sp>
    <dsp:sp modelId="{6ABE2A97-65CC-44B7-A00E-0196956768E5}">
      <dsp:nvSpPr>
        <dsp:cNvPr id="0" name=""/>
        <dsp:cNvSpPr/>
      </dsp:nvSpPr>
      <dsp:spPr>
        <a:xfrm>
          <a:off x="6420316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Quality Assurance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Son Goku</a:t>
          </a:r>
        </a:p>
      </dsp:txBody>
      <dsp:txXfrm>
        <a:off x="6420316" y="1957701"/>
        <a:ext cx="883196" cy="441598"/>
      </dsp:txXfrm>
    </dsp:sp>
    <dsp:sp modelId="{C9D95BD3-7F1F-4876-86D0-5898F31671EB}">
      <dsp:nvSpPr>
        <dsp:cNvPr id="0" name=""/>
        <dsp:cNvSpPr/>
      </dsp:nvSpPr>
      <dsp:spPr>
        <a:xfrm>
          <a:off x="6641115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Quality Assurance</a:t>
          </a:r>
          <a:b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6641115" y="2584771"/>
        <a:ext cx="883196" cy="441598"/>
      </dsp:txXfrm>
    </dsp:sp>
    <dsp:sp modelId="{2797BBC9-13D2-411F-8794-472696ED9318}">
      <dsp:nvSpPr>
        <dsp:cNvPr id="0" name=""/>
        <dsp:cNvSpPr/>
      </dsp:nvSpPr>
      <dsp:spPr>
        <a:xfrm>
          <a:off x="7488984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Heidi Geis</a:t>
          </a:r>
        </a:p>
      </dsp:txBody>
      <dsp:txXfrm>
        <a:off x="7488984" y="1957701"/>
        <a:ext cx="883196" cy="441598"/>
      </dsp:txXfrm>
    </dsp:sp>
    <dsp:sp modelId="{5C2B3B5C-C270-4219-9B5B-992DBC9B4C7A}">
      <dsp:nvSpPr>
        <dsp:cNvPr id="0" name=""/>
        <dsp:cNvSpPr/>
      </dsp:nvSpPr>
      <dsp:spPr>
        <a:xfrm>
          <a:off x="7709783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Implementation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7709783" y="2584771"/>
        <a:ext cx="883196" cy="441598"/>
      </dsp:txXfrm>
    </dsp:sp>
    <dsp:sp modelId="{A408037F-A32A-4C63-91E1-7D26EBFF5574}">
      <dsp:nvSpPr>
        <dsp:cNvPr id="0" name=""/>
        <dsp:cNvSpPr/>
      </dsp:nvSpPr>
      <dsp:spPr>
        <a:xfrm>
          <a:off x="8557652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Jean Cunliffe</a:t>
          </a:r>
        </a:p>
      </dsp:txBody>
      <dsp:txXfrm>
        <a:off x="8557652" y="1957701"/>
        <a:ext cx="883196" cy="441598"/>
      </dsp:txXfrm>
    </dsp:sp>
    <dsp:sp modelId="{1D00F8B1-6FE1-40E1-9EA0-4F03E447210C}">
      <dsp:nvSpPr>
        <dsp:cNvPr id="0" name=""/>
        <dsp:cNvSpPr/>
      </dsp:nvSpPr>
      <dsp:spPr>
        <a:xfrm>
          <a:off x="8778451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Training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8778451" y="2584771"/>
        <a:ext cx="883196" cy="441598"/>
      </dsp:txXfrm>
    </dsp:sp>
    <dsp:sp modelId="{884EDA54-992C-47C2-BCC0-E2EB26AB0D88}">
      <dsp:nvSpPr>
        <dsp:cNvPr id="0" name=""/>
        <dsp:cNvSpPr/>
      </dsp:nvSpPr>
      <dsp:spPr>
        <a:xfrm>
          <a:off x="9626320" y="195770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Lead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Henry Kiku</a:t>
          </a:r>
        </a:p>
      </dsp:txBody>
      <dsp:txXfrm>
        <a:off x="9626320" y="1957701"/>
        <a:ext cx="883196" cy="441598"/>
      </dsp:txXfrm>
    </dsp:sp>
    <dsp:sp modelId="{92EFA02D-8846-40FC-933A-335ED9A84208}">
      <dsp:nvSpPr>
        <dsp:cNvPr id="0" name=""/>
        <dsp:cNvSpPr/>
      </dsp:nvSpPr>
      <dsp:spPr>
        <a:xfrm>
          <a:off x="9847119" y="258477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Support Team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9847119" y="2584771"/>
        <a:ext cx="883196" cy="441598"/>
      </dsp:txXfrm>
    </dsp:sp>
    <dsp:sp modelId="{D13E0C57-A3CF-425E-BBE3-5F79A932E8C3}">
      <dsp:nvSpPr>
        <dsp:cNvPr id="0" name=""/>
        <dsp:cNvSpPr/>
      </dsp:nvSpPr>
      <dsp:spPr>
        <a:xfrm>
          <a:off x="4282979" y="133063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Project Coordinator</a:t>
          </a:r>
          <a:b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CA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Ellie Arroway</a:t>
          </a:r>
          <a:endParaRPr lang="en-US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4282979" y="1330631"/>
        <a:ext cx="883196" cy="441598"/>
      </dsp:txXfrm>
    </dsp:sp>
    <dsp:sp modelId="{A21E759C-5D0A-447A-B052-1885596F4C9B}">
      <dsp:nvSpPr>
        <dsp:cNvPr id="0" name=""/>
        <dsp:cNvSpPr/>
      </dsp:nvSpPr>
      <dsp:spPr>
        <a:xfrm>
          <a:off x="5351648" y="1330631"/>
          <a:ext cx="883196" cy="441598"/>
        </a:xfrm>
        <a:prstGeom prst="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Project Scheduler  </a:t>
          </a: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Jonathan Livingston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351648" y="1330631"/>
        <a:ext cx="883196" cy="4415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448" y="1494925"/>
            <a:ext cx="10352405" cy="3180151"/>
          </a:xfrm>
        </p:spPr>
        <p:txBody>
          <a:bodyPr anchor="b"/>
          <a:lstStyle>
            <a:lvl1pPr algn="ctr"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797715"/>
            <a:ext cx="9134475" cy="2205383"/>
          </a:xfrm>
        </p:spPr>
        <p:txBody>
          <a:bodyPr/>
          <a:lstStyle>
            <a:lvl1pPr marL="0" indent="0" algn="ctr">
              <a:buNone/>
              <a:defRPr sz="3197"/>
            </a:lvl1pPr>
            <a:lvl2pPr marL="608945" indent="0" algn="ctr">
              <a:buNone/>
              <a:defRPr sz="2664"/>
            </a:lvl2pPr>
            <a:lvl3pPr marL="1217889" indent="0" algn="ctr">
              <a:buNone/>
              <a:defRPr sz="2397"/>
            </a:lvl3pPr>
            <a:lvl4pPr marL="1826834" indent="0" algn="ctr">
              <a:buNone/>
              <a:defRPr sz="2131"/>
            </a:lvl4pPr>
            <a:lvl5pPr marL="2435779" indent="0" algn="ctr">
              <a:buNone/>
              <a:defRPr sz="2131"/>
            </a:lvl5pPr>
            <a:lvl6pPr marL="3044723" indent="0" algn="ctr">
              <a:buNone/>
              <a:defRPr sz="2131"/>
            </a:lvl6pPr>
            <a:lvl7pPr marL="3653668" indent="0" algn="ctr">
              <a:buNone/>
              <a:defRPr sz="2131"/>
            </a:lvl7pPr>
            <a:lvl8pPr marL="4262613" indent="0" algn="ctr">
              <a:buNone/>
              <a:defRPr sz="2131"/>
            </a:lvl8pPr>
            <a:lvl9pPr marL="4871557" indent="0" algn="ctr">
              <a:buNone/>
              <a:defRPr sz="21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4813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0976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84" y="2277278"/>
            <a:ext cx="10504646" cy="3799687"/>
          </a:xfrm>
        </p:spPr>
        <p:txBody>
          <a:bodyPr anchor="b"/>
          <a:lstStyle>
            <a:lvl1pPr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984" y="6112912"/>
            <a:ext cx="10504646" cy="1998166"/>
          </a:xfrm>
        </p:spPr>
        <p:txBody>
          <a:bodyPr/>
          <a:lstStyle>
            <a:lvl1pPr marL="0" indent="0">
              <a:buNone/>
              <a:defRPr sz="3197">
                <a:solidFill>
                  <a:schemeClr val="tx1"/>
                </a:solidFill>
              </a:defRPr>
            </a:lvl1pPr>
            <a:lvl2pPr marL="608945" indent="0">
              <a:buNone/>
              <a:defRPr sz="2664">
                <a:solidFill>
                  <a:schemeClr val="tx1">
                    <a:tint val="75000"/>
                  </a:schemeClr>
                </a:solidFill>
              </a:defRPr>
            </a:lvl2pPr>
            <a:lvl3pPr marL="1217889" indent="0">
              <a:buNone/>
              <a:defRPr sz="2397">
                <a:solidFill>
                  <a:schemeClr val="tx1">
                    <a:tint val="75000"/>
                  </a:schemeClr>
                </a:solidFill>
              </a:defRPr>
            </a:lvl3pPr>
            <a:lvl4pPr marL="1826834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4pPr>
            <a:lvl5pPr marL="2435779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5pPr>
            <a:lvl6pPr marL="3044723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6pPr>
            <a:lvl7pPr marL="3653668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7pPr>
            <a:lvl8pPr marL="4262613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8pPr>
            <a:lvl9pPr marL="4871557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92272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327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5770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4193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486328"/>
            <a:ext cx="10504646" cy="1765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915" y="2239216"/>
            <a:ext cx="5152414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915" y="3336620"/>
            <a:ext cx="5152414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5771" y="2239216"/>
            <a:ext cx="5177789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5771" y="3336620"/>
            <a:ext cx="5177789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7081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15921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9424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7789" y="1315197"/>
            <a:ext cx="6165771" cy="6491398"/>
          </a:xfrm>
        </p:spPr>
        <p:txBody>
          <a:bodyPr/>
          <a:lstStyle>
            <a:lvl1pPr>
              <a:defRPr sz="4262"/>
            </a:lvl1pPr>
            <a:lvl2pPr>
              <a:defRPr sz="3729"/>
            </a:lvl2pPr>
            <a:lvl3pPr>
              <a:defRPr sz="3197"/>
            </a:lvl3pPr>
            <a:lvl4pPr>
              <a:defRPr sz="2664"/>
            </a:lvl4pPr>
            <a:lvl5pPr>
              <a:defRPr sz="2664"/>
            </a:lvl5pPr>
            <a:lvl6pPr>
              <a:defRPr sz="2664"/>
            </a:lvl6pPr>
            <a:lvl7pPr>
              <a:defRPr sz="2664"/>
            </a:lvl7pPr>
            <a:lvl8pPr>
              <a:defRPr sz="2664"/>
            </a:lvl8pPr>
            <a:lvl9pPr>
              <a:defRPr sz="26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450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77789" y="1315197"/>
            <a:ext cx="6165771" cy="6491398"/>
          </a:xfrm>
        </p:spPr>
        <p:txBody>
          <a:bodyPr anchor="t"/>
          <a:lstStyle>
            <a:lvl1pPr marL="0" indent="0">
              <a:buNone/>
              <a:defRPr sz="4262"/>
            </a:lvl1pPr>
            <a:lvl2pPr marL="608945" indent="0">
              <a:buNone/>
              <a:defRPr sz="3729"/>
            </a:lvl2pPr>
            <a:lvl3pPr marL="1217889" indent="0">
              <a:buNone/>
              <a:defRPr sz="3197"/>
            </a:lvl3pPr>
            <a:lvl4pPr marL="1826834" indent="0">
              <a:buNone/>
              <a:defRPr sz="2664"/>
            </a:lvl4pPr>
            <a:lvl5pPr marL="2435779" indent="0">
              <a:buNone/>
              <a:defRPr sz="2664"/>
            </a:lvl5pPr>
            <a:lvl6pPr marL="3044723" indent="0">
              <a:buNone/>
              <a:defRPr sz="2664"/>
            </a:lvl6pPr>
            <a:lvl7pPr marL="3653668" indent="0">
              <a:buNone/>
              <a:defRPr sz="2664"/>
            </a:lvl7pPr>
            <a:lvl8pPr marL="4262613" indent="0">
              <a:buNone/>
              <a:defRPr sz="2664"/>
            </a:lvl8pPr>
            <a:lvl9pPr marL="4871557" indent="0">
              <a:buNone/>
              <a:defRPr sz="2664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88201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7926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5812" y="486326"/>
            <a:ext cx="2626162" cy="77410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328" y="486326"/>
            <a:ext cx="7726243" cy="77410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7070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327" y="486328"/>
            <a:ext cx="10504646" cy="1765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327" y="2431631"/>
            <a:ext cx="10504646" cy="5795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327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0DB60-7682-4A78-AE6E-6C0B030F8D60}" type="datetimeFigureOut">
              <a:rPr lang="en-CA" smtClean="0"/>
              <a:t>2025-03-04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4393" y="8466307"/>
            <a:ext cx="4110514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1630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0A9B6-5510-4A0E-8A68-18C73822A75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104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7889" rtl="0" eaLnBrk="1" latinLnBrk="0" hangingPunct="1">
        <a:lnSpc>
          <a:spcPct val="90000"/>
        </a:lnSpc>
        <a:spcBef>
          <a:spcPct val="0"/>
        </a:spcBef>
        <a:buNone/>
        <a:defRPr sz="5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472" indent="-304472" algn="l" defTabSz="1217889" rtl="0" eaLnBrk="1" latinLnBrk="0" hangingPunct="1">
        <a:lnSpc>
          <a:spcPct val="90000"/>
        </a:lnSpc>
        <a:spcBef>
          <a:spcPts val="1332"/>
        </a:spcBef>
        <a:buFont typeface="Arial" panose="020B0604020202020204" pitchFamily="34" charset="0"/>
        <a:buChar char="•"/>
        <a:defRPr sz="3729" kern="1200">
          <a:solidFill>
            <a:schemeClr val="tx1"/>
          </a:solidFill>
          <a:latin typeface="+mn-lt"/>
          <a:ea typeface="+mn-ea"/>
          <a:cs typeface="+mn-cs"/>
        </a:defRPr>
      </a:lvl1pPr>
      <a:lvl2pPr marL="913417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362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3pPr>
      <a:lvl4pPr marL="213130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251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19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95814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567085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517603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945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88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834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77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72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668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261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1557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EBCD39D-BDF0-4DFF-906D-A3C3CE83F1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292320"/>
              </p:ext>
            </p:extLst>
          </p:nvPr>
        </p:nvGraphicFramePr>
        <p:xfrm>
          <a:off x="812223" y="2870521"/>
          <a:ext cx="10738624" cy="3102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8FA0CB5-7E51-4554-A197-5297C6E8281A}"/>
              </a:ext>
            </a:extLst>
          </p:cNvPr>
          <p:cNvSpPr/>
          <p:nvPr/>
        </p:nvSpPr>
        <p:spPr>
          <a:xfrm>
            <a:off x="5098257" y="2248972"/>
            <a:ext cx="1982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Magical Devices Version 3</a:t>
            </a:r>
          </a:p>
          <a:p>
            <a:pPr lvl="0" algn="ctr"/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Project Organization</a:t>
            </a:r>
            <a:endParaRPr lang="en-CA" sz="1200" u="sng" dirty="0"/>
          </a:p>
        </p:txBody>
      </p:sp>
    </p:spTree>
    <p:extLst>
      <p:ext uri="{BB962C8B-B14F-4D97-AF65-F5344CB8AC3E}">
        <p14:creationId xmlns:p14="http://schemas.microsoft.com/office/powerpoint/2010/main" val="2498020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8" ma:contentTypeDescription="Opprett et nytt dokument." ma:contentTypeScope="" ma:versionID="3754159ff34ddc46912f79acf55780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ce4b15addf7a06b7b5dc3085e9adc893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3168C4-F506-4ED6-ABDE-A5719F3B8AC3}"/>
</file>

<file path=customXml/itemProps2.xml><?xml version="1.0" encoding="utf-8"?>
<ds:datastoreItem xmlns:ds="http://schemas.openxmlformats.org/officeDocument/2006/customXml" ds:itemID="{A2B98FDD-9173-4E81-B3FE-0C85AE52A6AB}">
  <ds:schemaRefs>
    <ds:schemaRef ds:uri="http://schemas.microsoft.com/office/2006/metadata/properties"/>
    <ds:schemaRef ds:uri="http://schemas.microsoft.com/office/infopath/2007/PartnerControls"/>
    <ds:schemaRef ds:uri="400c38e1-b6e2-4061-96f5-3a83e4f3492a"/>
    <ds:schemaRef ds:uri="15700c87-5547-428e-a808-210cffccada0"/>
  </ds:schemaRefs>
</ds:datastoreItem>
</file>

<file path=customXml/itemProps3.xml><?xml version="1.0" encoding="utf-8"?>
<ds:datastoreItem xmlns:ds="http://schemas.openxmlformats.org/officeDocument/2006/customXml" ds:itemID="{C7835750-2E93-4731-8C79-D14016CE21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6079</TotalTime>
  <Words>98</Words>
  <Application>Microsoft Office PowerPoint</Application>
  <PresentationFormat>Protokollpapir (11 x 17 tommer)</PresentationFormat>
  <Paragraphs>27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PowerPoint-presentasjon</vt:lpstr>
    </vt:vector>
  </TitlesOfParts>
  <Company>DeeplyPracticalPM.com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Magical Devices Version 3</dc:title>
  <dc:creator>William Stewart</dc:creator>
  <cp:lastModifiedBy>Bård Inge Austigard Pettersen</cp:lastModifiedBy>
  <cp:revision>40</cp:revision>
  <cp:lastPrinted>2020-02-23T13:17:39Z</cp:lastPrinted>
  <dcterms:created xsi:type="dcterms:W3CDTF">2019-10-14T21:49:06Z</dcterms:created>
  <dcterms:modified xsi:type="dcterms:W3CDTF">2025-03-04T02:37:53Z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</Properties>
</file>