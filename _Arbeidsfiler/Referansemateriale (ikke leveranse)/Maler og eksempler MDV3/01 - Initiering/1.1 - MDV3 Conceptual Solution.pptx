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8F8F8"/>
    <a:srgbClr val="DDDDDD"/>
    <a:srgbClr val="B2B2B2"/>
    <a:srgbClr val="EAEAEA"/>
    <a:srgbClr val="FFFFF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97" d="100"/>
          <a:sy n="197" d="100"/>
        </p:scale>
        <p:origin x="2165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10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392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9862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38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33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0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400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370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35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51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53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A9D577B-C5F6-41BF-9A88-CEB0B8B694DF}"/>
              </a:ext>
            </a:extLst>
          </p:cNvPr>
          <p:cNvSpPr/>
          <p:nvPr/>
        </p:nvSpPr>
        <p:spPr>
          <a:xfrm>
            <a:off x="2993848" y="532288"/>
            <a:ext cx="3125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Magical Devices Version 3 Facility Diagram</a:t>
            </a:r>
          </a:p>
          <a:p>
            <a:pPr algn="ctr"/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Conceptual Solution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F5FA00-346A-4F71-B2F6-9FA158787297}"/>
              </a:ext>
            </a:extLst>
          </p:cNvPr>
          <p:cNvSpPr/>
          <p:nvPr/>
        </p:nvSpPr>
        <p:spPr>
          <a:xfrm>
            <a:off x="1563157" y="1305956"/>
            <a:ext cx="6017685" cy="3715736"/>
          </a:xfrm>
          <a:prstGeom prst="rect">
            <a:avLst/>
          </a:prstGeom>
          <a:solidFill>
            <a:srgbClr val="DDDDD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2FFFF5-5BDB-47B6-8171-54E8FD46F048}"/>
              </a:ext>
            </a:extLst>
          </p:cNvPr>
          <p:cNvSpPr/>
          <p:nvPr/>
        </p:nvSpPr>
        <p:spPr>
          <a:xfrm rot="16200000">
            <a:off x="7109277" y="1486090"/>
            <a:ext cx="648415" cy="288808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</a:t>
            </a:r>
            <a:endParaRPr lang="en-CA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EF7328-202F-4AF7-B2DF-141BE758962B}"/>
              </a:ext>
            </a:extLst>
          </p:cNvPr>
          <p:cNvSpPr/>
          <p:nvPr/>
        </p:nvSpPr>
        <p:spPr>
          <a:xfrm>
            <a:off x="2232176" y="1997304"/>
            <a:ext cx="5056903" cy="892059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Line 1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1961B3-9773-4768-95C1-FF3FF2A823D7}"/>
              </a:ext>
            </a:extLst>
          </p:cNvPr>
          <p:cNvSpPr/>
          <p:nvPr/>
        </p:nvSpPr>
        <p:spPr>
          <a:xfrm>
            <a:off x="2232176" y="3013731"/>
            <a:ext cx="5056903" cy="892059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Line 2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D4D642-65A5-4872-8873-AFC9A8651C15}"/>
              </a:ext>
            </a:extLst>
          </p:cNvPr>
          <p:cNvSpPr/>
          <p:nvPr/>
        </p:nvSpPr>
        <p:spPr>
          <a:xfrm>
            <a:off x="2232176" y="4030157"/>
            <a:ext cx="5056903" cy="892059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Line 3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D99F55-6294-49D1-A2B7-22B858F62D88}"/>
              </a:ext>
            </a:extLst>
          </p:cNvPr>
          <p:cNvSpPr/>
          <p:nvPr/>
        </p:nvSpPr>
        <p:spPr>
          <a:xfrm>
            <a:off x="1680989" y="1997304"/>
            <a:ext cx="229025" cy="2924911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C14D1C-F4F3-4674-8D92-4E3E7115325C}"/>
              </a:ext>
            </a:extLst>
          </p:cNvPr>
          <p:cNvSpPr/>
          <p:nvPr/>
        </p:nvSpPr>
        <p:spPr>
          <a:xfrm>
            <a:off x="3052561" y="1353045"/>
            <a:ext cx="3148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Magical Devices Version 3 – Production Facility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330B53-480D-47C1-8071-25C29E2AF5D8}"/>
              </a:ext>
            </a:extLst>
          </p:cNvPr>
          <p:cNvSpPr/>
          <p:nvPr/>
        </p:nvSpPr>
        <p:spPr>
          <a:xfrm>
            <a:off x="1564879" y="1308608"/>
            <a:ext cx="1240464" cy="272444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1D2CAF7-F4AB-4473-954E-95E943691D7B}"/>
              </a:ext>
            </a:extLst>
          </p:cNvPr>
          <p:cNvSpPr/>
          <p:nvPr/>
        </p:nvSpPr>
        <p:spPr>
          <a:xfrm>
            <a:off x="1561685" y="1335281"/>
            <a:ext cx="12436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Management Station</a:t>
            </a:r>
            <a:endParaRPr lang="en-CA" sz="900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1059FC10-BC99-4C02-8BF1-54B30F6277C6}"/>
              </a:ext>
            </a:extLst>
          </p:cNvPr>
          <p:cNvSpPr/>
          <p:nvPr/>
        </p:nvSpPr>
        <p:spPr>
          <a:xfrm rot="16200000">
            <a:off x="5987069" y="3337357"/>
            <a:ext cx="2923494" cy="246222"/>
          </a:xfrm>
          <a:prstGeom prst="rightArrow">
            <a:avLst>
              <a:gd name="adj1" fmla="val 51292"/>
              <a:gd name="adj2" fmla="val 49071"/>
            </a:avLst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0CD175-07DC-4B2A-87C6-3133570ACC01}"/>
              </a:ext>
            </a:extLst>
          </p:cNvPr>
          <p:cNvSpPr/>
          <p:nvPr/>
        </p:nvSpPr>
        <p:spPr>
          <a:xfrm>
            <a:off x="4003516" y="1648434"/>
            <a:ext cx="11063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Material Staging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E75E5F2-9C68-4CA3-8712-C8431D66EAC4}"/>
              </a:ext>
            </a:extLst>
          </p:cNvPr>
          <p:cNvSpPr/>
          <p:nvPr/>
        </p:nvSpPr>
        <p:spPr>
          <a:xfrm rot="16200000">
            <a:off x="7127563" y="3338521"/>
            <a:ext cx="6335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Shipping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4DE499-B684-45D6-B787-2026B25BAE4B}"/>
              </a:ext>
            </a:extLst>
          </p:cNvPr>
          <p:cNvSpPr/>
          <p:nvPr/>
        </p:nvSpPr>
        <p:spPr>
          <a:xfrm rot="16200000">
            <a:off x="266667" y="3296545"/>
            <a:ext cx="30828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Control Station 3 – Control Station 2 – Control Station 1</a:t>
            </a:r>
            <a:endParaRPr lang="en-CA" sz="9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5A4797-EFEC-4158-ACA5-8AE8C5DFC436}"/>
              </a:ext>
            </a:extLst>
          </p:cNvPr>
          <p:cNvCxnSpPr>
            <a:endCxn id="48" idx="0"/>
          </p:cNvCxnSpPr>
          <p:nvPr/>
        </p:nvCxnSpPr>
        <p:spPr>
          <a:xfrm>
            <a:off x="1793966" y="1581052"/>
            <a:ext cx="1536" cy="416252"/>
          </a:xfrm>
          <a:prstGeom prst="line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C9269A9-9C92-40E0-8032-A51FBD143F96}"/>
              </a:ext>
            </a:extLst>
          </p:cNvPr>
          <p:cNvCxnSpPr>
            <a:cxnSpLocks/>
          </p:cNvCxnSpPr>
          <p:nvPr/>
        </p:nvCxnSpPr>
        <p:spPr>
          <a:xfrm flipH="1">
            <a:off x="1910014" y="2428376"/>
            <a:ext cx="322162" cy="0"/>
          </a:xfrm>
          <a:prstGeom prst="line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1EE1E67-2E5D-454C-9725-31ED08213129}"/>
              </a:ext>
            </a:extLst>
          </p:cNvPr>
          <p:cNvCxnSpPr>
            <a:cxnSpLocks/>
          </p:cNvCxnSpPr>
          <p:nvPr/>
        </p:nvCxnSpPr>
        <p:spPr>
          <a:xfrm flipH="1">
            <a:off x="1905652" y="3469045"/>
            <a:ext cx="322162" cy="0"/>
          </a:xfrm>
          <a:prstGeom prst="line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D1C0EA6-23E9-41DE-B19A-EFDBD8DFD419}"/>
              </a:ext>
            </a:extLst>
          </p:cNvPr>
          <p:cNvCxnSpPr>
            <a:cxnSpLocks/>
          </p:cNvCxnSpPr>
          <p:nvPr/>
        </p:nvCxnSpPr>
        <p:spPr>
          <a:xfrm flipH="1">
            <a:off x="1910002" y="4396505"/>
            <a:ext cx="322162" cy="0"/>
          </a:xfrm>
          <a:prstGeom prst="line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Arrow: Bent-Up 59">
            <a:extLst>
              <a:ext uri="{FF2B5EF4-FFF2-40B4-BE49-F238E27FC236}">
                <a16:creationId xmlns:a16="http://schemas.microsoft.com/office/drawing/2014/main" id="{F580004C-42AD-4458-A04C-BBBC9D7305C7}"/>
              </a:ext>
            </a:extLst>
          </p:cNvPr>
          <p:cNvSpPr/>
          <p:nvPr/>
        </p:nvSpPr>
        <p:spPr>
          <a:xfrm rot="10800000">
            <a:off x="1972753" y="1688659"/>
            <a:ext cx="5302810" cy="3182074"/>
          </a:xfrm>
          <a:prstGeom prst="bentUpArrow">
            <a:avLst>
              <a:gd name="adj1" fmla="val 4773"/>
              <a:gd name="adj2" fmla="val 3209"/>
              <a:gd name="adj3" fmla="val 8435"/>
            </a:avLst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9ADC979-22ED-4500-9142-2F0A399FA7A4}"/>
              </a:ext>
            </a:extLst>
          </p:cNvPr>
          <p:cNvSpPr/>
          <p:nvPr/>
        </p:nvSpPr>
        <p:spPr>
          <a:xfrm>
            <a:off x="6302052" y="1306786"/>
            <a:ext cx="947383" cy="272444"/>
          </a:xfrm>
          <a:prstGeom prst="rect">
            <a:avLst/>
          </a:prstGeom>
          <a:solidFill>
            <a:srgbClr val="F8F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4B12CD8-F84D-4F3F-9400-889B7B8A7B4A}"/>
              </a:ext>
            </a:extLst>
          </p:cNvPr>
          <p:cNvSpPr/>
          <p:nvPr/>
        </p:nvSpPr>
        <p:spPr>
          <a:xfrm>
            <a:off x="6305006" y="1333459"/>
            <a:ext cx="9444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Power &amp; Tools</a:t>
            </a:r>
            <a:endParaRPr lang="en-CA" sz="9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2C01645-1791-4091-B2A5-D8453102AB5C}"/>
              </a:ext>
            </a:extLst>
          </p:cNvPr>
          <p:cNvGrpSpPr/>
          <p:nvPr/>
        </p:nvGrpSpPr>
        <p:grpSpPr>
          <a:xfrm>
            <a:off x="2355135" y="2478251"/>
            <a:ext cx="4814048" cy="276999"/>
            <a:chOff x="2351960" y="2465551"/>
            <a:chExt cx="4814048" cy="27699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7D7F1EA-7212-47D3-9E20-85BB36A9D410}"/>
                </a:ext>
              </a:extLst>
            </p:cNvPr>
            <p:cNvSpPr/>
            <p:nvPr/>
          </p:nvSpPr>
          <p:spPr>
            <a:xfrm>
              <a:off x="3361716" y="25021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 Build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4AA91BC-B610-4591-BE6B-C4ACECFBF837}"/>
                </a:ext>
              </a:extLst>
            </p:cNvPr>
            <p:cNvSpPr/>
            <p:nvPr/>
          </p:nvSpPr>
          <p:spPr>
            <a:xfrm>
              <a:off x="2351960" y="25021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3CAF3AB-0826-412A-A458-1158A529C29B}"/>
                </a:ext>
              </a:extLst>
            </p:cNvPr>
            <p:cNvSpPr/>
            <p:nvPr/>
          </p:nvSpPr>
          <p:spPr>
            <a:xfrm>
              <a:off x="4371472" y="25021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7227AAD-591C-4F64-B67F-8BBDDDC070A0}"/>
                </a:ext>
              </a:extLst>
            </p:cNvPr>
            <p:cNvSpPr/>
            <p:nvPr/>
          </p:nvSpPr>
          <p:spPr>
            <a:xfrm>
              <a:off x="5381228" y="25021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Finishing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220D308-FF33-4274-8EDC-E66F6CC16ADC}"/>
                </a:ext>
              </a:extLst>
            </p:cNvPr>
            <p:cNvSpPr/>
            <p:nvPr/>
          </p:nvSpPr>
          <p:spPr>
            <a:xfrm>
              <a:off x="6390984" y="25021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QA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75A2A5F-3CEF-4239-9958-51E5FF61005B}"/>
                </a:ext>
              </a:extLst>
            </p:cNvPr>
            <p:cNvSpPr/>
            <p:nvPr/>
          </p:nvSpPr>
          <p:spPr>
            <a:xfrm>
              <a:off x="3083088" y="24655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CD6645-3CF9-4479-A81C-190DF10F953A}"/>
                </a:ext>
              </a:extLst>
            </p:cNvPr>
            <p:cNvSpPr/>
            <p:nvPr/>
          </p:nvSpPr>
          <p:spPr>
            <a:xfrm>
              <a:off x="4092844" y="24655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C342B5-BE92-4207-BC7A-16A497FD402A}"/>
                </a:ext>
              </a:extLst>
            </p:cNvPr>
            <p:cNvSpPr/>
            <p:nvPr/>
          </p:nvSpPr>
          <p:spPr>
            <a:xfrm>
              <a:off x="5102600" y="24655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9339C4B-805A-4E9E-8514-FCC475F934DE}"/>
                </a:ext>
              </a:extLst>
            </p:cNvPr>
            <p:cNvSpPr/>
            <p:nvPr/>
          </p:nvSpPr>
          <p:spPr>
            <a:xfrm>
              <a:off x="6112356" y="24655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607886-DB8C-4D6B-A90C-C6D263D48FEB}"/>
              </a:ext>
            </a:extLst>
          </p:cNvPr>
          <p:cNvGrpSpPr/>
          <p:nvPr/>
        </p:nvGrpSpPr>
        <p:grpSpPr>
          <a:xfrm>
            <a:off x="2355135" y="3491076"/>
            <a:ext cx="4814048" cy="276999"/>
            <a:chOff x="2351960" y="2617951"/>
            <a:chExt cx="4814048" cy="276999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034E03D-3B5E-4CFB-A87E-482E240A9EC3}"/>
                </a:ext>
              </a:extLst>
            </p:cNvPr>
            <p:cNvSpPr/>
            <p:nvPr/>
          </p:nvSpPr>
          <p:spPr>
            <a:xfrm>
              <a:off x="3361716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 Build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B9BE0DB-CDCF-4367-ABC9-70BCD10AEFC7}"/>
                </a:ext>
              </a:extLst>
            </p:cNvPr>
            <p:cNvSpPr/>
            <p:nvPr/>
          </p:nvSpPr>
          <p:spPr>
            <a:xfrm>
              <a:off x="2351960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27CDF54-7D99-4769-ACA9-BEBA069C9C4E}"/>
                </a:ext>
              </a:extLst>
            </p:cNvPr>
            <p:cNvSpPr/>
            <p:nvPr/>
          </p:nvSpPr>
          <p:spPr>
            <a:xfrm>
              <a:off x="4371472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0F081D1-2B16-4003-B2A3-D3DFC2960DEE}"/>
                </a:ext>
              </a:extLst>
            </p:cNvPr>
            <p:cNvSpPr/>
            <p:nvPr/>
          </p:nvSpPr>
          <p:spPr>
            <a:xfrm>
              <a:off x="5381228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Finishing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7A67B58-DB27-41F9-B5AD-875135FB4A4F}"/>
                </a:ext>
              </a:extLst>
            </p:cNvPr>
            <p:cNvSpPr/>
            <p:nvPr/>
          </p:nvSpPr>
          <p:spPr>
            <a:xfrm>
              <a:off x="6390984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QA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5675026-B27C-4CC6-B3D2-07C260EBC4F5}"/>
                </a:ext>
              </a:extLst>
            </p:cNvPr>
            <p:cNvSpPr/>
            <p:nvPr/>
          </p:nvSpPr>
          <p:spPr>
            <a:xfrm>
              <a:off x="3083088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DCC3C97-E499-4B8E-849A-9A3DFCD7367C}"/>
                </a:ext>
              </a:extLst>
            </p:cNvPr>
            <p:cNvSpPr/>
            <p:nvPr/>
          </p:nvSpPr>
          <p:spPr>
            <a:xfrm>
              <a:off x="4092844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72E79D0-390C-493D-9838-CF02407B5925}"/>
                </a:ext>
              </a:extLst>
            </p:cNvPr>
            <p:cNvSpPr/>
            <p:nvPr/>
          </p:nvSpPr>
          <p:spPr>
            <a:xfrm>
              <a:off x="5102600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F6E94AB-FCCA-4572-8428-FFB1BB010A38}"/>
                </a:ext>
              </a:extLst>
            </p:cNvPr>
            <p:cNvSpPr/>
            <p:nvPr/>
          </p:nvSpPr>
          <p:spPr>
            <a:xfrm>
              <a:off x="6112356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826D163-F17A-471B-AF35-40FEC3B5665D}"/>
              </a:ext>
            </a:extLst>
          </p:cNvPr>
          <p:cNvGrpSpPr/>
          <p:nvPr/>
        </p:nvGrpSpPr>
        <p:grpSpPr>
          <a:xfrm>
            <a:off x="2355135" y="4503901"/>
            <a:ext cx="4814048" cy="276999"/>
            <a:chOff x="2351960" y="2617951"/>
            <a:chExt cx="4814048" cy="27699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95B5408-FF4C-4FA7-83B9-C85651D78B40}"/>
                </a:ext>
              </a:extLst>
            </p:cNvPr>
            <p:cNvSpPr/>
            <p:nvPr/>
          </p:nvSpPr>
          <p:spPr>
            <a:xfrm>
              <a:off x="3361716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 Build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EF48AC2-1319-4BD7-949C-1ABE96453359}"/>
                </a:ext>
              </a:extLst>
            </p:cNvPr>
            <p:cNvSpPr/>
            <p:nvPr/>
          </p:nvSpPr>
          <p:spPr>
            <a:xfrm>
              <a:off x="2351960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492C62A-B85B-44F8-901C-7FAEF9D4EF3F}"/>
                </a:ext>
              </a:extLst>
            </p:cNvPr>
            <p:cNvSpPr/>
            <p:nvPr/>
          </p:nvSpPr>
          <p:spPr>
            <a:xfrm>
              <a:off x="4371472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6832533-CAE5-4DC1-AE78-76D59AF4656F}"/>
                </a:ext>
              </a:extLst>
            </p:cNvPr>
            <p:cNvSpPr/>
            <p:nvPr/>
          </p:nvSpPr>
          <p:spPr>
            <a:xfrm>
              <a:off x="5381228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Finishing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E5973F-F9F0-41D7-ABF7-EFA5A9E19CC7}"/>
                </a:ext>
              </a:extLst>
            </p:cNvPr>
            <p:cNvSpPr/>
            <p:nvPr/>
          </p:nvSpPr>
          <p:spPr>
            <a:xfrm>
              <a:off x="6390984" y="2654584"/>
              <a:ext cx="775024" cy="203733"/>
            </a:xfrm>
            <a:prstGeom prst="rect">
              <a:avLst/>
            </a:prstGeom>
            <a:solidFill>
              <a:srgbClr val="F8F8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QA</a:t>
              </a:r>
              <a:endParaRPr lang="en-CA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7390BEF-47B5-4599-BBDB-28651EE12C8B}"/>
                </a:ext>
              </a:extLst>
            </p:cNvPr>
            <p:cNvSpPr/>
            <p:nvPr/>
          </p:nvSpPr>
          <p:spPr>
            <a:xfrm>
              <a:off x="3083088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32AA8F5-4677-4BD9-BAEF-A0979FB04360}"/>
                </a:ext>
              </a:extLst>
            </p:cNvPr>
            <p:cNvSpPr/>
            <p:nvPr/>
          </p:nvSpPr>
          <p:spPr>
            <a:xfrm>
              <a:off x="4092844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8E4BB03-C900-4966-8590-E6F7E00B17BD}"/>
                </a:ext>
              </a:extLst>
            </p:cNvPr>
            <p:cNvSpPr/>
            <p:nvPr/>
          </p:nvSpPr>
          <p:spPr>
            <a:xfrm>
              <a:off x="5102600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9F0FD8B-9F53-426D-8D8E-AA975ADA7D2D}"/>
                </a:ext>
              </a:extLst>
            </p:cNvPr>
            <p:cNvSpPr/>
            <p:nvPr/>
          </p:nvSpPr>
          <p:spPr>
            <a:xfrm>
              <a:off x="6112356" y="2617951"/>
              <a:ext cx="3225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  <a:sym typeface="Wingdings 3" panose="05040102010807070707" pitchFamily="18" charset="2"/>
                </a:rPr>
                <a:t></a:t>
              </a:r>
              <a:endParaRPr lang="en-CA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92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57B95E-BE1F-41D1-8968-BF30A38A41CD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2.xml><?xml version="1.0" encoding="utf-8"?>
<ds:datastoreItem xmlns:ds="http://schemas.openxmlformats.org/officeDocument/2006/customXml" ds:itemID="{EF090238-95AC-47E6-AA2A-25985A106C98}"/>
</file>

<file path=customXml/itemProps3.xml><?xml version="1.0" encoding="utf-8"?>
<ds:datastoreItem xmlns:ds="http://schemas.openxmlformats.org/officeDocument/2006/customXml" ds:itemID="{8EB91858-676B-4EFF-BDFB-D02BA8D9C9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2665</TotalTime>
  <Words>76</Words>
  <Application>Microsoft Office PowerPoint</Application>
  <PresentationFormat>Letter (8,5 x 11 tommer)</PresentationFormat>
  <Paragraphs>39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PowerPoint-presentasjon</vt:lpstr>
    </vt:vector>
  </TitlesOfParts>
  <Company>DeeplyPracticalPM.com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Devices Version 3</dc:title>
  <dc:creator>William Stewart</dc:creator>
  <cp:lastModifiedBy>Bård Inge Austigard Pettersen</cp:lastModifiedBy>
  <cp:revision>56</cp:revision>
  <dcterms:created xsi:type="dcterms:W3CDTF">2019-10-20T21:22:05Z</dcterms:created>
  <dcterms:modified xsi:type="dcterms:W3CDTF">2025-03-04T02:32:59Z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