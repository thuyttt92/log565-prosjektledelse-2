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301" r:id="rId5"/>
    <p:sldId id="500" r:id="rId6"/>
    <p:sldId id="501" r:id="rId7"/>
    <p:sldId id="502" r:id="rId8"/>
    <p:sldId id="503" r:id="rId9"/>
    <p:sldId id="494" r:id="rId10"/>
    <p:sldId id="496" r:id="rId11"/>
    <p:sldId id="495" r:id="rId12"/>
    <p:sldId id="497" r:id="rId13"/>
    <p:sldId id="504" r:id="rId14"/>
    <p:sldId id="505" r:id="rId15"/>
    <p:sldId id="506" r:id="rId16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B95F18-071A-4264-B0F2-65E8FA97895B}" v="3151" dt="2025-02-11T10:51:21.9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9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1" y="1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ård Inge Austigard Pettersen" userId="bebddd87-b0b6-46bf-b87e-7c2cbec16442" providerId="ADAL" clId="{DDB95F18-071A-4264-B0F2-65E8FA97895B}"/>
    <pc:docChg chg="undo custSel delSld modSld sldOrd delMainMaster modShowInfo">
      <pc:chgData name="Bård Inge Austigard Pettersen" userId="bebddd87-b0b6-46bf-b87e-7c2cbec16442" providerId="ADAL" clId="{DDB95F18-071A-4264-B0F2-65E8FA97895B}" dt="2025-02-11T10:51:21.917" v="4038"/>
      <pc:docMkLst>
        <pc:docMk/>
      </pc:docMkLst>
      <pc:sldChg chg="del">
        <pc:chgData name="Bård Inge Austigard Pettersen" userId="bebddd87-b0b6-46bf-b87e-7c2cbec16442" providerId="ADAL" clId="{DDB95F18-071A-4264-B0F2-65E8FA97895B}" dt="2025-02-11T03:25:39.418" v="0" actId="2696"/>
        <pc:sldMkLst>
          <pc:docMk/>
          <pc:sldMk cId="1589826953" sldId="256"/>
        </pc:sldMkLst>
      </pc:sldChg>
      <pc:sldChg chg="modSp mod modAnim">
        <pc:chgData name="Bård Inge Austigard Pettersen" userId="bebddd87-b0b6-46bf-b87e-7c2cbec16442" providerId="ADAL" clId="{DDB95F18-071A-4264-B0F2-65E8FA97895B}" dt="2025-02-11T09:19:13.540" v="4024"/>
        <pc:sldMkLst>
          <pc:docMk/>
          <pc:sldMk cId="2616925613" sldId="301"/>
        </pc:sldMkLst>
        <pc:spChg chg="mod">
          <ac:chgData name="Bård Inge Austigard Pettersen" userId="bebddd87-b0b6-46bf-b87e-7c2cbec16442" providerId="ADAL" clId="{DDB95F18-071A-4264-B0F2-65E8FA97895B}" dt="2025-02-11T04:18:00.008" v="359" actId="20577"/>
          <ac:spMkLst>
            <pc:docMk/>
            <pc:sldMk cId="2616925613" sldId="301"/>
            <ac:spMk id="2" creationId="{3031327B-1409-462F-8AF8-428EA9AFEE07}"/>
          </ac:spMkLst>
        </pc:spChg>
        <pc:spChg chg="mod">
          <ac:chgData name="Bård Inge Austigard Pettersen" userId="bebddd87-b0b6-46bf-b87e-7c2cbec16442" providerId="ADAL" clId="{DDB95F18-071A-4264-B0F2-65E8FA97895B}" dt="2025-02-11T05:32:13.904" v="3083" actId="20577"/>
          <ac:spMkLst>
            <pc:docMk/>
            <pc:sldMk cId="2616925613" sldId="301"/>
            <ac:spMk id="3" creationId="{5D477589-74CB-45EB-ACE7-85719D586BC5}"/>
          </ac:spMkLst>
        </pc:spChg>
      </pc:sldChg>
      <pc:sldChg chg="addSp modSp mod modAnim">
        <pc:chgData name="Bård Inge Austigard Pettersen" userId="bebddd87-b0b6-46bf-b87e-7c2cbec16442" providerId="ADAL" clId="{DDB95F18-071A-4264-B0F2-65E8FA97895B}" dt="2025-02-11T09:56:44.845" v="4031"/>
        <pc:sldMkLst>
          <pc:docMk/>
          <pc:sldMk cId="1770424791" sldId="494"/>
        </pc:sldMkLst>
        <pc:spChg chg="mod">
          <ac:chgData name="Bård Inge Austigard Pettersen" userId="bebddd87-b0b6-46bf-b87e-7c2cbec16442" providerId="ADAL" clId="{DDB95F18-071A-4264-B0F2-65E8FA97895B}" dt="2025-02-11T05:17:05.765" v="2155" actId="5793"/>
          <ac:spMkLst>
            <pc:docMk/>
            <pc:sldMk cId="1770424791" sldId="494"/>
            <ac:spMk id="2" creationId="{8D4BB0D9-EBDF-91B1-F47E-62271F956BDE}"/>
          </ac:spMkLst>
        </pc:spChg>
        <pc:spChg chg="mod">
          <ac:chgData name="Bård Inge Austigard Pettersen" userId="bebddd87-b0b6-46bf-b87e-7c2cbec16442" providerId="ADAL" clId="{DDB95F18-071A-4264-B0F2-65E8FA97895B}" dt="2025-02-11T09:48:26.186" v="4030" actId="20577"/>
          <ac:spMkLst>
            <pc:docMk/>
            <pc:sldMk cId="1770424791" sldId="494"/>
            <ac:spMk id="7" creationId="{0CA5645B-0DAC-BEF5-254B-FBAEF86BAA3D}"/>
          </ac:spMkLst>
        </pc:spChg>
        <pc:inkChg chg="add">
          <ac:chgData name="Bård Inge Austigard Pettersen" userId="bebddd87-b0b6-46bf-b87e-7c2cbec16442" providerId="ADAL" clId="{DDB95F18-071A-4264-B0F2-65E8FA97895B}" dt="2025-02-11T09:56:44.845" v="4031"/>
          <ac:inkMkLst>
            <pc:docMk/>
            <pc:sldMk cId="1770424791" sldId="494"/>
            <ac:inkMk id="3" creationId="{A05AA1B7-A1B3-DAF0-60AC-825BF201341C}"/>
          </ac:inkMkLst>
        </pc:inkChg>
      </pc:sldChg>
      <pc:sldChg chg="addSp modSp mod addAnim delAnim modAnim">
        <pc:chgData name="Bård Inge Austigard Pettersen" userId="bebddd87-b0b6-46bf-b87e-7c2cbec16442" providerId="ADAL" clId="{DDB95F18-071A-4264-B0F2-65E8FA97895B}" dt="2025-02-11T10:27:16.010" v="4035"/>
        <pc:sldMkLst>
          <pc:docMk/>
          <pc:sldMk cId="112628535" sldId="495"/>
        </pc:sldMkLst>
        <pc:spChg chg="mod">
          <ac:chgData name="Bård Inge Austigard Pettersen" userId="bebddd87-b0b6-46bf-b87e-7c2cbec16442" providerId="ADAL" clId="{DDB95F18-071A-4264-B0F2-65E8FA97895B}" dt="2025-02-11T05:19:10.661" v="2178" actId="20577"/>
          <ac:spMkLst>
            <pc:docMk/>
            <pc:sldMk cId="112628535" sldId="495"/>
            <ac:spMk id="2" creationId="{A95FA74B-0FB5-064B-AEA3-20D92746ED40}"/>
          </ac:spMkLst>
        </pc:spChg>
        <pc:spChg chg="mod">
          <ac:chgData name="Bård Inge Austigard Pettersen" userId="bebddd87-b0b6-46bf-b87e-7c2cbec16442" providerId="ADAL" clId="{DDB95F18-071A-4264-B0F2-65E8FA97895B}" dt="2025-02-11T05:20:58.001" v="2200" actId="20577"/>
          <ac:spMkLst>
            <pc:docMk/>
            <pc:sldMk cId="112628535" sldId="495"/>
            <ac:spMk id="7" creationId="{A0AC2380-5AAF-542A-BA94-AF78CC61275A}"/>
          </ac:spMkLst>
        </pc:spChg>
        <pc:inkChg chg="add">
          <ac:chgData name="Bård Inge Austigard Pettersen" userId="bebddd87-b0b6-46bf-b87e-7c2cbec16442" providerId="ADAL" clId="{DDB95F18-071A-4264-B0F2-65E8FA97895B}" dt="2025-02-11T10:27:16.010" v="4035"/>
          <ac:inkMkLst>
            <pc:docMk/>
            <pc:sldMk cId="112628535" sldId="495"/>
            <ac:inkMk id="3" creationId="{15A089CF-3533-A5A0-252C-A5C30121B261}"/>
          </ac:inkMkLst>
        </pc:inkChg>
      </pc:sldChg>
      <pc:sldChg chg="addSp modSp mod ord modAnim">
        <pc:chgData name="Bård Inge Austigard Pettersen" userId="bebddd87-b0b6-46bf-b87e-7c2cbec16442" providerId="ADAL" clId="{DDB95F18-071A-4264-B0F2-65E8FA97895B}" dt="2025-02-11T09:56:44.845" v="4031"/>
        <pc:sldMkLst>
          <pc:docMk/>
          <pc:sldMk cId="1048974169" sldId="496"/>
        </pc:sldMkLst>
        <pc:spChg chg="mod">
          <ac:chgData name="Bård Inge Austigard Pettersen" userId="bebddd87-b0b6-46bf-b87e-7c2cbec16442" providerId="ADAL" clId="{DDB95F18-071A-4264-B0F2-65E8FA97895B}" dt="2025-02-11T05:19:15.871" v="2181" actId="20577"/>
          <ac:spMkLst>
            <pc:docMk/>
            <pc:sldMk cId="1048974169" sldId="496"/>
            <ac:spMk id="2" creationId="{34E259AA-F5C2-649A-AD24-4472C4C2A2CF}"/>
          </ac:spMkLst>
        </pc:spChg>
        <pc:spChg chg="mod">
          <ac:chgData name="Bård Inge Austigard Pettersen" userId="bebddd87-b0b6-46bf-b87e-7c2cbec16442" providerId="ADAL" clId="{DDB95F18-071A-4264-B0F2-65E8FA97895B}" dt="2025-02-11T05:21:07.343" v="2203" actId="255"/>
          <ac:spMkLst>
            <pc:docMk/>
            <pc:sldMk cId="1048974169" sldId="496"/>
            <ac:spMk id="7" creationId="{531AE0D1-F515-56BA-4FC1-D0B3D32FE6D7}"/>
          </ac:spMkLst>
        </pc:spChg>
        <pc:inkChg chg="add">
          <ac:chgData name="Bård Inge Austigard Pettersen" userId="bebddd87-b0b6-46bf-b87e-7c2cbec16442" providerId="ADAL" clId="{DDB95F18-071A-4264-B0F2-65E8FA97895B}" dt="2025-02-11T09:56:44.845" v="4031"/>
          <ac:inkMkLst>
            <pc:docMk/>
            <pc:sldMk cId="1048974169" sldId="496"/>
            <ac:inkMk id="4" creationId="{A7FFC2A8-37E1-F86D-C534-29FCA14FC38F}"/>
          </ac:inkMkLst>
        </pc:inkChg>
      </pc:sldChg>
      <pc:sldChg chg="modSp mod modAnim">
        <pc:chgData name="Bård Inge Austigard Pettersen" userId="bebddd87-b0b6-46bf-b87e-7c2cbec16442" providerId="ADAL" clId="{DDB95F18-071A-4264-B0F2-65E8FA97895B}" dt="2025-02-11T10:27:25.730" v="4037"/>
        <pc:sldMkLst>
          <pc:docMk/>
          <pc:sldMk cId="136921473" sldId="497"/>
        </pc:sldMkLst>
        <pc:spChg chg="mod">
          <ac:chgData name="Bård Inge Austigard Pettersen" userId="bebddd87-b0b6-46bf-b87e-7c2cbec16442" providerId="ADAL" clId="{DDB95F18-071A-4264-B0F2-65E8FA97895B}" dt="2025-02-11T05:17:30.736" v="2160" actId="6549"/>
          <ac:spMkLst>
            <pc:docMk/>
            <pc:sldMk cId="136921473" sldId="497"/>
            <ac:spMk id="2" creationId="{ECF003F6-7357-46AB-8828-B11DEA59AEB1}"/>
          </ac:spMkLst>
        </pc:spChg>
      </pc:sldChg>
      <pc:sldChg chg="del">
        <pc:chgData name="Bård Inge Austigard Pettersen" userId="bebddd87-b0b6-46bf-b87e-7c2cbec16442" providerId="ADAL" clId="{DDB95F18-071A-4264-B0F2-65E8FA97895B}" dt="2025-02-11T05:17:20.933" v="2157" actId="47"/>
        <pc:sldMkLst>
          <pc:docMk/>
          <pc:sldMk cId="519208691" sldId="498"/>
        </pc:sldMkLst>
      </pc:sldChg>
      <pc:sldChg chg="del">
        <pc:chgData name="Bård Inge Austigard Pettersen" userId="bebddd87-b0b6-46bf-b87e-7c2cbec16442" providerId="ADAL" clId="{DDB95F18-071A-4264-B0F2-65E8FA97895B}" dt="2025-02-11T05:17:20.933" v="2157" actId="47"/>
        <pc:sldMkLst>
          <pc:docMk/>
          <pc:sldMk cId="3044056409" sldId="499"/>
        </pc:sldMkLst>
      </pc:sldChg>
      <pc:sldChg chg="addSp modSp mod modAnim">
        <pc:chgData name="Bård Inge Austigard Pettersen" userId="bebddd87-b0b6-46bf-b87e-7c2cbec16442" providerId="ADAL" clId="{DDB95F18-071A-4264-B0F2-65E8FA97895B}" dt="2025-02-11T09:48:18.043" v="4026"/>
        <pc:sldMkLst>
          <pc:docMk/>
          <pc:sldMk cId="2345654917" sldId="500"/>
        </pc:sldMkLst>
        <pc:spChg chg="mod">
          <ac:chgData name="Bård Inge Austigard Pettersen" userId="bebddd87-b0b6-46bf-b87e-7c2cbec16442" providerId="ADAL" clId="{DDB95F18-071A-4264-B0F2-65E8FA97895B}" dt="2025-02-11T05:01:05.481" v="1320" actId="20577"/>
          <ac:spMkLst>
            <pc:docMk/>
            <pc:sldMk cId="2345654917" sldId="500"/>
            <ac:spMk id="2" creationId="{3FE7DB9E-CDD6-3136-137B-874B0D50DB1B}"/>
          </ac:spMkLst>
        </pc:spChg>
        <pc:spChg chg="mod">
          <ac:chgData name="Bård Inge Austigard Pettersen" userId="bebddd87-b0b6-46bf-b87e-7c2cbec16442" providerId="ADAL" clId="{DDB95F18-071A-4264-B0F2-65E8FA97895B}" dt="2025-02-11T04:19:47.579" v="416" actId="207"/>
          <ac:spMkLst>
            <pc:docMk/>
            <pc:sldMk cId="2345654917" sldId="500"/>
            <ac:spMk id="7" creationId="{4B932CC8-5B41-77E1-F12E-09EE9809B064}"/>
          </ac:spMkLst>
        </pc:spChg>
        <pc:inkChg chg="add">
          <ac:chgData name="Bård Inge Austigard Pettersen" userId="bebddd87-b0b6-46bf-b87e-7c2cbec16442" providerId="ADAL" clId="{DDB95F18-071A-4264-B0F2-65E8FA97895B}" dt="2025-02-11T09:48:18.043" v="4026"/>
          <ac:inkMkLst>
            <pc:docMk/>
            <pc:sldMk cId="2345654917" sldId="500"/>
            <ac:inkMk id="3" creationId="{9F689935-2CC6-F153-57A2-952B8BC98457}"/>
          </ac:inkMkLst>
        </pc:inkChg>
      </pc:sldChg>
      <pc:sldChg chg="addSp modSp mod modAnim">
        <pc:chgData name="Bård Inge Austigard Pettersen" userId="bebddd87-b0b6-46bf-b87e-7c2cbec16442" providerId="ADAL" clId="{DDB95F18-071A-4264-B0F2-65E8FA97895B}" dt="2025-02-11T09:48:18.043" v="4026"/>
        <pc:sldMkLst>
          <pc:docMk/>
          <pc:sldMk cId="1172621280" sldId="501"/>
        </pc:sldMkLst>
        <pc:spChg chg="mod">
          <ac:chgData name="Bård Inge Austigard Pettersen" userId="bebddd87-b0b6-46bf-b87e-7c2cbec16442" providerId="ADAL" clId="{DDB95F18-071A-4264-B0F2-65E8FA97895B}" dt="2025-02-11T04:28:04.459" v="450" actId="20577"/>
          <ac:spMkLst>
            <pc:docMk/>
            <pc:sldMk cId="1172621280" sldId="501"/>
            <ac:spMk id="2" creationId="{3ECFB58B-65C0-39D8-8C25-E409DBE77845}"/>
          </ac:spMkLst>
        </pc:spChg>
        <pc:spChg chg="mod">
          <ac:chgData name="Bård Inge Austigard Pettersen" userId="bebddd87-b0b6-46bf-b87e-7c2cbec16442" providerId="ADAL" clId="{DDB95F18-071A-4264-B0F2-65E8FA97895B}" dt="2025-02-11T04:30:57.577" v="640" actId="255"/>
          <ac:spMkLst>
            <pc:docMk/>
            <pc:sldMk cId="1172621280" sldId="501"/>
            <ac:spMk id="7" creationId="{1D5E1B7D-10AA-87D9-4A1D-C30475AC3A54}"/>
          </ac:spMkLst>
        </pc:spChg>
        <pc:inkChg chg="add">
          <ac:chgData name="Bård Inge Austigard Pettersen" userId="bebddd87-b0b6-46bf-b87e-7c2cbec16442" providerId="ADAL" clId="{DDB95F18-071A-4264-B0F2-65E8FA97895B}" dt="2025-02-11T09:48:18.043" v="4026"/>
          <ac:inkMkLst>
            <pc:docMk/>
            <pc:sldMk cId="1172621280" sldId="501"/>
            <ac:inkMk id="3" creationId="{872459CE-4075-A790-2AA7-BC88D81F1638}"/>
          </ac:inkMkLst>
        </pc:inkChg>
      </pc:sldChg>
      <pc:sldChg chg="addSp modSp mod modAnim">
        <pc:chgData name="Bård Inge Austigard Pettersen" userId="bebddd87-b0b6-46bf-b87e-7c2cbec16442" providerId="ADAL" clId="{DDB95F18-071A-4264-B0F2-65E8FA97895B}" dt="2025-02-11T09:48:18.043" v="4026"/>
        <pc:sldMkLst>
          <pc:docMk/>
          <pc:sldMk cId="1584764272" sldId="502"/>
        </pc:sldMkLst>
        <pc:spChg chg="mod">
          <ac:chgData name="Bård Inge Austigard Pettersen" userId="bebddd87-b0b6-46bf-b87e-7c2cbec16442" providerId="ADAL" clId="{DDB95F18-071A-4264-B0F2-65E8FA97895B}" dt="2025-02-11T04:32:35.995" v="818" actId="20577"/>
          <ac:spMkLst>
            <pc:docMk/>
            <pc:sldMk cId="1584764272" sldId="502"/>
            <ac:spMk id="2" creationId="{040F621A-CD89-AA7C-0053-BDC3779BA4B0}"/>
          </ac:spMkLst>
        </pc:spChg>
        <pc:spChg chg="mod">
          <ac:chgData name="Bård Inge Austigard Pettersen" userId="bebddd87-b0b6-46bf-b87e-7c2cbec16442" providerId="ADAL" clId="{DDB95F18-071A-4264-B0F2-65E8FA97895B}" dt="2025-02-11T04:35:54.022" v="1284" actId="207"/>
          <ac:spMkLst>
            <pc:docMk/>
            <pc:sldMk cId="1584764272" sldId="502"/>
            <ac:spMk id="7" creationId="{56A84412-2E29-69D6-03F4-CDAB640D8D1A}"/>
          </ac:spMkLst>
        </pc:spChg>
        <pc:inkChg chg="add">
          <ac:chgData name="Bård Inge Austigard Pettersen" userId="bebddd87-b0b6-46bf-b87e-7c2cbec16442" providerId="ADAL" clId="{DDB95F18-071A-4264-B0F2-65E8FA97895B}" dt="2025-02-11T09:48:18.043" v="4026"/>
          <ac:inkMkLst>
            <pc:docMk/>
            <pc:sldMk cId="1584764272" sldId="502"/>
            <ac:inkMk id="3" creationId="{4A5C1324-9EFB-B338-79AB-74FFED2416C8}"/>
          </ac:inkMkLst>
        </pc:inkChg>
      </pc:sldChg>
      <pc:sldChg chg="addSp delSp modSp mod ord modAnim">
        <pc:chgData name="Bård Inge Austigard Pettersen" userId="bebddd87-b0b6-46bf-b87e-7c2cbec16442" providerId="ADAL" clId="{DDB95F18-071A-4264-B0F2-65E8FA97895B}" dt="2025-02-11T09:48:18.043" v="4026"/>
        <pc:sldMkLst>
          <pc:docMk/>
          <pc:sldMk cId="2336034754" sldId="503"/>
        </pc:sldMkLst>
        <pc:spChg chg="mod">
          <ac:chgData name="Bård Inge Austigard Pettersen" userId="bebddd87-b0b6-46bf-b87e-7c2cbec16442" providerId="ADAL" clId="{DDB95F18-071A-4264-B0F2-65E8FA97895B}" dt="2025-02-11T05:12:18.218" v="1857" actId="20577"/>
          <ac:spMkLst>
            <pc:docMk/>
            <pc:sldMk cId="2336034754" sldId="503"/>
            <ac:spMk id="2" creationId="{C43D7AB2-902E-DDF2-8FFE-A0959BF09B30}"/>
          </ac:spMkLst>
        </pc:spChg>
        <pc:spChg chg="add del mod">
          <ac:chgData name="Bård Inge Austigard Pettersen" userId="bebddd87-b0b6-46bf-b87e-7c2cbec16442" providerId="ADAL" clId="{DDB95F18-071A-4264-B0F2-65E8FA97895B}" dt="2025-02-11T05:15:51.690" v="2140" actId="478"/>
          <ac:spMkLst>
            <pc:docMk/>
            <pc:sldMk cId="2336034754" sldId="503"/>
            <ac:spMk id="3" creationId="{897BDBA1-4C3C-F6DE-AC42-2D9551006189}"/>
          </ac:spMkLst>
        </pc:spChg>
        <pc:spChg chg="mod">
          <ac:chgData name="Bård Inge Austigard Pettersen" userId="bebddd87-b0b6-46bf-b87e-7c2cbec16442" providerId="ADAL" clId="{DDB95F18-071A-4264-B0F2-65E8FA97895B}" dt="2025-02-11T05:16:22.537" v="2153" actId="14100"/>
          <ac:spMkLst>
            <pc:docMk/>
            <pc:sldMk cId="2336034754" sldId="503"/>
            <ac:spMk id="7" creationId="{BA5A6C36-4B1D-2F46-56AF-B33554A44B1D}"/>
          </ac:spMkLst>
        </pc:spChg>
        <pc:inkChg chg="add">
          <ac:chgData name="Bård Inge Austigard Pettersen" userId="bebddd87-b0b6-46bf-b87e-7c2cbec16442" providerId="ADAL" clId="{DDB95F18-071A-4264-B0F2-65E8FA97895B}" dt="2025-02-11T09:48:18.043" v="4026"/>
          <ac:inkMkLst>
            <pc:docMk/>
            <pc:sldMk cId="2336034754" sldId="503"/>
            <ac:inkMk id="3" creationId="{679F8301-B194-001B-7BF9-2447CCDF6E7D}"/>
          </ac:inkMkLst>
        </pc:inkChg>
      </pc:sldChg>
      <pc:sldChg chg="modSp mod addAnim delAnim modAnim">
        <pc:chgData name="Bård Inge Austigard Pettersen" userId="bebddd87-b0b6-46bf-b87e-7c2cbec16442" providerId="ADAL" clId="{DDB95F18-071A-4264-B0F2-65E8FA97895B}" dt="2025-02-11T05:34:51.660" v="3333" actId="21"/>
        <pc:sldMkLst>
          <pc:docMk/>
          <pc:sldMk cId="3112321380" sldId="504"/>
        </pc:sldMkLst>
        <pc:spChg chg="mod">
          <ac:chgData name="Bård Inge Austigard Pettersen" userId="bebddd87-b0b6-46bf-b87e-7c2cbec16442" providerId="ADAL" clId="{DDB95F18-071A-4264-B0F2-65E8FA97895B}" dt="2025-02-11T05:23:59.907" v="2301" actId="20577"/>
          <ac:spMkLst>
            <pc:docMk/>
            <pc:sldMk cId="3112321380" sldId="504"/>
            <ac:spMk id="2" creationId="{6911DBEB-E29D-F92C-9312-56429FDAA104}"/>
          </ac:spMkLst>
        </pc:spChg>
        <pc:spChg chg="mod">
          <ac:chgData name="Bård Inge Austigard Pettersen" userId="bebddd87-b0b6-46bf-b87e-7c2cbec16442" providerId="ADAL" clId="{DDB95F18-071A-4264-B0F2-65E8FA97895B}" dt="2025-02-11T05:34:51.660" v="3333" actId="21"/>
          <ac:spMkLst>
            <pc:docMk/>
            <pc:sldMk cId="3112321380" sldId="504"/>
            <ac:spMk id="7" creationId="{48CEB60B-47FA-D562-75E4-C6F3B05A684B}"/>
          </ac:spMkLst>
        </pc:spChg>
      </pc:sldChg>
      <pc:sldChg chg="addSp delSp modSp mod delAnim modAnim">
        <pc:chgData name="Bård Inge Austigard Pettersen" userId="bebddd87-b0b6-46bf-b87e-7c2cbec16442" providerId="ADAL" clId="{DDB95F18-071A-4264-B0F2-65E8FA97895B}" dt="2025-02-11T10:51:21.917" v="4038"/>
        <pc:sldMkLst>
          <pc:docMk/>
          <pc:sldMk cId="1602621041" sldId="505"/>
        </pc:sldMkLst>
        <pc:spChg chg="mod">
          <ac:chgData name="Bård Inge Austigard Pettersen" userId="bebddd87-b0b6-46bf-b87e-7c2cbec16442" providerId="ADAL" clId="{DDB95F18-071A-4264-B0F2-65E8FA97895B}" dt="2025-02-11T05:35:28.576" v="3396" actId="20577"/>
          <ac:spMkLst>
            <pc:docMk/>
            <pc:sldMk cId="1602621041" sldId="505"/>
            <ac:spMk id="2" creationId="{17F4E8E8-0993-FE17-1453-5016F2452DFD}"/>
          </ac:spMkLst>
        </pc:spChg>
        <pc:spChg chg="add mod">
          <ac:chgData name="Bård Inge Austigard Pettersen" userId="bebddd87-b0b6-46bf-b87e-7c2cbec16442" providerId="ADAL" clId="{DDB95F18-071A-4264-B0F2-65E8FA97895B}" dt="2025-02-11T05:43:44.552" v="3918" actId="14100"/>
          <ac:spMkLst>
            <pc:docMk/>
            <pc:sldMk cId="1602621041" sldId="505"/>
            <ac:spMk id="6" creationId="{56235E2B-5613-8F18-FFF4-AD9E38402784}"/>
          </ac:spMkLst>
        </pc:spChg>
        <pc:spChg chg="del">
          <ac:chgData name="Bård Inge Austigard Pettersen" userId="bebddd87-b0b6-46bf-b87e-7c2cbec16442" providerId="ADAL" clId="{DDB95F18-071A-4264-B0F2-65E8FA97895B}" dt="2025-02-11T05:36:21.593" v="3397" actId="478"/>
          <ac:spMkLst>
            <pc:docMk/>
            <pc:sldMk cId="1602621041" sldId="505"/>
            <ac:spMk id="7" creationId="{B79B53A7-0FE3-64BB-8DD9-7952BBD82323}"/>
          </ac:spMkLst>
        </pc:spChg>
        <pc:picChg chg="add mod">
          <ac:chgData name="Bård Inge Austigard Pettersen" userId="bebddd87-b0b6-46bf-b87e-7c2cbec16442" providerId="ADAL" clId="{DDB95F18-071A-4264-B0F2-65E8FA97895B}" dt="2025-02-11T05:43:49.034" v="3920" actId="1076"/>
          <ac:picMkLst>
            <pc:docMk/>
            <pc:sldMk cId="1602621041" sldId="505"/>
            <ac:picMk id="4" creationId="{B5A9C09D-07B8-3320-6BFD-0AE6D36F83E8}"/>
          </ac:picMkLst>
        </pc:picChg>
        <pc:inkChg chg="add">
          <ac:chgData name="Bård Inge Austigard Pettersen" userId="bebddd87-b0b6-46bf-b87e-7c2cbec16442" providerId="ADAL" clId="{DDB95F18-071A-4264-B0F2-65E8FA97895B}" dt="2025-02-11T10:51:21.917" v="4038"/>
          <ac:inkMkLst>
            <pc:docMk/>
            <pc:sldMk cId="1602621041" sldId="505"/>
            <ac:inkMk id="3" creationId="{FD68070E-794D-46B1-5570-3A45B4EC5165}"/>
          </ac:inkMkLst>
        </pc:inkChg>
      </pc:sldChg>
      <pc:sldChg chg="addSp delSp modSp mod delAnim modAnim">
        <pc:chgData name="Bård Inge Austigard Pettersen" userId="bebddd87-b0b6-46bf-b87e-7c2cbec16442" providerId="ADAL" clId="{DDB95F18-071A-4264-B0F2-65E8FA97895B}" dt="2025-02-11T10:51:21.917" v="4038"/>
        <pc:sldMkLst>
          <pc:docMk/>
          <pc:sldMk cId="2663728438" sldId="506"/>
        </pc:sldMkLst>
        <pc:spChg chg="mod">
          <ac:chgData name="Bård Inge Austigard Pettersen" userId="bebddd87-b0b6-46bf-b87e-7c2cbec16442" providerId="ADAL" clId="{DDB95F18-071A-4264-B0F2-65E8FA97895B}" dt="2025-02-11T05:49:29.148" v="3940" actId="20577"/>
          <ac:spMkLst>
            <pc:docMk/>
            <pc:sldMk cId="2663728438" sldId="506"/>
            <ac:spMk id="2" creationId="{93F90D80-3AB6-8333-06BE-7EBE89D3A32E}"/>
          </ac:spMkLst>
        </pc:spChg>
        <pc:spChg chg="mod">
          <ac:chgData name="Bård Inge Austigard Pettersen" userId="bebddd87-b0b6-46bf-b87e-7c2cbec16442" providerId="ADAL" clId="{DDB95F18-071A-4264-B0F2-65E8FA97895B}" dt="2025-02-11T06:04:23.656" v="4023" actId="1076"/>
          <ac:spMkLst>
            <pc:docMk/>
            <pc:sldMk cId="2663728438" sldId="506"/>
            <ac:spMk id="6" creationId="{FAEFAE52-99D6-06F2-5173-DA0CB393D6E6}"/>
          </ac:spMkLst>
        </pc:spChg>
        <pc:spChg chg="add mod">
          <ac:chgData name="Bård Inge Austigard Pettersen" userId="bebddd87-b0b6-46bf-b87e-7c2cbec16442" providerId="ADAL" clId="{DDB95F18-071A-4264-B0F2-65E8FA97895B}" dt="2025-02-11T06:02:58.416" v="3998" actId="20577"/>
          <ac:spMkLst>
            <pc:docMk/>
            <pc:sldMk cId="2663728438" sldId="506"/>
            <ac:spMk id="9" creationId="{D17D2683-62F9-41EB-1D8D-D70C73CAFB29}"/>
          </ac:spMkLst>
        </pc:spChg>
        <pc:picChg chg="del">
          <ac:chgData name="Bård Inge Austigard Pettersen" userId="bebddd87-b0b6-46bf-b87e-7c2cbec16442" providerId="ADAL" clId="{DDB95F18-071A-4264-B0F2-65E8FA97895B}" dt="2025-02-11T05:49:53.358" v="3954" actId="478"/>
          <ac:picMkLst>
            <pc:docMk/>
            <pc:sldMk cId="2663728438" sldId="506"/>
            <ac:picMk id="4" creationId="{F1863971-1028-DA98-EAE9-6ED5E8F38E34}"/>
          </ac:picMkLst>
        </pc:picChg>
        <pc:picChg chg="add mod">
          <ac:chgData name="Bård Inge Austigard Pettersen" userId="bebddd87-b0b6-46bf-b87e-7c2cbec16442" providerId="ADAL" clId="{DDB95F18-071A-4264-B0F2-65E8FA97895B}" dt="2025-02-11T05:50:36.405" v="3960" actId="1076"/>
          <ac:picMkLst>
            <pc:docMk/>
            <pc:sldMk cId="2663728438" sldId="506"/>
            <ac:picMk id="5" creationId="{FA0AD412-2725-2CAB-CB37-F48AF1258FFA}"/>
          </ac:picMkLst>
        </pc:picChg>
        <pc:picChg chg="add mod">
          <ac:chgData name="Bård Inge Austigard Pettersen" userId="bebddd87-b0b6-46bf-b87e-7c2cbec16442" providerId="ADAL" clId="{DDB95F18-071A-4264-B0F2-65E8FA97895B}" dt="2025-02-11T06:03:04.040" v="3999" actId="1076"/>
          <ac:picMkLst>
            <pc:docMk/>
            <pc:sldMk cId="2663728438" sldId="506"/>
            <ac:picMk id="8" creationId="{E62DDCCA-D31F-1322-7148-DC84C7B181EC}"/>
          </ac:picMkLst>
        </pc:picChg>
        <pc:inkChg chg="add">
          <ac:chgData name="Bård Inge Austigard Pettersen" userId="bebddd87-b0b6-46bf-b87e-7c2cbec16442" providerId="ADAL" clId="{DDB95F18-071A-4264-B0F2-65E8FA97895B}" dt="2025-02-11T10:51:21.917" v="4038"/>
          <ac:inkMkLst>
            <pc:docMk/>
            <pc:sldMk cId="2663728438" sldId="506"/>
            <ac:inkMk id="3" creationId="{13CC9047-6F4C-6BAC-0BD9-DCAF31964F6E}"/>
          </ac:inkMkLst>
        </pc:inkChg>
      </pc:sldChg>
      <pc:sldMasterChg chg="del delSldLayout">
        <pc:chgData name="Bård Inge Austigard Pettersen" userId="bebddd87-b0b6-46bf-b87e-7c2cbec16442" providerId="ADAL" clId="{DDB95F18-071A-4264-B0F2-65E8FA97895B}" dt="2025-02-11T03:25:39.418" v="0" actId="2696"/>
        <pc:sldMasterMkLst>
          <pc:docMk/>
          <pc:sldMasterMk cId="268894179" sldId="2147483648"/>
        </pc:sldMasterMkLst>
        <pc:sldLayoutChg chg="del">
          <pc:chgData name="Bård Inge Austigard Pettersen" userId="bebddd87-b0b6-46bf-b87e-7c2cbec16442" providerId="ADAL" clId="{DDB95F18-071A-4264-B0F2-65E8FA97895B}" dt="2025-02-11T03:25:39.418" v="0" actId="2696"/>
          <pc:sldLayoutMkLst>
            <pc:docMk/>
            <pc:sldMasterMk cId="268894179" sldId="2147483648"/>
            <pc:sldLayoutMk cId="3178476844" sldId="2147483649"/>
          </pc:sldLayoutMkLst>
        </pc:sldLayoutChg>
        <pc:sldLayoutChg chg="del">
          <pc:chgData name="Bård Inge Austigard Pettersen" userId="bebddd87-b0b6-46bf-b87e-7c2cbec16442" providerId="ADAL" clId="{DDB95F18-071A-4264-B0F2-65E8FA97895B}" dt="2025-02-11T03:25:39.418" v="0" actId="2696"/>
          <pc:sldLayoutMkLst>
            <pc:docMk/>
            <pc:sldMasterMk cId="268894179" sldId="2147483648"/>
            <pc:sldLayoutMk cId="3247618386" sldId="2147483650"/>
          </pc:sldLayoutMkLst>
        </pc:sldLayoutChg>
        <pc:sldLayoutChg chg="del">
          <pc:chgData name="Bård Inge Austigard Pettersen" userId="bebddd87-b0b6-46bf-b87e-7c2cbec16442" providerId="ADAL" clId="{DDB95F18-071A-4264-B0F2-65E8FA97895B}" dt="2025-02-11T03:25:39.418" v="0" actId="2696"/>
          <pc:sldLayoutMkLst>
            <pc:docMk/>
            <pc:sldMasterMk cId="268894179" sldId="2147483648"/>
            <pc:sldLayoutMk cId="1118767055" sldId="2147483651"/>
          </pc:sldLayoutMkLst>
        </pc:sldLayoutChg>
        <pc:sldLayoutChg chg="del">
          <pc:chgData name="Bård Inge Austigard Pettersen" userId="bebddd87-b0b6-46bf-b87e-7c2cbec16442" providerId="ADAL" clId="{DDB95F18-071A-4264-B0F2-65E8FA97895B}" dt="2025-02-11T03:25:39.418" v="0" actId="2696"/>
          <pc:sldLayoutMkLst>
            <pc:docMk/>
            <pc:sldMasterMk cId="268894179" sldId="2147483648"/>
            <pc:sldLayoutMk cId="2659337501" sldId="2147483652"/>
          </pc:sldLayoutMkLst>
        </pc:sldLayoutChg>
        <pc:sldLayoutChg chg="del">
          <pc:chgData name="Bård Inge Austigard Pettersen" userId="bebddd87-b0b6-46bf-b87e-7c2cbec16442" providerId="ADAL" clId="{DDB95F18-071A-4264-B0F2-65E8FA97895B}" dt="2025-02-11T03:25:39.418" v="0" actId="2696"/>
          <pc:sldLayoutMkLst>
            <pc:docMk/>
            <pc:sldMasterMk cId="268894179" sldId="2147483648"/>
            <pc:sldLayoutMk cId="853540198" sldId="2147483653"/>
          </pc:sldLayoutMkLst>
        </pc:sldLayoutChg>
        <pc:sldLayoutChg chg="del">
          <pc:chgData name="Bård Inge Austigard Pettersen" userId="bebddd87-b0b6-46bf-b87e-7c2cbec16442" providerId="ADAL" clId="{DDB95F18-071A-4264-B0F2-65E8FA97895B}" dt="2025-02-11T03:25:39.418" v="0" actId="2696"/>
          <pc:sldLayoutMkLst>
            <pc:docMk/>
            <pc:sldMasterMk cId="268894179" sldId="2147483648"/>
            <pc:sldLayoutMk cId="2446529645" sldId="2147483654"/>
          </pc:sldLayoutMkLst>
        </pc:sldLayoutChg>
        <pc:sldLayoutChg chg="del">
          <pc:chgData name="Bård Inge Austigard Pettersen" userId="bebddd87-b0b6-46bf-b87e-7c2cbec16442" providerId="ADAL" clId="{DDB95F18-071A-4264-B0F2-65E8FA97895B}" dt="2025-02-11T03:25:39.418" v="0" actId="2696"/>
          <pc:sldLayoutMkLst>
            <pc:docMk/>
            <pc:sldMasterMk cId="268894179" sldId="2147483648"/>
            <pc:sldLayoutMk cId="451240588" sldId="2147483655"/>
          </pc:sldLayoutMkLst>
        </pc:sldLayoutChg>
        <pc:sldLayoutChg chg="del">
          <pc:chgData name="Bård Inge Austigard Pettersen" userId="bebddd87-b0b6-46bf-b87e-7c2cbec16442" providerId="ADAL" clId="{DDB95F18-071A-4264-B0F2-65E8FA97895B}" dt="2025-02-11T03:25:39.418" v="0" actId="2696"/>
          <pc:sldLayoutMkLst>
            <pc:docMk/>
            <pc:sldMasterMk cId="268894179" sldId="2147483648"/>
            <pc:sldLayoutMk cId="2398395634" sldId="2147483656"/>
          </pc:sldLayoutMkLst>
        </pc:sldLayoutChg>
        <pc:sldLayoutChg chg="del">
          <pc:chgData name="Bård Inge Austigard Pettersen" userId="bebddd87-b0b6-46bf-b87e-7c2cbec16442" providerId="ADAL" clId="{DDB95F18-071A-4264-B0F2-65E8FA97895B}" dt="2025-02-11T03:25:39.418" v="0" actId="2696"/>
          <pc:sldLayoutMkLst>
            <pc:docMk/>
            <pc:sldMasterMk cId="268894179" sldId="2147483648"/>
            <pc:sldLayoutMk cId="228153902" sldId="2147483657"/>
          </pc:sldLayoutMkLst>
        </pc:sldLayoutChg>
        <pc:sldLayoutChg chg="del">
          <pc:chgData name="Bård Inge Austigard Pettersen" userId="bebddd87-b0b6-46bf-b87e-7c2cbec16442" providerId="ADAL" clId="{DDB95F18-071A-4264-B0F2-65E8FA97895B}" dt="2025-02-11T03:25:39.418" v="0" actId="2696"/>
          <pc:sldLayoutMkLst>
            <pc:docMk/>
            <pc:sldMasterMk cId="268894179" sldId="2147483648"/>
            <pc:sldLayoutMk cId="347088071" sldId="2147483658"/>
          </pc:sldLayoutMkLst>
        </pc:sldLayoutChg>
        <pc:sldLayoutChg chg="del">
          <pc:chgData name="Bård Inge Austigard Pettersen" userId="bebddd87-b0b6-46bf-b87e-7c2cbec16442" providerId="ADAL" clId="{DDB95F18-071A-4264-B0F2-65E8FA97895B}" dt="2025-02-11T03:25:39.418" v="0" actId="2696"/>
          <pc:sldLayoutMkLst>
            <pc:docMk/>
            <pc:sldMasterMk cId="268894179" sldId="2147483648"/>
            <pc:sldLayoutMk cId="2793636086" sldId="2147483659"/>
          </pc:sldLayoutMkLst>
        </pc:sldLayoutChg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11T09:24:06.380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12583 11104 729 0,'0'0'619'0,"0"0"-128"0,0 0-198 16,0 0-93-16,0 0 23 15,0 0-71-15,0 0-52 0,0 0-10 16,0 0-39-16,-13-6-3 0,23 5 58 16,-2 1 0-16,6-2-33 0,1 2-67 15,1 0 49-15,-5 0-55 0,10 3-29 16,-2-1 29-16,2 1 0 0,5 0-61 16,1 1-38-16,5-1-131 0,-3-3-451 15,-3 0-96-15,-5-4-688 0</inkml:trace>
  <inkml:trace contextRef="#ctx0" brushRef="#br0" timeOffset="1133.69">13446 10957 440 0,'0'0'453'0,"0"0"-130"0,0 0 84 16,0 0-287-16,0 0-94 0,0 0 91 16,0 0 87-16,0 0-29 0,8 41 36 15,-5-23-160-15,0 0-18 0,-1-1-8 16,-2-1 21-16,3 0-20 0,-3-2-17 16,0-2 14-16,5-2-14 0,-5-4-2 15,0-2 2-15,3-3-9 16,-3 1 3-16,0 1 16 0,3-3 3 15,-3 0 14-15,2-6 93 0,4-4-49 16,1-3-80-16,4-6 29 0,-3 0-29 16,3 1-33-16,-3 0 30 15,2-1-48-15,1 1-116 0,-3 0 109 16,0 3-3-16,2 4-39 0,-7 3 96 16,2 4-12-16,-2 3-13 0,-1 1 0 15,1 0-13-15,2 0 42 16,-2 6 20-16,2 6 93 0,-2 3 12 15,0 1-70-15,-1 0-49 0,1-2-2 16,0 1-4-16,-1-3 6 0,4-4 7 16,-6-1-14-16,7-3 1 0,-1-1-23 15,-1-2 23-15,3-1 0 0,0-1 17 16,3-6 28-16,2-4-45 0,0-2-15 16,0-1 15-16,-5 0 0 0,0 3-48 15,-3 2 19-15,1 0-19 16,-4 4-6-16,-2 2 54 0,6 0 0 15,-4 1-51-15,1-1 18 0,0 3-15 16,-1 0 48-16,-2 8 119 0,3 3-15 16,0 6-24-16,-1 4-9 15,-2 2-20-15,3-2-19 0,0-2 13 16,2-1-45-16,-3 1-1 0,6-3-21 16,0-2 12-16,0-3-341 0,3-1 44 15,-8-5-169-15,5-3-768 16</inkml:trace>
  <inkml:trace contextRef="#ctx0" brushRef="#br0" timeOffset="1566.37">13875 11050 1527 0,'0'0'286'0,"0"0"-88"15,0 0 49-15,0 0-114 0,0 0-11 16,0 0-18-16,0 0-56 0,0 0 13 16,0 0 81-16,40 31-27 15,-24-34-63-15,3-7-43 0,-6 1 49 16,0-1-35-16,0-3-11 0,1 1 17 16,-4 0-29-16,-5 1 16 0,1 0-3 15,-4 2-13-15,-2-1-70 16,0 0 31-16,-2 3-19 0,-4 0-64 15,1 1 110-15,-5 3-37 0,-4 0-47 16,1 3 83-16,0 0-32 0,8 3-29 16,-3 2 48-16,2-1 10 0,1 3-26 15,0 1 42-15,-3 5 12 0,3 2 49 16,2 1 16-16,3 0 7 0,0-1-3 16,3 1-1-16,4-1-13 0,1 0-15 15,3-3 2-15,2 1-28 16,0-3-14-16,3-3 11 0,0 3-23 15,3-7-10-15,2 0-9 0,-2-3-80 16,2-1-197-16,-3-4 77 0,1-5-79 16,-3-1-612-16,-6 3 115 15</inkml:trace>
  <inkml:trace contextRef="#ctx0" brushRef="#br0" timeOffset="1821.88">14167 10758 1413 0,'0'0'439'0,"0"0"-17"15,0 0-305-15,0 0-69 0,0 0 91 16,0 0 13-16,-8 42-14 0,8-19 32 16,0 3-39-16,3 0-51 0,-1-3-6 15,3 3-52-15,1-1-22 16,-1-1-19-16,0 2 19 0,3-1 0 15,-2 0-29-15,-1-3-28 0,0-1-103 16,-2-4-165-16,5-6 64 0,-6-3-92 16,1-4-619-16,-3-1-138 15</inkml:trace>
  <inkml:trace contextRef="#ctx0" brushRef="#br0" timeOffset="2242.67">14207 10993 1086 0,'0'0'215'0,"0"0"48"15,42-10-116-15,-26 8-24 0,0-1 78 16,0 1-133-16,-1 1-22 0,1-1 15 16,-2 1-48-16,-1 1 4 0,-3-1 15 15,-2 1 26-15,-2-1-19 16,-4 1 0-16,1 0-36 0,0 0-3 15,-3 0-6-15,0 1 6 0,0 0 103 16,-3 3 152-16,-2 2-133 0,-1 1-16 16,-2 3 25-16,1 3-12 15,-1 1 11-15,2-1-25 0,6-1-57 16,0-2-48-16,0-3 6 0,3 0-7 16,2-2 1-16,3 0-3 0,5-1 3 15,6-4 32-15,-3 0 47 0,-3-4 31 16,0-2-43-16,1-4-67 15,-4 4 91-15,-2-1-82 0,-3-2 26 16,-2-1 21-16,-3-1-56 0,0-3-25 16,0 1 6-16,0 2-72 0,-5 1-190 15,-6 3 132-15,1 1-125 0,4 3-495 16,-2 1 390-16,6 0 12 0,2 0-584 16,-3 2 251-16</inkml:trace>
  <inkml:trace contextRef="#ctx0" brushRef="#br0" timeOffset="2790.16">14707 10980 624 0,'0'0'512'0,"0"0"-60"16,-42-13-241-16,28 10-19 0,-1-1 25 16,7 0-155-16,-3 2-20 0,3 2 19 15,0 0-35-15,6 0 23 0,-4 0 38 16,4 2-13-16,-4 3-25 16,1 3 28-16,0 4 3 0,2 2-12 0,3 3 3 15,0 0 25-15,5 0 0 16,1-1-29-16,-1 0-10 0,6-4-57 15,-1-2 13-15,1-1-13 0,2-3 0 16,3-2 16-16,-3-4 26 0,6 0-1 16,-3-6-25-16,-3-3 60 15,5-5-73-15,-4-1 26 0,1-2-48 16,-1-3 19-16,-6 0-96 0,-3-2 77 16,3-1 7-16,-8 1-151 0,0 1 118 15,-3-1-70-15,-2 2-355 16,0 2 170-16,-3 3 43 0,8 4 144 15,-3 5 113-15,0 2 78 0,1 2 175 16,2 2-40-16,-3 0 0 0,0 3-81 16,3 7-129-16,0 6 71 0,0 6 89 15,0 3-28-15,3 0-49 0,2-2-35 16,1 2 19-16,2-3-70 0,-3 2 29 16,8-2-29-16,-2-3 0 0,2 2-51 15,0-5 35-15,3-2-112 16,3-4-360-16,-3-1 133 0,-1-4-56 15,1-5-500-15,-8 0 337 0</inkml:trace>
  <inkml:trace contextRef="#ctx0" brushRef="#br0" timeOffset="2977.37">14956 11019 1018 0,'0'0'785'16,"0"0"-750"-16,0 0 154 0,0 0 303 15,11 43-254-15,-6-26-74 0,0-1-13 16,3 1-93-16,3-3-58 0,-1 1 3 16,1-3-29-16,2 0 26 0,0-3-411 15,1-5 127-15,2-1-127 0,-3-3-285 16,-5 0 224-16,2-4-53 0</inkml:trace>
  <inkml:trace contextRef="#ctx0" brushRef="#br0" timeOffset="3390.21">15120 10870 411 0,'0'0'1736'0,"0"0"-1539"16,0 0-158-16,0 0 219 15,0 0-48-15,8 42 2 0,-5-21 18 16,0 2-84-16,-1-3-73 0,3 0-66 15,-2 1 53-15,2-5-60 0,-2 2 9 16,0-5-9-16,-1-2 0 0,1-3 2 16,-3-4-2-16,3-2 0 0,-1 0-6 15,1-1-22-15,2-1-23 0,3 0-137 16,-3-5 118-16,3-7-93 0,3-2-303 16,0-3-29-16,-1 0 34 0,-4 3-399 15,-1 6 537-15,0 2 323 16,-2 3 75-16,-1 0 108 0,4 0-14 15,-4 3 147-15,-2 0-179 0,0 6 26 16,0 4 285-16,0 8-211 0,0 2-33 16,0-2 93-16,0 2-139 15,0-5-72-15,0 0-82 0,0-3 8 16,8-1-12-16,-2-3-32 0,2-2 16 16,-1-2-74-16,4-4-271 0,0 0 200 15,2-6-112-15,-5-3-595 16,-3 0 102-16</inkml:trace>
  <inkml:trace contextRef="#ctx0" brushRef="#br0" timeOffset="3659.69">15401 10826 1909 0,'0'0'466'16,"0"38"9"-16,-3-14-155 0,1-2-87 15,-1 1-71-15,3-1-51 0,0-2-89 16,0 0 16-16,-3 0-19 0,6-3-19 16,2-2-17-16,-2-4 17 15,0-5 0-15,-1-2 0 0,4-3 0 16,-1 1 0-16,3-2 19 0,-3 0-25 16,8-5 6-16,1-4-257 0,-4-4 133 15,3-2-96-15,-7 0-346 16,-1 0 162-16,3 1-135 0,-3 1-549 15,-5 5 567-15</inkml:trace>
  <inkml:trace contextRef="#ctx0" brushRef="#br0" timeOffset="3798.21">15518 10953 299 0,'0'0'411'0,"0"0"361"16,0 0-405-16,0 0 29 0,0 0 188 15,37 30-301-15,-27-13-53 0,3 0-40 16,1-2-79-16,-4 0-101 0,4-4 24 16,-1 2-5-16,0-2-29 0,-2-2-41 15,2 0-13-15,-5-2-60 16,-3-2-195-16,3-2 159 0,-5-1-94 15,-1-2-393-15,1 0 66 0,-3 0-221 16</inkml:trace>
  <inkml:trace contextRef="#ctx0" brushRef="#br0" timeOffset="4015.47">14988 10757 1770 0,'0'0'855'16,"0"0"-639"-16,0 0-216 0,0 0-74 16,0 0-13-16,0 0 48 0,0 0 1 15,0 0-43-15,0 0-259 16,0 0-873-16</inkml:trace>
  <inkml:trace contextRef="#ctx0" brushRef="#br0" timeOffset="4813.64">16543 10901 1140 0,'0'0'417'0,"0"0"-44"0,0 0 78 16,0 0-228-16,0 0-56 0,5-36 2 15,-8 31-64-15,1-1-31 16,-4 1 6-16,1 3 6 0,0-1-38 15,-6 3 9-15,0 0-44 0,-2 3-13 16,0 5-92-16,2 1 91 0,3-1-22 16,-2 3-64-16,5 1 85 15,-3-1-9-15,2 2-49 0,4-2 60 16,2-3-4-16,0 0-95 0,2 0 98 16,6-1-34-16,0 2-58 0,5 3 73 15,-2-4 4-15,2 0 0 16,-2 0 16-16,-1 0 0 0,-2-1 13 15,0-1-13-15,-2-1 58 0,-4 0-42 16,4 2 64-16,-4-2-6 0,1 2 9 16,0-1 23-16,-3 1-27 0,0 0-9 15,-3 0 38-15,-2-1-29 0,-9 2-12 16,-2 0 37-16,-2-1-79 0,5-3-3 16,-1-2 35-16,1-1-57 0,0-1 31 15,2 0-18-15,3 0-13 16,3 0-142-16,2-2 73 0,-4-1-73 15,7-2-279-15,0-1 110 0,0-5-169 16,18 0-442-16,3-2 381 0,-2 3 84 16</inkml:trace>
  <inkml:trace contextRef="#ctx0" brushRef="#br0" timeOffset="5530.22">16672 10987 527 0,'0'0'554'0,"0"0"-384"15,0 0-56-15,0 0 71 16,0 0-78-16,0 0-3 0,0 0 134 15,0 0-18-15,0 0-6 0,0 0 31 16,21-4-158-16,-28 9-32 0,-1 1 41 16,2 1 20-16,1 1-39 0,0 2 12 15,2 0-9-15,3 0-55 0,0-1 4 16,5-1-23-16,3-3-6 0,6 2 3 16,1-1 32-16,7-1 31 0,-4-4-47 15,-2-1 32-15,0-2-51 16,0-3-54-16,-3-2 51 0,-5-1 3 15,3 2-9-15,-3 0 6 0,-6-5 3 16,1-2-114-16,0-2 92 0,-3 2-71 16,-3 1-266-16,-2 0 95 15,-1 3-105-15,1 2-157 0,2 2 489 16,-2 0 37-16,5 2 97 0,0-2 23 16,0 2 46-16,0 1 70 15,0 1-177-15,8 1-27 0,-3 0 52 16,3 0 39-16,5 4 25 0,1 3 74 15,-1 2-78-15,0-1-51 0,-2 0-10 16,-1 2 19-16,1-1-51 0,0 0-48 16,-4-2 32-16,-1-1-35 0,-1-1 26 15,0-3-7-15,1 1-16 0,-1 1 22 16,0-3 20-16,1 0-33 0,-6-1 17 16,8 0 9-16,-6 0-38 0,-2-2 9 15,3-3-40-15,-1 0 31 16,1-1-165-16,0 1 152 0,2 0-35 15,-2 0-63-15,-1 2 110 0,4 1 1 16,-4 0-58-16,4 1 55 0,-1 1 3 16,0 0-13-16,0 0 13 15,1 1 0-15,-1 1 4 0,-2 0-4 16,7 0 19-16,-4 0-13 0,2-1 52 16,-3-1-14-16,3 0-37 15,2-1 59-15,4-3-66 0,-4-2-3 16,1 0 3-16,-6 0 0 0,3 3-17 15,-3 2 14-15,1-2 3 0,-1 2-57 16,0 0 57-16,1 1 0 0,-1 0 0 16,0 2 105-16,0 3-4 0,1 4-34 15,2 2 75-15,0-2-57 0,-6 0-85 16,4-1 75-16,-1-2-75 0,0 1 29 16,0-1-29-16,1-1 0 0,-1 0-91 15,-2-3 75-15,-1 0-22 16,1-1-231-16,0 1 101 0,-1-2-119 15,1 0-824-15,-3 0-549 0</inkml:trace>
  <inkml:trace contextRef="#ctx0" brushRef="#br0" timeOffset="6801.02">17893 10926 1162 0,'0'0'377'0,"0"0"-78"0,0 0 120 16,0 0-238-16,0 0-29 0,0 0-53 15,0 0-80-15,0 0 36 0,0 0 90 16,0 13-11-16,6-1-54 0,1 1-57 16,1 3 21-16,-2-3-44 0,-1-3 4 15,0-4 2-15,-2-1-6 0,0-2 16 16,-1 1-6-16,1-2-10 0,2 1-33 16,-2-3 33-16,0 0 28 0,2-2 11 15,0-4 18-15,3-1-57 16,0-6-113-16,3 0 110 0,-6-1-32 15,3 1-99-15,0 1 82 0,0 3-2 16,-3 2-44-16,-2 2 96 0,2 3 1 16,-2-1-48-16,2 2 49 15,0-2 1-15,-2 3 73 0,2 3 28 16,0 2-12-16,-2 1 22 0,0 2 7 16,-1 0-91-16,4 1-2 15,-4-2-14-15,4 2-12 0,-1-3 0 16,0 0 20-16,1-2-20 0,-1-3-5 15,0-1 5-15,6-1 0 0,2-8-31 16,0 1 27-16,0-2-60 0,-2 1-137 16,-3 0 98-16,0 2-9 0,-3 0-72 15,1 3 149-15,-4 1 22 0,3 1-6 16,-5-2 19-16,3 3 2 0,0 1 85 16,-3 1 38-16,0 7 39 0,0 2 36 15,2 4-107-15,1 4-93 16,-3-2 9-16,5-2-9 0,1-2 0 15,-1-1-157-15,3-1-116 0,3-3-150 16,-1-5-599-16,-2 1 279 0,3-3 93 16</inkml:trace>
  <inkml:trace contextRef="#ctx0" brushRef="#br0" timeOffset="7223.28">18487 10908 622 0,'0'0'1032'16,"0"0"-678"-16,0 0-91 0,-38 7 57 15,23 3-114-15,-1 3 0 0,2 2 37 16,4-1-65-16,2 1-35 0,0 1-29 16,5-2-26-16,1 0-88 0,2-5-28 15,0 0 26-15,2-3 2 16,4 0-44-16,2-1 6 0,5-2 38 15,3-1-155-15,0-2 123 0,-1-3 29 16,-1-3-204-16,-1 1 108 0,-2-2-39 16,-1-1-142-16,-2 0 181 15,0 1 2-15,-3 1 14 0,-2 2 83 16,0 3 39-16,-1-3 154 0,1 2 4 16,0 1-21-16,-3 1 38 0,0 0-77 15,0 3-35-15,0 3 62 16,0 4-25-16,-3 2-57 0,3 0-60 15,0-2 66-15,0-3-88 0,3-2-35 16,-1 1 35-16,3 1 0 0,6 0-161 16,5-5 107-16,-3-1-37 0,6-1-176 15,-6-5 99-15,0-2-143 0,3-2-496 16,-5 0 255-16,-3 3-80 0</inkml:trace>
  <inkml:trace contextRef="#ctx0" brushRef="#br0" timeOffset="7500.06">18733 10975 176 0,'0'0'2110'0,"0"0"-1787"0,0 0-39 16,0 0 125-16,0 0-173 15,0 0-100-15,0 34-130 0,5-29 51 16,3-1-57-16,5-1 16 0,1-3 81 16,1 0-37-16,1-4-44 15,-2-1 50-15,-1-2-66 0,-3 0-91 16,4 2 91-16,-6 0-51 0,-3 2-40 15,-2 0 91-15,-1 2 0 0,3-2-35 16,1 2 20-16,-4 1 11 0,1 0 4 16,2 5 148-16,-2 4-3 0,2 3-111 15,1 2 52-15,2 1-86 0,-3-2 0 16,5-1 0-16,-2-1 0 0,6 2-180 16,2-1 14-16,-1-2-157 0,7-3-746 15,-9-2-285-15</inkml:trace>
  <inkml:trace contextRef="#ctx0" brushRef="#br0" timeOffset="8384.11">19782 10915 1545 0,'0'0'305'0,"0"0"49"0,0 0 124 16,2 45-249-16,1-30-37 0,0-1 32 15,2-2-113-15,0 3-92 0,0-4 7 16,1 0-17-16,-1 0-9 0,-2-3-6 16,2-4 6-16,-2-1 0 0,-1-1-61 15,4-2 33-15,2 0-90 16,-1 0-45-16,1-5 115 0,0-4-19 15,3-5-78-15,-3 0 119 0,-3-3 23 16,-2 4-84-16,0 2 16 0,-1 0-67 16,1 5-50-16,-1 2 169 15,1 1 19-15,0-1 26 0,2 2 74 16,0-2 26-16,9 1 67 0,4 1-80 16,1 2 9-16,7 0 76 15,-2 0-41-15,-3 0-113 0,3-1-34 0,0 0 31 16,0-2-41-16,-3 0 32 15,-5-1-19-15,-3 0-13 0,-2 1 22 16,-9 1-10-16,4-1 17 0,-4-1-26 16,-2 1 73-16,0 0-76 0,0 1-22 15,-10-1-35-15,-6 2-26 0,-3 1-104 16,3 1 183-16,0 3 4 0,6 0-35 16,2 2 35-16,3-3 23 0,2 3-14 15,-2 3 84-15,2 7-14 16,0 0 1-16,3 2 37 0,6-4-73 15,-1 0-12-15,6-2-10 0,-1-2-22 16,3 0-22-16,3-2-10 16,0-4 26-16,0-2-168 0,5-2 161 15,0-5 13-15,3-5-51 0,0-3 29 16,3-2 22-16,-4-2-144 0,1-1 119 16,3-3-23-16,-6-3-131 0,-5-1 92 15,0-5-32-15,-6 0-197 16,-2-2-108-16,-5 7-297 0</inkml:trace>
  <inkml:trace contextRef="#ctx0" brushRef="#br0" timeOffset="8581.12">20452 10645 209 0,'0'0'1342'0,"0"0"-492"15,0 0-611-15,0 0-55 0,0 0 127 16,-16 41-30-16,13-14-72 0,1 5-38 16,2 0-49-16,5-2-122 0,0 1 44 15,3 0-31-15,-3-2-13 16,3-1-10-16,0-1 10 0,3-7 0 15,-6 0-138-15,3-4 119 0,0-4-91 16,-3-5-156-16,-2-3 215 16,2-2-32-16,-2-1-311 0,-3-1 140 15,0-3-50-15,-3-6-647 0,1 0-278 16</inkml:trace>
  <inkml:trace contextRef="#ctx0" brushRef="#br0" timeOffset="8744.95">20436 10835 1406 0,'0'0'436'16,"0"0"-174"-16,50 14-112 0,-34-6-53 15,3 0-68-15,-4-1-7 0,-1 1-22 16,-1 3-32-16,-2-1-250 0,-6 0-622 16,0 0 246-16</inkml:trace>
  <inkml:trace contextRef="#ctx0" brushRef="#br0" timeOffset="9098.82">19811 11250 1174 0,'0'0'598'15,"0"0"-380"-15,0 0-14 0,0 0 194 16,0 0-224-16,0 0-71 0,0 0 29 16,39-11-17-16,-23 7-19 0,6 1-16 15,-1 1 22-15,0 0-42 16,5 1-44-16,4 1 57 0,1 0-54 15,6 0 3-15,6 0 45 0,-1 1-4 16,6 3-54-16,-3-1 26 16,0 2-35-16,3 0-136 0,-1-1 32 15,1-1-90-15,-6-2-496 0,-10-1-301 16,-5 0-514-16</inkml:trace>
  <inkml:trace contextRef="#ctx0" brushRef="#br0" timeOffset="9949.79">21405 11130 1130 0,'0'0'296'0,"0"0"-6"0,0 0 213 16,0 0-225-16,0 0-20 0,0 0-94 15,0 0-93-15,0 0-23 16,-5-45-10-16,2 26 1 0,-2-1-39 15,0-2-11-15,-1 1 11 0,-2-1 0 16,-2-3-64-16,-1 0 63 0,-5-2-44 16,3-2-235-16,0-1 119 15,0-1-29-15,5 2-245 0,0 1 159 16,8 3 97-16,0 3 147 0,8 2 32 16,2 4 55-16,3 0 241 0,6 5-88 15,0-3-43-15,2 7 75 16,0 2-143-16,3 2-4 0,-6 3 13 15,-2 4-90-15,0 5-16 0,-5 4-49 16,-3 1 46-16,0 3-90 0,-3 2-292 16,-2-2-122-16,-3-2-248 0</inkml:trace>
  <inkml:trace contextRef="#ctx0" brushRef="#br0" timeOffset="10155.24">21339 10950 1454 0,'0'0'344'0,"0"0"36"0,37 0-208 16,-21 0-50-16,-3 1-83 0,3 1-38 15,-5-1-2-15,5-1-11 16,-3 1 11-16,3-1-91 0,0 0-339 15,-3 0-57-15,-3-1-251 0</inkml:trace>
  <inkml:trace contextRef="#ctx0" brushRef="#br0" timeOffset="10366.31">21567 11017 991 0,'0'0'453'0,"0"0"-63"16,10 45 54-16,-4-33-314 0,4-3-53 15,3-2 49-15,1-2-16 0,2-3-17 16,-3-2 13-16,5 0-6 16,-2-5-17-16,0 0-54 0,0-3 28 15,0-2-53-15,-5 3 21 0,-1-3-22 16,-5 2-3-16,1-3-163 0,-4 0 45 16,-2 0-50-16,0-2-582 0,-2 4-244 15</inkml:trace>
  <inkml:trace contextRef="#ctx0" brushRef="#br0" timeOffset="10710.75">21818 11003 906 0,'0'0'502'0,"0"0"-141"0,0 0 84 16,0 0-248-16,0 0-19 0,0 0 47 15,37 29-122-15,-31-28 6 16,-1-1-6-16,0 0 21 0,1-1-22 15,4-5-57-15,1-3 6 0,2-3-51 16,-5 0-7-16,3 0 7 16,-3 0 0-16,-3 0-90 0,0 1 89 15,3 1-36-15,0 2-59 0,-3 2 96 16,1 3 0-16,-4-1 0 0,4 2 23 16,1 1 15-16,-1 1-19 15,2 1 51-15,-3 8-32 0,3 5 39 16,-3 4 106-16,1 3-60 0,-1-3-107 15,-2 0 38-15,-1-2-54 0,3-1-63 16,3-1 34-16,0-2-119 0,0-1-301 16,3-1 142-16,-1-5-116 0,4-4-534 15,-6-1-39-15</inkml:trace>
  <inkml:trace contextRef="#ctx0" brushRef="#br0" timeOffset="11042.63">22245 10993 1380 0,'0'0'478'0,"0"0"134"0,-37 11-363 15,29-8-47-15,5 3 24 0,0-3-127 16,1 2-99-16,2-1-10 0,0-1 8 16,5 1 2-16,3-2-32 0,8-2 19 15,2 0 10-15,6-1-115 16,-5-2 76-16,-1 1-9 0,-2 1-45 15,0 1 94-15,-5 1-15 0,-3 3-37 16,0 4 54-16,-6 3 19 0,1 2 103 16,-3 7 54-16,0-1-29 0,-5 2 70 15,2 1-52-15,-2-1-58 0,-1 3-31 16,1 0 40-16,2 1-104 0,-2 1 38 16,2 1-43-16,1-1-7 15,2 0-94-15,0 2 78 0,0-5-66 16,0-3-250-16,2-6 78 0,1-6-140 15,2-4-518-15,-2-3 199 16,0-1-82-16</inkml:trace>
  <inkml:trace contextRef="#ctx0" brushRef="#br0" timeOffset="11391.13">22449 11084 1140 0,'0'0'186'0,"0"0"19"0,37-15 45 15,-21 9-120-15,0 0-26 0,-3-4 51 16,0 0-77-16,-2 0-23 0,-1-1-39 16,-2 0-16-16,-3 1 0 15,1-2 4-15,-6 0 15 0,0 2 4 16,0 2-1-16,-3 1-22 0,0 3-13 15,-2 1 13-15,0 0 36 0,-3-1 0 16,0 2 86-16,3 2-6 16,-3 0-13-16,2 2 16 0,-2 5 0 15,3 4-32-15,3 3-17 0,2 2-9 16,0-2-61-16,2-2 25 0,6 0-22 16,0 0-3-16,3-3-107 0,-1 1-76 15,3-2-61-15,-2-3-393 16,2-1 59-16,-2-2-73 0</inkml:trace>
  <inkml:trace contextRef="#ctx0" brushRef="#br0" timeOffset="11765.91">22682 11083 505 0,'0'0'626'0,"0"0"-105"16,0 0-420-16,0 0-4 0,0 0 95 16,0 0-124-16,-24-45-56 15,19 32-12-15,2-1-20 0,0 4-58 16,3 3-74-16,0 2 152 0,3 1 12 15,5 0 121-15,2-2 13 0,9 1 9 16,2 2 49-16,0 2-94 16,3 1-10-16,-3 0-1 0,1 3-21 15,4-2-24-15,-2 1-22 0,-3 1 1 16,0-3-33-16,1 0-19 0,-7 0 19 16,1 0 0-16,-5 0-6 0,-3-3 6 15,-6 2 0-15,-2 0 1 16,0-2 21-16,0 1-22 0,-5-2-109 15,-8-1 55-15,-3 3 28 0,3 1 26 16,-3 1 22-16,5 0 14 0,3 3 2 16,0 0 1-16,3 3-39 0,-3 1 19 15,0 6-19-15,3 2 0 0,2 2-39 16,1-2 38-16,2 0-1 0,5 0-33 16,0-2 34-16,3-1-157 15,3-2-278-15,-1-2 38 0,4-4-113 16,-4-1-626-16</inkml:trace>
  <inkml:trace contextRef="#ctx0" brushRef="#br0" timeOffset="11984.45">23029 11089 1322 0,'0'0'673'0,"0"0"-439"16,0 0-14-16,0 0 164 15,-8-39-173-15,2 22-38 0,4 1-13 16,-3-1-49-16,-1 2-98 0,4-1-1 15,2-2-24-15,0 2 5 0,2 0-225 16,4 2 155-16,4 3-3 0,1 2-42 16,2 3 121-16,3 2-37 0,-3 1-58 15,3 3 34-15,2 0-105 0,1 0-231 16,-3 2 191-16,2 0-105 0,1 2-362 16,-6-1 188-16</inkml:trace>
  <inkml:trace contextRef="#ctx0" brushRef="#br0" timeOffset="17896.11">24048 10882 1294 0,'0'0'514'15,"0"0"-274"-15,0 0 7 0,0 0 66 16,0 0-158-16,0 0-72 0,0 0-66 16,-47-22 12-16,31 22-17 15,3 1 4-15,-1 5-9 0,1-1 15 16,2 3 4-16,1 1 16 0,2 0-17 15,0 1-22-15,3 1 49 0,2 0-27 16,3 0-21-16,0-1 28 16,3 0-32-16,2-2-9 0,6-1 9 15,2-2 0-15,3-2 13 0,2-3-7 16,1-3-6-16,2-3 13 0,-2 0 9 16,-4-3-22-16,-1 0-41 15,-4-1 39-15,-2 0 0 0,-3 0-56 16,1-1 58-16,-1 2 0 0,-5 0-6 15,0 2 6-15,3 4 0 0,-3 0 19 16,0 1-3-16,0-1-16 0,0 1-3 16,0 2-10-16,-3 2-45 0,3 3-105 15,0 7 160-15,0 6 2 0,0 3-21 16,3 3 22-16,2-3 19 0,0 2 7 16,3 1 25-16,-2 1-19 15,2 2 23-15,2 0 25 0,1 2-42 16,-1 0-25-16,4 1 35 0,-4 0-48 15,3 0 2-15,-2-1 17 16,0 0-19-16,-3-2 3 0,-1-2 7 16,-1-3-10-16,-4-4 13 0,1-1-7 15,-3-4-6-15,-3-5 3 0,1 1 13 16,-6-3-16-16,-3-4 19 16,-2 0-25-16,-6-2 6 0,1-3-204 0,2-4 85 15,-5-4-71-15,5-1-362 16,0-4 39-16,3 0-33 0,5 1-643 15</inkml:trace>
  <inkml:trace contextRef="#ctx0" brushRef="#br0" timeOffset="18294.09">24361 10904 928 0,'0'0'228'0,"0"0"-88"16,0 0 195-16,8-34-185 16,-8 33 38-16,0-1 195 0,0 0-163 15,0 0-46-15,0 2-91 0,2 0-83 16,1 4-29-16,0 5 29 0,5 8 129 16,0 3-10-16,0 3 2 15,0 2-22-15,-3 1-29 0,0 3-3 16,0 1 41-16,-2 0-25 0,0 3-30 15,-1 0 42-15,-2 0-95 0,0-3 41 16,0-2-38-16,-2-3-3 0,-1-5-20 16,0-1 20-16,3-4 0 0,-5 0 10 15,3-6-10-15,-4-2 0 0,4-3 22 16,-4 0 9-16,1-1-31 16,0 0 38-16,-3-1-16 0,0 0-22 15,0-2-44-15,0 0 25 0,0-4-31 16,3-3-270-16,-3-7 155 0,2-3-65 15,4-3-292-15,2-3 34 16,0-1-84-16,0 7-543 0</inkml:trace>
  <inkml:trace contextRef="#ctx0" brushRef="#br0" timeOffset="18500.25">24403 10765 1986 0,'0'0'103'0,"0"0"46"0,0 0-9 15,0 0-118-15,0 0-22 0,0 0-12 16,0 0-72-16,0 0 0 0,0 0-97 16,0 0-115-16,29-21-127 15,-23 24-496-15</inkml:trace>
  <inkml:trace contextRef="#ctx0" brushRef="#br0" timeOffset="18822.37">24522 10874 88 0,'0'0'636'16,"0"0"-219"-16,0 0 185 0,0 0-375 16,0 0-55-16,40-2 32 0,-27-3-87 15,1-2-33-15,-4-1-25 16,1 1-46-16,-1 0-13 0,-2-1 0 15,-2 4-13-15,-4-1 10 0,1 2-40 16,-3 0 43-16,0 1 2 0,0 0 28 16,-3 0-30-16,-2 2-68 0,-6 3-48 15,1 3 116-15,-3 5 19 0,-1 0 110 16,4 1-35-16,2 1-10 0,3 0 19 16,-1 2-7-16,1-2-38 15,5 2-36-15,-3-1 36 0,3-4-58 16,3 0 7-16,0-4-20 0,5 0 13 15,2 2-48-15,6-1 47 0,0-1 1 16,2-3-87-16,-2-2-55 16,-2-1-93-16,-4-2-455 0,1-1 33 15,-3-2-148-15</inkml:trace>
  <inkml:trace contextRef="#ctx0" brushRef="#br0" timeOffset="19228.11">24750 10841 443 0,'0'0'1587'15,"0"0"-1344"-15,0 0-7 0,0 0 173 16,0 0-200-16,0 0-88 0,3 41-79 16,0-32 9-16,-1-2-51 15,1-4 22-15,-1 1-16 0,4 0-6 16,-4 0 13-16,4-3 25 0,-1-1-19 15,-2 0-6-15,5 0 28 0,0-5-41 16,2-1 19-16,1-3-38 16,2-3 19-16,0 1-156 0,0 0 89 15,-5 2-38-15,0 1-68 0,0 2 131 16,-2 3 23-16,-4-1 3 0,4 1 16 16,-4 2 45-16,3 1 54 15,-2 0-12-15,0 1-55 0,2 5-19 16,0 2 95-16,-2 5-6 0,2 3 50 15,-2 0 16-15,2 0-92 0,-2-3-70 16,2 0 48-16,-2-2-54 0,2-1-107 16,0-4 72-16,-5-2-70 0,6-3-164 15,-1 1 160-15,-2-2-125 0,5 0-394 16,-3 0 87-16,0-2-169 0</inkml:trace>
  <inkml:trace contextRef="#ctx0" brushRef="#br0" timeOffset="19558.61">25068 10846 1602 0,'0'0'335'15,"0"0"70"-15,0 0 98 0,0 0-291 16,0 0-87-16,0 0-48 0,19 36 2 16,-14-29-25-16,0-3-50 0,0-2 47 15,3 2-51-15,-2-3 15 16,2-1 11-16,0 0-26 0,0-2 32 15,-1-2-39-15,4 0 7 0,-3-4-242 16,-3 3 175-16,3-2-19 0,-2 2-23 16,2 0 106-16,-3 0 0 0,-3 2 3 15,4 3 70-15,-1 0 65 0,-2 0-14 16,-1 5-45-16,1 3-9 0,0 4 25 16,-1 2 63-16,1-1-32 15,0 2-76-15,-1-6 32 0,4 1-79 16,-4-2-66-16,1 0 47 0,-1-3-123 15,1 0-288-15,0 0 52 0,-1-2-370 16,4 0-1437-16</inkml:trace>
  <inkml:trace contextRef="#ctx0" brushRef="#br0" timeOffset="20567.71">25529 10851 398 0,'0'0'512'16,"0"0"-288"-16,0 0 8 0,0 0 187 15,-40 16-140-15,32-8-23 0,0 5 106 16,3 0-175-16,2 1-39 0,3-1-81 16,3-2-29-16,0 0-38 15,7-3-40-15,-2-1 37 0,5-2 3 16,1 0-16-16,-4-4 16 0,3-1 9 15,-5-1-2-15,0-2 34 0,-2 0-6 16,-4-1-28-16,4 0 50 16,-4-2-12-16,1-3-42 0,-3-2 45 15,3-3-48-15,-3-1-64 0,-3 1 42 16,0 0-74-16,1 1-141 16,2 5 82-16,0-1 46 0,0 5-40 0,2 1 132 15,1 0 15-15,2 0-48 16,0 1 50-16,3 1 39 0,6 1 93 15,-4 4-31-15,1 2-15 0,-3 0 66 16,0 5-31-16,0-2-53 0,0 2-33 16,0 2 29-16,0-2-51 0,-3-1 6 15,-3-2-6-15,4-2-13 0,-4-2 12 16,-2 0-12-16,3-1 0 0,0 0 16 16,-1-1 3-16,1-1-9 15,0-1 3-15,-1 0 50 0,1-2-12 16,0-2-35-16,2-1 41 0,-2-2-57 15,2 1-82-15,0-2 59 0,0 1 23 16,1 2-79-16,-1 0 66 16,0 3 7-16,1 0-58 0,-1 2 64 15,0 0 73-15,-2 1 1 0,2 1 8 16,-2 2-44-16,2-1-28 0,0 1 37 16,1-1-47-16,-1 0 23 0,0-1-14 15,1-1 13-15,2-1-12 16,2 0 53-16,3-6-63 0,3 0-6 15,-2-2-23-15,-1 2 26 0,-3-3-138 16,1 2 140-16,0 0-30 0,-1 1-39 16,-2-1 70-16,0 4 0 0,-5 1-57 15,2 2 57-15,-2-1 1 0,2 1-1 16,0 0 92-16,-2 3-25 0,0 5-10 16,2 2 60-16,-3 3-29 15,4 4-41-15,-1-2 98 0,-2-1-120 16,-1-4 19-16,1-2-21 0,-3-2-23 15,3-1-13-15,-1 0-16 16,1 0 29-16,2 1-233 0,-2-2 148 16,0-2-63-16,-1 1-404 0,-2-2-83 15,3-1-631-15</inkml:trace>
  <inkml:trace contextRef="#ctx0" brushRef="#br0" timeOffset="21385">27001 10926 846 0,'0'0'1010'0,"0"0"-812"0,0 0-198 16,0 0 2-16,0 0 63 0,0 0 116 16,43 6-77-16,-27-10-46 0,-3-3 10 15,0 0-26-15,-2 2-7 0,-3-1-22 16,-3 2 13-16,-2 0-10 0,-3 2 39 16,0-3 12-16,0-1-9 15,-3 1 26-15,-5 0 12 0,-5 2-96 16,-3 2-10-16,0 1 9 0,0 4 2 15,3 2 14-15,-3-1 59 16,5 5-13-16,1 0-13 0,2 0 16 16,0 2-61-16,3-1 29 0,2-1-33 15,3-1 1-15,0 0-58 0,0-4 46 16,5 1 12-16,3 0-81 16,5 1 78-16,6 1-14 0,2-3-187 15,3-2 5-15,0-2-114 0,-3-1-638 0,-5 0 192 16,0 0 46-16</inkml:trace>
  <inkml:trace contextRef="#ctx0" brushRef="#br0" timeOffset="21647.09">27306 11040 1130 0,'0'0'306'0,"0"0"49"0,0 0 199 16,0 0-289-16,0 0-17 15,0 0 25-15,0 0-97 0,0 0-52 16,0 0 12-16,0 0-9 0,-5-37-64 15,5 21-57-15,0-2 79 16,0 2-85-16,0 1 32 0,0 1-17 16,-3 0-15-16,0 5-15 0,3 1 15 15,0 4 0-15,0 0-104 0,3 1 104 16,2 0-38-16,6-1-111 16,5 3 149-16,0 1-44 0,2 2-271 15,1 2 142-15,-3 4-64 0,0-1-490 16,-3-1 5-16,-3 1-350 0</inkml:trace>
  <inkml:trace contextRef="#ctx0" brushRef="#br0" timeOffset="22004.73">27597 11011 85 0,'0'0'1072'15,"0"0"-382"-15,0 0-340 16,0 0 22-16,0 0 40 0,0 0-239 16,0 0-54-16,0 0-21 0,0 0 33 15,0 0-33-15,-13-35-3 0,10 21 21 16,-2-2-84-16,0 0-4 0,0-1-6 16,-1-1-22-16,1 0-70 0,2-4 51 15,-2 0-31-15,2-4-181 16,3-1 88-16,3 0-13 0,8-2-255 15,2 3 186-15,8 3 57 0,0 0 168 16,3 4 41-16,0 4 107 0,0 2 87 16,-3 4-74-16,0 1-39 0,-5 6-71 15,-3 1-51-15,1 1-19 0,-4 3-103 16,-5 3 42-16,3 3-84 0,-2 3-311 16,-6 2 41-16,0 4-90 15,-3-7-349-15</inkml:trace>
  <inkml:trace contextRef="#ctx0" brushRef="#br0" timeOffset="22723.25">27526 10941 401 0,'0'0'629'16,"0"0"-316"-16,0 0 129 0,0 0-244 15,50 9-32-15,-26-10 18 0,2-4-112 16,-2 2-14-16,3-3 32 15,-3 1-32-15,2 0-9 0,1 1 12 16,-6 2 13-16,0-3-26 0,-5 3-16 16,-3 0 20-16,-5 1-14 0,-3 0-38 15,-2 1 45-15,-3 0-6 0,3 0-33 16,-3 0 71-16,0 0 0 0,-3 1 66 16,0 3-66-16,-2 2-30 15,-3-2-34-15,0 3 76 0,3 1-32 16,-3 3-51-16,3-1 51 0,-1-2-57 15,4 0-45-15,2-1 45 16,0-1 0-16,0-1-44 0,2 0 44 16,4-3 0-16,-1-2-19 0,6 0 19 15,2-4 0-15,0-2-117 0,3-2 31 16,-6 1-76-16,4 3-262 0,-4-1 257 16,1 3 89-16,0-1 16 15,-1 3 59-15,-2 0-20 0,0 0-39 16,-5 3 36-16,2-1 21 0,3 2 5 15,0 1 13-15,0 1 26 0,0 0 45 16,0 0-32-16,0-1-4 0,0 1 23 16,0-1 0-16,-3 0-19 0,0-2-43 15,-2 1 20-15,-1-4-3 0,1 0-7 16,-3 0 39-16,3 0 13 0,-3-2 44 16,0-1-26-16,0-4-69 15,0-1 2-15,0-2-6 0,0-6-16 16,-3 0-26-16,3-1 25 0,0 1-184 15,3 4-133-15,2 1 218 0,6 1 6 16,-1 2 10-16,3 1 84 16,1 1 53-16,2 3 115 0,-3 1-14 15,3 2-25-15,-3 0-65 0,3 1-19 16,-6 2-45-16,1 1 13 0,-3-1 3 16,-3 1-16-16,1 2 3 15,2 3 54-15,-1 4 14 0,1 2-17 16,-2-2 26-16,-4 0-49 0,-2-3-18 15,3 0 19-15,-3 0-32 0,0-3 16 16,0-3-14-16,0 0-2 0,0 0-94 16,-3 0 93-16,1-1-59 0,-4-1-231 15,1-2 31-15,2 0-173 0,-2-2-1046 16</inkml:trace>
  <inkml:trace contextRef="#ctx0" brushRef="#br0" timeOffset="23145.19">28222 10777 1545 0,'0'0'399'16,"0"0"-126"-16,0 0 192 0,40 2-185 16,-35 0-94-16,1 2 9 0,2-1-62 15,-3 1-53-15,3 1-46 16,2 2 49-16,-4 0-33 0,4 0-50 15,-2 2 88-15,0 1-88 0,0 0 35 16,-2-3-22-16,-1 0-13 0,-3-1 9 16,4-2-9-16,-4 0 0 0,4 0 10 15,-4-2-10-15,1 0 0 0,0-2 22 16,-1 0-19-16,1 0-3 0,0 0 28 16,2-1-9-16,0-3-19 15,0-2-151-15,1-1 122 0,-1 1-30 16,0 0-65-16,1 1 124 0,-1 0 0 15,-2 2-83-15,2 0 82 16,0 2-18-16,1 1 19 0,-4 1 35 16,3 4 53-16,-2 1-28 0,2 5 54 15,1 2-54-15,-4 3-44 0,1-1 31 16,0 1-47-16,2-5-69 0,-2-3 67 16,-1-3-89-16,1 1-197 0,2 0 100 15,3-1-122-15,8-3-539 16,-5 1 39-16,2-3-380 0</inkml:trace>
  <inkml:trace contextRef="#ctx0" brushRef="#br0" timeOffset="23589.7">28723 10883 1774 0,'0'0'997'0,"0"0"-746"0,0 0 69 15,-32 7 19-15,14 2-68 0,4 1-48 16,1 1-36-16,5-1-11 0,3-1-167 15,0 1 59-15,2-3-58 0,3-2-10 16,0-1-124-16,0 1 102 16,5 0 7-16,3 2-128 0,5-2 122 15,3 0 21-15,3-1-172 0,-3 1 169 16,-3 1-28-16,-2 0-80 0,-1 2 111 16,-2 1 0-16,3 5-25 15,-3 0 25-15,-3 4 0 0,0 2 28 16,1 3 7-16,-1 1 38 0,-2 2-36 15,-1-2 82-15,1 3-94 0,-1 1 9 16,-2 0 34-16,3 0-68 0,-3-3 34 16,-3 1-24-16,-2-3-10 0,0-2 31 15,-3-4 33-15,0-2-5 0,3-4-40 16,-1-4 110-16,-2-1-71 16,1-5-18-16,-1-1 107 0,-3-3-30 15,-5-8-99-15,5-5 104 0,1-3-122 16,2-3 52-16,0-5-110 0,3-3 58 15,2-1-474-15,3 1 310 16,11 1-202-16,2 6-562 0,3 2 490 16,5 4 5-16,0 5-335 0,-5 2 192 15,0 4-410-15</inkml:trace>
  <inkml:trace contextRef="#ctx0" brushRef="#br0" timeOffset="23709.98">29017 11144 2126 0,'0'0'1053'0,"0"0"-754"16,0 0-226-16,0 0-73 0,0 0-54 16,0 0-25-16,0 0-224 0,0 0-1327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11T09:25:48.740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15912 6208 362 0,'0'0'632'0,"0"0"-433"15,0 0-95-15,0 0 306 0,0 0-182 16,0 0-63-16,0 0 75 0,0 0-140 16,0 0 16-16,11-30 71 0,-11 28-61 15,0-2-7-15,0 2-4 16,0-2-13-16,0 3-19 0,0-1-6 15,0 0 28-15,0 1-38 0,-3 0-64 16,-2 0 13-16,5 1-16 0,-3 0-156 16,-2 1 108-16,-6 5-6 0,-2 6-56 15,-3 3 108-15,0 3 1 0,0 2-75 16,0 0 76-16,1 2 0 16,1 3-45-16,1 1 25 0,0 2 1 15,0 3-35-15,2 2 54 0,0 0 51 16,3 1 23-16,6-3 50 0,-1-1-114 15,6-5 15-15,2 0-5 16,6-2-20-16,2-4 6 0,3 2-6 16,2-4 0-16,4 0-67 0,1-2 66 15,1-1 1-15,3-1-80 0,-1-3 77 16,1-2-103-16,-1 1-299 0,-2-2-32 16,-5-3-180-16,-6-1-797 0</inkml:trace>
  <inkml:trace contextRef="#ctx0" brushRef="#br0" timeOffset="1213.29">16095 6426 109 0,'0'0'1137'0,"0"0"-902"0,0 0-235 16,0 0-39-16,0 0 39 15,0 0 26-15,0 0 211 0,0 0-100 16,0 0 2-16,0 0 23 0,24 42-94 16,-19-30 39-16,0-1 0 15,-2-3-42-15,0-3-27 0,-3 0-2 16,2-1-7-16,-2 0-10 0,3-1-9 15,-3-1 26-15,3-1-4 0,-3-1 55 16,0 0 38-16,0 0 16 0,0 0 58 16,2-3-75-16,-2-4-124 0,3-3 25 15,0-3-25-15,-3-3 0 0,7 0-13 16,-1-1-3-16,-1 2 16 16,0 1-83-16,1 4 80 0,-1 2-16 15,-2 3-61-15,-1 2 80 0,1 1 0 16,0 0-87-16,2 1 85 0,-2 1-39 15,-1 0-17-15,3 4 58 16,1 4 35-16,-1 3 20 0,3 2 15 16,0 1-70-16,0-2 22 0,-3 0-18 15,0-4-4-15,-2-3 2 0,0-1-2 16,-1-2 0-16,4 1 9 0,-4 0-9 16,1-1 0-16,-3 0 16 0,3-2 29 15,-1 0 22-15,-2-2-3 16,3-3 18-16,2-3-82 0,1-3 19 15,-1-2-19-15,3-1 0 0,-3 2-75 16,0 0 53-16,3 1-48 0,-8 2-93 16,8 3 144-16,-5 3 0 0,0 0-65 15,-1 2 83-15,1-2-24 0,0 3-65 16,-1 0 77-16,1 0-10 16,-1 6 23-16,4 3 52 0,-4 5-7 15,4 1-29-15,-1 1 13 0,-2-1-29 16,2-3 16-16,0 0-7 0,-2 0-9 15,5-1-16-15,-5-1-6 0,4-4-110 16,-4 0-216-16,2-1 67 16,-2 0-131-16,2-1-402 0,1 0 146 15</inkml:trace>
  <inkml:trace contextRef="#ctx0" brushRef="#br0" timeOffset="1683.66">16709 6371 972 0,'0'0'293'0,"0"0"-69"16,0 0-6-16,0 0-120 0,0 0 28 15,-39 13 95-15,28-6-121 0,0-1-22 16,4 3 29-16,-4 3-52 0,0 2 32 15,1 1 55-15,4-1-68 0,1-1-42 16,5-6-22-16,0 1-1 16,0-3-9-16,3 0-25 0,-1 0 12 15,4 0-39-15,2 1-57 0,2-1 79 16,1-5 28-16,-1 0 4 0,4-5 17 16,-6 0 10-16,-6 3-10 0,4-3 14 15,-1 0-14-15,-2 0-6 16,2-2 13-16,0 0-4 0,-2 0-19 15,-1 1-1-15,1 1-2 0,-3 1 0 16,3 0 0-16,-3 0 23 0,0 3-4 16,0 1-12-16,0 0-7 0,0 0-103 15,0 6 103-15,0 3 100 0,0 2 6 16,0 1-20-16,0 0-86 16,2-2 10-16,1 0-13 0,5-2 3 15,-5-2-33-15,5 1 21 0,2-1-1 16,1-2-186-16,2 1 92 0,0-5-83 15,-2 0-289-15,-1 0 63 16,-2-3 2-16,-5 1-515 0</inkml:trace>
  <inkml:trace contextRef="#ctx0" brushRef="#br0" timeOffset="2017.99">16871 6464 1272 0,'0'0'891'16,"0"0"-697"-16,0 0-71 0,0 0 6 15,0 0-13-15,0 0 7 0,0 0 11 16,0 0-76-16,0 0-58 0,0 0 1 16,34 14 28-16,-23-13-6 0,5-1-17 15,-3 0 55-15,-2-3-42 0,-1-1-10 16,1 0 23-16,-1 0-32 16,-2-2 4-16,-2 2-4 0,-4 1 0 15,4-1-80-15,-4 0 57 0,4 2-22 16,-4-1-70-16,1 2 115 0,0 0-1 15,-3 1-60-15,0 0 59 0,0 0 2 16,0 4 26-16,2 2 50 16,1 6 24-16,-1 1 34 0,1 3-44 15,2-1-68-15,1-2-9 0,-1-1 15 16,3 0-28-16,3-1-137 0,2 0-42 16,-3-1-110-16,4-2-659 15,-6-3-249-15</inkml:trace>
  <inkml:trace contextRef="#ctx0" brushRef="#br0" timeOffset="2796.15">17867 6409 1357 0,'0'0'663'16,"0"0"-323"-16,0 0-178 0,0 0-126 16,0 0 47-16,0 0 120 15,-3-35-110-15,0 31-89 0,-2 1-4 16,0 0-32-16,-6 3-42 0,-2 0-36 15,0 4 52-15,2 4 10 0,-2 1-33 16,2 0 59-16,3 3-27 0,0-4-32 16,3 0-35-16,0-1 25 0,5-3-120 15,0 3 55-15,-3 0-35 0,3 0-93 16,3 0 138-16,2 0-20 16,6-1 166-16,-1 1 16 0,4 0 39 15,-1-2 167-15,-3 0-30 0,-2-1-46 16,-2-2 98-16,-4 2-143 0,4-2-36 15,-4 3 48-15,1 0-61 16,0-3-10-16,-1 2 71 0,-2 1-32 16,0-3-32-16,0 2 71 0,-2 1 9 15,-1-1-23-15,-5 1-26 0,-3 1-12 16,-2 2-20-16,-3-4-35 0,0 0 35 16,6 0-48-16,-1-3-84 0,1 0 14 15,-1-1-84-15,3 0-301 16,0-2-15-16,3-1-194 0,5 2-392 15</inkml:trace>
  <inkml:trace contextRef="#ctx0" brushRef="#br0" timeOffset="3222.42">17983 6393 686 0,'0'0'489'0,"0"0"-421"16,0 0 26-16,0 0 268 0,0 0-122 16,0 0-71-16,0 0 90 0,0 0-159 15,0 0-39-15,24 39-25 0,-19-33 6 16,-2 1-39-16,0-1-3 0,-1 0 16 16,4-2-12-16,-4-1 34 15,1-1-2-15,0 0-23 0,-1-2 6 16,-2 0 36-16,3 0 15 0,0-2 46 15,-1-3-45-15,4-5-71 0,1-1 9 16,1-3-22-16,0 0 13 0,0 2-125 16,0 1 42-16,0 2-11 0,-3 3-32 15,1 1 96-15,-4 2 27 0,4 1-29 16,-4 0 32-16,1-1-13 16,0 3-19-16,-1 0 32 0,1 3 32 15,0 1 94-15,-1 4-20 0,1 3 0 16,-3 5-13-16,0 0-60 0,3 0-33 15,-1-2 19-15,-2 0-16 0,3-1-3 16,0-1-26-16,-1 0 1 0,3-2-110 16,-2-1-275-16,2-3 99 15,1-1-114-15,-4-2-493 0,4-1 236 16</inkml:trace>
  <inkml:trace contextRef="#ctx0" brushRef="#br0" timeOffset="3618.61">18399 6406 1616 0,'0'0'286'0,"0"0"-114"16,0 0 117-16,-37-3-92 0,24 6-10 15,2 0 25-15,3 0-71 0,3 0-45 16,2 0-58-16,1 2-38 0,-1-1-6 15,0 0-93-15,1 0 83 0,2-2-7 16,0 1-115-16,2-1 16 16,1-1 61-16,2 1-42 0,1-2 103 15,4 0 0-15,-2 0-21 0,0-3 17 16,0 2-5-16,-5 0-24 0,2 1 33 16,0-2 0-16,-2 2-50 0,0 0 34 15,2 0-13-15,-5 2 19 16,5 1 10-16,-2 1 42 0,2 2 87 15,-2-1-68-15,-1 3-35 0,4-2 16 16,-4 2-16-16,4 1 3 0,-1-3-17 16,0 2 24-16,1-1-36 0,-1 0-84 15,0-1-32-15,0-1-16 0,3-1-243 16,-2-1 80-16,2-1-193 16,-6-2-601-16</inkml:trace>
  <inkml:trace contextRef="#ctx0" brushRef="#br0" timeOffset="4052.38">18532 6314 391 0,'0'0'1520'0,"0"0"-914"0,0 0-606 15,0 0-42-15,0 0 42 16,0 0 158-16,5 34 35 0,-3-16 16 15,1-2-113-15,0 1-29 0,-1-4-32 16,1 0 0-16,2-1-35 0,-2-1 16 16,2-2-6-16,-2-3-10 0,0-1 13 15,2-3-11-15,-2 0-2 0,5 0-83 16,-3-2 82-16,3 0 1 16,5 0-99-16,-2-5 22 0,-3 0-64 15,2-1-159-15,-5 1 103 0,3-2-49 16,0 2-192-16,0 0 269 15,-2 0 91-15,2 1 29 0,-6 2 36 16,3 1 13-16,-2 1 10 0,-3 0 32 16,3 2 104-16,-3 2 234 0,0 4-172 15,0 2 15-15,2 5 77 0,-2-1-164 16,0 1-85-16,6-3-22 0,-4-1 16 16,1-3-29-16,0 0-10 0,-1-5-6 15,4 0-100-15,-4 0-93 16,4 0 106-16,-1-1-36 0,0-1-214 15,0-1-88-15,1-3-128 0,-4 0-575 16</inkml:trace>
  <inkml:trace contextRef="#ctx0" brushRef="#br0" timeOffset="4474.8">18860 6280 1803 0,'0'0'444'0,"0"0"-344"16,0 0-96-16,0 0 254 0,5 43-113 15,-5-29-39-15,0-1 26 0,0-4-61 16,0 2-39-16,0-5-26 0,3-1 32 16,-3-1-38-16,0 3 23 0,0-2-14 15,3 0-9-15,-3 0 16 16,2-1-16-16,-2-1 0 0,5 0-73 15,-2-3 47-15,0 1 4 0,2-1-65 16,0 0 17-16,1-1-30 0,2-4-126 16,-3 0 75-16,3-2-18 0,0 1-148 15,0-1 193-15,0 2 75 0,-3 3 10 16,0 1-9-16,1 1 48 0,-4 0 199 16,4 2-11-16,-4 6 39 15,1 3 196-15,2 2-211 0,-2 0-77 16,-1-1 9-16,1 1-74 0,0-3-19 15,2 0-48-15,-2 0 48 16,-1-2-51-16,1-2 10 0,0-2-36 16,-1 0 7-16,1-1-214 0,2 2 76 15,1 0-87-15,-4-1-422 0,1-4 6 16,-1 0-125-16</inkml:trace>
  <inkml:trace contextRef="#ctx0" brushRef="#br0" timeOffset="4984.14">19088 6457 1913 0,'0'0'399'0,"0"0"-212"0,0 0 17 16,0 0-37-16,34-10-10 0,-18 6-13 15,-3 2-64-15,1-1-41 16,-1 1-33-16,-3 0 54 0,1-1-60 16,-3 1 16-16,-3-1-6 0,1 2-10 15,-4-1 16-15,-2-1 12 0,3 1 1 16,-3 1-29-16,0-2 86 0,0 0-86 15,-3 0-143-15,-2 1 82 16,-3 0-18-16,-5 1-78 0,2 1 122 16,3 0 12-16,3 1 4 0,0 1 19 15,-1-1 67-15,4 3 7 0,-4-1-10 16,4 1-64-16,-1 2-35 0,3-1 35 16,0 1 12-16,3 0-2 0,2 4 25 15,6 0-35-15,-1 0-50 16,6 1 49-16,0-1-21 0,-3-3-49 15,0-2 71-15,1 0 0 0,-1-1-19 16,0-1 19-16,0-2 0 0,1-1 2 16,-1 0 18-16,0-2-20 0,-2-2-13 15,-3 1 0-15,0 0 13 16,-6 0 0-16,4 0 10 0,-4-1 34 16,1-3-15-16,-1-4 54 0,-2 0-29 15,0-2-19-15,-5-3 32 0,0 5-22 16,2-1-42-16,3 4 76 0,0 2-15 15,0 2-61-15,0-1 51 0,3 0-54 16,0-1-76-16,2 1 73 16,3 0-16-16,2 1-99 0,4 2 118 15,1 2-29-15,1 0-162 0,0 3-78 16,0 0-233-16,-5-2-1297 0</inkml:trace>
  <inkml:trace contextRef="#ctx0" brushRef="#br0" timeOffset="5927.25">20158 6371 1180 0,'0'0'511'0,"0"0"-196"16,0 0-20-16,0 0-178 0,0 0-14 15,0 0 26-15,0 0-55 0,0 0-26 16,-3-35-3-16,-8 33-35 0,-2 1-10 15,-5 1-67-15,2 1 54 16,0 1-3-16,0 3-39 0,3 0 39 16,2 2-4-16,1-2-28 0,2 2 32 15,0-3-7-15,5-2-19 0,-2 4 39 16,2-2-20-16,0 1-41 0,3 0 48 16,0 0-1-16,6-1 17 0,4-2-13 15,6 2 13-15,3-3 53 16,-1 2 15-16,1 0-10 0,-6 1 0 15,0-1-19-15,-5 2-23 0,0-1-12 16,-2-1 82-16,-4 0-50 0,3 2-27 16,1 0 43-16,-4 1-33 0,1 0 1 15,0 0 15-15,-3-2 0 16,0 3 10-16,-6-2 80 0,-4 3-7 16,-3-1-48-16,-3 1-3 0,2-2-67 15,4-2-54-15,2-1-3 0,3-3-39 16,-1 1-199-16,1-1 73 0,2 0-108 15,-2 0-582-15,2-3 153 0,3-2 96 16</inkml:trace>
  <inkml:trace contextRef="#ctx0" brushRef="#br0" timeOffset="6386.56">20351 6389 672 0,'0'0'348'15,"0"0"-126"-15,34-12-85 16,-31 10-111-16,0 2 23 0,-1-1 201 15,-2 1 49-15,0 0 54 0,-2 0 57 16,-4 0-326-16,-4 0-39 0,-6 4-45 16,0 2 54-16,-2 1-12 0,-1 1 41 15,8-1 26-15,-2 1-32 16,3-2-4-16,4 0 10 0,1-1-83 16,2-1 22-16,3 2-38 0,-2-1 16 15,2 2-19-15,0-1-6 0,2 0 25 16,6-2-42-16,3-1 42 0,5-1 0 15,2-2 0-15,1-3-3 0,-3-1 3 16,-6 0-92-16,4-2 79 16,-6 0-35-16,-1 0-87 0,-1 1 81 15,-1 0-1-15,-2 1-28 0,-1-2 83 16,4-2-23-16,-4 2-121 0,1-2 92 16,0 2 42-16,-1 2 10 0,1 0 29 15,-3 1-9-15,0 2 2 16,0 1 20-16,0 0-13 0,0 0-26 15,0 1 17-15,3 4 15 0,-3 1 4 16,2 0 15-16,-2 2-54 0,6 1 0 16,-1 0 13-16,0-2 16 0,3 2-10 15,0-1 16-15,3 2-35 16,2-3-38-16,-3 0-87 0,-2-2-88 16,0-3-275-16,-2-2 17 0,-1 0-43 15,0 0-627-15</inkml:trace>
  <inkml:trace contextRef="#ctx0" brushRef="#br0" timeOffset="6936.89">20634 6376 1572 0,'0'0'620'16,"0"0"-374"-16,0 0-143 15,0 0 1-15,0 0 47 0,0 0 29 16,0 0-113-16,0 0-41 0,0 0-26 15,0 0 42-15,22 24-42 0,-17-20 12 16,0-1-12-16,1 0 0 0,-4 0 13 16,3-1 0-16,1 0-13 0,-1 0 3 15,0-2-3-15,1 0 0 0,-1 0-29 16,-2 0 13-16,2-4 16 16,-2 0-115-16,2-1 48 0,0 0-4 15,-2-2-19-15,2 1 90 0,-2 0 0 16,2 2-8-16,0 0 8 15,-2 1 33-15,0 1 57 0,-1 0-1 16,1 1-50-16,0 0-29 0,2 1 9 16,-2 0-10-16,-1 1 4 0,1 1 7 15,-1 0-20-15,4 2 16 0,-4-2 3 16,1 1-19-16,2 0 13 0,-2 0 9 16,2-1 3-16,3 0-21 15,-2 0 37-15,1-2-41 0,1 0 13 16,0 0-13-16,0 0 0 0,0-2-37 15,0 0 34-15,0-1 3 0,0 0-90 16,-3 0 88-16,1 1-14 0,-1 1-16 16,-2 0 30-16,-1 1 2 0,1 0-13 15,-3 2 13-15,0 3 51 16,0 6 67-16,0 1 32 0,0 1-73 16,0-3-20-16,0 1 22 0,0-2-79 15,0 2 26-15,3-2-11 0,-1-2-15 16,1-4-117-16,0 2 34 0,2 0-76 15,0 0-238-15,0-3 84 0,3 1-244 16,-2-3-1035-16</inkml:trace>
  <inkml:trace contextRef="#ctx0" brushRef="#br0" timeOffset="7535.85">21058 6348 1858 0,'0'0'502'0,"0"0"-298"0,0 0-165 15,0 0 54-15,0 0 75 16,0 0 11-16,0 0-51 0,0 0-35 16,0 0-29-16,19 36 3 0,-14-28-64 15,-2-2 16-15,2-1 16 0,-2-1-16 16,-1 0-3-16,-2-1 12 0,3-2-21 15,0 1 12-15,-1-2 28 0,1 0 4 16,0 0-13-16,2-3 63 16,-3-1-101-16,4-3 41 0,2-2-41 15,-3-5 0-15,0 3-133 0,1 1 108 16,-4 3-41-16,1 3-20 0,0 1 86 16,-1-1 0-16,1 2-38 15,0-1 38-15,-3 2 0 0,2 1 19 16,1 0-3-16,-3 2-16 0,2 2 2 15,1 1 39-15,0 0-41 0,2 0 26 16,-2 1-20-16,-1 0-6 0,4-1 16 16,-1-1-10-16,0 0 13 0,1-1-6 15,1-2 34-15,-1 0-47 0,2-1-41 16,0 0 16-16,0 0-54 16,0-2-33-16,-1-2 109 0,-1 1-13 15,-1-3-98-15,3 4 112 0,-3-1-34 16,-2 0-15-16,0-1 49 0,-1 4 2 15,-2 0 0-15,3 0 16 16,-3 0 42-16,0 7 21 0,0-2 64 16,0 4-60-16,0 3-23 0,3 2 25 15,-1-3-85-15,4 1 29 0,-4-3-14 16,6-1-15-16,-5-3-50 0,2 1 9 16,0-2-51-16,-2 0-210 15,5 1 127-15,-3-1-130 0,3-1-676 16,-5 0-56-16,5-3 251 0</inkml:trace>
  <inkml:trace contextRef="#ctx0" brushRef="#br0" timeOffset="7884.84">21450 6389 1539 0,'0'0'805'0,"0"0"-721"0,0 0-9 16,0 0 199-16,0 0-37 0,48-14-67 15,-32 10-74-15,-3 1-35 0,3-1-49 16,-6-1 7-16,4 2 0 0,-6 0-19 16,-3 0-3-16,0 1 3 15,1 0 0-15,-4 1 16 0,-2-1 19 16,3-2 13-16,-3 1-32 0,-3 0-16 16,-7-2-64-16,-6 4-105 0,2 1 159 15,-4 1 8-15,2 5 4 16,5-3 33-16,-2 4 38 0,3 0 54 15,4 1 10-15,-2 3-46 0,6-3-56 16,2-1 31-16,0-1-66 0,0 0 32 16,2 4 40-16,6 1-22 0,6 2-22 15,-1-2 10-15,3-2-38 16,0-2-166-16,2-1 99 0,3-2-65 16,3 0-157-16,0-2 162 0,2-2-267 15,-4 0-1161-15</inkml:trace>
  <inkml:trace contextRef="#ctx0" brushRef="#br0" timeOffset="8616.12">22443 6335 13 0,'0'0'1351'0,"0"0"-601"16,0 0-429-16,0 0-79 0,0 0 70 15,0 0-123-15,8-35-49 16,-8 29 3-16,-2 1-47 0,2 0-71 16,-6 1-9-16,1 2-32 0,-6 1 10 15,-2 1-144-15,-3 3 125 0,0 3-16 16,3 2-76-16,3-1 116 0,4-1-21 15,1-1-109-15,0-1 80 0,2 3-52 16,3 0-180-16,0 0 122 16,0 1 19-16,8 1 28 0,3 0 114 15,5-2 3-15,2 1 0 0,1-2-2 16,-6-1 0-16,-3 0-1 0,-2-1-1 16,-5-1-3-16,0-1 1 15,-1 1-10-15,1-1 13 0,-3 1 81 16,0 0-16-16,0 0-17 0,0 0 49 15,-5 2-3-15,-3 1-20 0,-8-1 3 16,3 0-25-16,-1 0-52 0,1-2-13 16,3 1-38-16,-1-3-27 0,3 1-131 15,3-1 27-15,2-1-106 16,0 0-366-16,1 0 65 0,2-6-157 0</inkml:trace>
  <inkml:trace contextRef="#ctx0" brushRef="#br0" timeOffset="9109.84">22602 6341 864 0,'0'0'394'0,"0"0"-264"15,0 0 7-15,0 0 188 0,16 39-140 16,-13-20-6-16,-1-1 163 0,-2 2-161 16,3 0-65-16,0-2-23 0,-1 2-3 15,1 1-13-15,2-2-42 16,1 0 16-16,-4-2-41 0,4-2 22 15,-1-2-26-15,-2-1-6 0,-3-5 0 16,2-2-2-16,-2-3 2 0,0 1-77 16,0-1 77-16,0-1 2 0,0-1 59 15,0 0 92-15,0-4-86 16,-2-5-45-16,-1-6-24 0,-2-2 2 16,-1-3-64-16,4 0 64 0,-1-2-22 15,3-2-211-15,0-2 92 0,0-2 23 16,0 2-214-16,0 3 21 0,3 2 104 15,2 4-111-15,0 4 220 16,1 4 98-16,-1 4 91 0,3-3 117 16,2 2 26-16,1 1 67 0,2 1-153 15,-2 1 17-15,-1 2 88 0,1 1-118 16,0 1-49-16,-6 2-38 0,0 2 28 16,0 0-44-16,-2 0-19 0,0 5 22 15,-1 0-3-15,-2 1-32 16,0 3 66-16,-5-4-15 0,-3 0-10 15,-2-1 89-15,-1-1-39 0,-5-1-60 16,0-1 54-16,0-2-85 0,3 0-38 16,0-2 38-16,0-1-132 0,2 0-276 15,0-1 178-15,3 0-106 16,1-4-820-16,4 2-326 0</inkml:trace>
  <inkml:trace contextRef="#ctx0" brushRef="#br0" timeOffset="9722.04">22896 6407 973 0,'0'0'602'0,"0"0"-111"0,0 0-307 16,0 0-19-16,0 0 155 0,0 0-121 15,0 0-38-15,0 0 24 16,0 0-45-16,0 0 6 0,11 3 28 15,-11-7-42-15,0-1-106 0,0-3 5 16,0-4 3-16,-3-1-34 0,3-2-74 16,0 2 73-16,0-2-133 0,6 7-151 15,-1-1 240-15,3 1-18 16,5 2-106-16,3 1 140 0,0 3-13 16,0-1-60-16,0 3 82 0,2 0-8 15,-2 0-1-15,0 1 29 0,-3 2 0 16,0 0-3-16,-2 2 3 0,0-1 0 15,-6-1 0-15,0-1 6 0,-2 1-6 16,-1-1 3-16,1 0 29 0,-3-1 4 16,0 0 5-16,-3 3 39 15,-7 0 19-15,-1-1 73 0,-2 2-22 16,0-1-21-16,2-1 1 0,6 1 30 16,0-1-119-16,2-1 0 0,-2 2-22 15,2 0-19-15,0-1-65 16,3-1 64-16,0 2 1 0,0-2-56 15,6 0 28-15,2 0 22 0,5-2-86 16,3 1 92-16,-3-1 0 0,-5 0-94 16,-3 0 75-16,0 0 16 0,-2 0-114 15,2 0 114-15,1 1-13 0,-4 3-111 16,4 1 105-16,-4 0-1 16,1 2 23-16,0 0 3 0,2 1-3 15,-2 0 4-15,2 1 12 0,0-2-10 16,0-2 7-16,1 0 34 0,4 0-47 15,-2-4-105-15,6-1 86 0,1-4-64 16,-1-3-346-16,-4-3 75 16,-2-2-112-16,3-1-458 0,-9 3 425 15,4-2-29-15</inkml:trace>
  <inkml:trace contextRef="#ctx0" brushRef="#br0" timeOffset="10074.68">23304 6176 1036 0,'0'0'651'15,"0"0"-281"-15,0 0-91 0,0 0 24 16,0 0-225-16,0 0-59 0,0 0 16 16,0 0 78-16,0 0 22 0,24 42 38 15,-24-23-49-15,0-1-28 0,0-4-68 16,0 0 68-16,0-2-33 16,3-2-60-16,-3-2 67 0,2-4-48 15,1 0 0-15,2-1 31 0,-2 0-53 16,2 1 38-16,3-2-16 0,5-1-22 15,3-1-15-15,0-2-4 0,0-2-16 16,-3-1-196-16,1 2 145 16,-7 1-50-16,1 0-245 0,-5 0 123 15,2 2-26-15,-5 0-147 0,3 0 272 16,0 3 55-16,-1 1 104 0,-2 2 45 16,-2 4 316-16,-4 3 153 15,4 2-301-15,2-1-40 0,0 0-64 16,2-3-35-16,1-1-49 0,5 0-18 15,0-2 34-15,2 1-41 0,1-3-51 16,0 1-25-16,-3-4-17 0,-6-3-435 16,4 0-104-16,-4 0-466 0</inkml:trace>
  <inkml:trace contextRef="#ctx0" brushRef="#br0" timeOffset="10472.58">22910 6132 2617 0,'0'0'495'0,"0"0"-495"15,0 0-90-15,0 0 90 0,0 0 32 16,0 0 70-16,39 8-31 0,-20-8-36 16,-1 0 38-16,1-2-3 0,-3-2-28 15,-6-1 47-15,1 0-86 0,0 1 35 16,-6 1-23-16,-3-2 11 16,1 1-14-16,0 0 52 0,-3-4-64 15,0 1-7-15,0 1 4 0,-6-3-60 16,1 5-115-16,-3 1 131 0,0 0-1 15,3 2-83-15,-3 1 112 16,3 0-32-16,2 5-87 0,0 1 84 16,3 6 12-16,14 2-122 0,2 3-23 15,7-3-46-15,4-2-471 0,-9-4-322 16</inkml:trace>
  <inkml:trace contextRef="#ctx0" brushRef="#br0" timeOffset="11027.32">23842 6084 1611 0,'0'0'354'0,"0"0"-117"0,0 0 47 16,0 0-174-16,0 0-16 0,0 0 33 15,0 0-52-15,0 0-21 16,0 0-51-16,18-22 15 0,-12 22-18 16,2 0-64-16,2 1 45 0,1 6 17 15,2 3-11-15,0 5 13 0,0 4 19 16,-2 2-6-16,-3 3 38 0,-3 2-31 15,-2 4-4-15,-3 4 19 16,-5 2 0-16,-3 3 55 0,-3 1-39 16,1-3-51-16,-1-1 3 0,0-4-3 15,3-4 0-15,-2-4-18 0,2-3 18 16,-3-3 0-16,3-1-9 0,-2-6-11 16,-1 0 1-16,1-6-128 15,-1 2 67-15,3-3-52 0,3-2-404 16,-1-2-221-16,1 0-612 0</inkml:trace>
  <inkml:trace contextRef="#ctx0" brushRef="#br0" timeOffset="62640.94">17043 5858 26 0,'0'0'56'16,"0"0"9"-16,0 0 36 0,0 0 26 15,0 0-52-15,0 0-13 0,0 0 85 16,0 0-72-16,0 0-23 0,-24-12-10 16,24 11-31-16,-2 0-9 15,2 1-4-15,-3 0-12 0,3 0 14 16,-3 0 23-16,3-1-23 0,-2 1 0 16,2 0 10-16,-3 0 45 0,0-1 144 15,1-1 3-15,-4 0-98 16,1 1 6-16,2-1 73 0,-2 1-44 15,0 0-71-15,0 0-3 0,-1 1-3 16,4 0 42-16,-4 0-4 0,4-1-64 16,-4 1 3-16,4 0 80 15,-1 0-31-15,0 0-17 0,3 0-23 16,-2 0-16-16,2 0-6 0,-3 0-3 16,3 0 9-16,0 0-32 0,0 0-6 15,0 0 5-15,0 0 0 0,0 0-31 16,0 0 32-16,0 0-3 0,0-2-10 15,0 2 13-15,3 0 35 0,-1 0 20 16,1 0 26-16,0 0-17 0,-1 0-13 16,4 0 7-16,-1 0-4 15,0 0-50-15,1 0 37 0,-1 0-41 16,0 0 13-16,0 0 0 0,3 0-13 16,-2 0 0-16,2 0 0 0,0 0 0 15,0 2 16-15,-1-2 3 16,1 0 19-16,-2 0-38 0,4 0 58 15,-4 0-58-15,4 0 25 0,-2 0-20 16,0 0-5-16,-3 0-44 0,3 0 44 16,0 0 0-16,3 0-19 15,-1 0 19-15,1 0 0 0,2 1 12 16,-2-1 4-16,-3 1-16 0,0 0 4 16,0-1 2-16,2 1-6 0,4 1-14 15,-6-1 14-15,2-1 0 0,1 2 3 16,-1-1 4-16,1-1-7 0,0 2 2 15,2-2 17-15,-5 1-19 0,8-1-3 16,-1 1 3-16,-1 1 0 0,-1-2-19 16,3 1 19-16,0 0 0 15,2 2 19-15,-2-2-19 0,3 0 0 16,-1-1 12-16,6 0-12 0,-3 1 0 16,3-1 20-16,0 0-11 0,2 0-9 15,1 0 3-15,-1 0-3 16,6 0 0-16,0 0-8 0,0 0 8 15,0 0 0-15,2 0 1 0,0 0 2 16,1 0-3-16,-1 0-10 0,1 1 10 16,-1-1 0-16,1 0 4 15,2 0 5-15,-3 0 7 0,0 0 3 16,1 1 3-16,-1-1-22 0,-2 1 3 16,0 0-3-16,0-1 0 0,-3 1 19 15,0 1-16-15,3-1-3 0,-3-1 3 16,0 2 16-16,0-2-19 0,-2 0 29 15,-1 0-4-15,1 1-25 16,-4-1 25-16,4 0-9 0,-1 2-13 0,1-2 20 16,-1 0 11-16,1 0-34 15,-1 0 13-15,3 0-10 0,-2-2-3 16,-1 2 13-16,4 2-13 0,-1-2 0 16,0 1-10-16,3-1 10 0,-1 1 0 15,1 0 13-15,0 0-13 16,0 1 0-16,2-1 0 0,-2 1 0 15,2-1 0-15,-2 1 3 0,-3-1 0 16,3 0-3-16,-3 0 4 0,3 1-4 16,-3-2 0-16,0 0 22 15,0 0-22-15,1 0 0 0,-1 0 9 16,-3 0-9-16,3 0 0 0,-2 0 16 16,-1-2-16-16,1 2 0 0,-3-1 13 15,2-1-13-15,3 0 0 0,-2 0 0 16,-1 0 0-16,1 0 0 0,-1 1-7 15,1 0 7-15,2 0 0 0,-3 0-6 16,1 1 6-16,-1 0 0 0,1 0-14 16,-1-3 14-16,1 3 0 15,-1-1-6-15,1 0 6 0,2 1 0 16,-3 0 13-16,3-1-13 0,1 1 0 16,-4-2 0-16,3 1 0 0,0 1 0 15,0-1 15-15,-2 0-15 16,2-1 0-16,-2 1 10 0,2-1-10 15,-3 2 0-15,1-3-3 0,-1 2 3 16,3 0 0-16,-2 0 0 0,-1 0 0 16,3 0 0-16,0 0 6 15,1-2-6-15,1 1 0 0,4 2 13 16,-3-1 21-16,-1 1-34 0,4 0 29 16,-3 0-29-16,-1 0 0 0,4 0-7 15,-1 0 7-15,3 0 0 0,-2 0-13 16,-1 0 13-16,-2 1 0 0,2 1-10 15,-4-2 10-15,1 1 0 0,-2 1 10 16,1-1-10-16,-4 0 0 0,1 1-4 16,-4-1 4-16,-1-1 0 15,-1 1-6-15,-3 2 6 0,-2-1 0 16,0-1-20-16,-3 1 20 0,1 0 0 16,-6 1-187-16,-1-1-4 0,-1 2-119 15,-4-3-871-15,-2-1-526 0</inkml:trace>
  <inkml:trace contextRef="#ctx0" brushRef="#br0" timeOffset="67109.3">19673 4317 479 0,'0'0'352'16,"0"0"59"-16,0 0-203 0,0 0-6 16,0 0 107-16,0 0-163 0,0 0-10 15,0 0 42-15,0 0-97 0,-3-8-36 16,1 8-45-16,-1 0-45 0,0 3-1 15,-2 0 46-15,-3 3 29 16,-2 1 36-16,-9 6-23 0,1 3-13 16,-6 1-3-16,0 5-26 0,0-2 32 15,-5 5-31-15,0 4 9 16,-3 1 41-16,-2 3-22 0,-1 3 16 16,6 0 17-16,0-1-14 0,5-5-13 15,5 1 32-15,1-2-28 0,2-5-30 16,3 0 30-16,0-3-39 0,5-4 16 15,0 1-16-15,5-6 0 0,0-1-43 16,3-5 40-16,0 0-80 0,0-4-171 16,0 0 105-16,3 2-96 15,2-3-60-15,-2-1 133 0,5-1-68 16,-5-2-747-16,5-4 338 0</inkml:trace>
  <inkml:trace contextRef="#ctx0" brushRef="#br0" timeOffset="67627.13">19080 4696 628 0,'0'0'619'0,"0"0"-222"0,0 0 55 16,0 0-274-16,0 0 13 0,0 0 61 15,0 0-104-15,0 0-39 16,0 0-29-16,0 0-19 0,-3-19-61 16,3 19-48-16,0 0 25 0,0 0-31 15,0 3-103-15,0 3 157 0,0 3 19 16,0 5 35-16,0 2 7 15,0 4-38-15,-3 0-7 0,3-2 3 16,0 3 7-16,-2 1-26 0,-1-2 45 16,3 2-45-16,-2-1 19 0,-1-3-16 15,0 3-3-15,1-1 1 16,2-1 6-16,0-2-7 0,0-5-10 16,0 0-6-16,0-5 16 0,0-4-103 15,0-1 58-15,2 1 33 0,-2-1 12 16,6-2 38-16,-1 0 13 0,5-4-9 15,6-3 22-15,6-7-64 0,1-1 13 16,1-2 16-16,3 0-29 0,-1 0 22 16,3-1-12-16,0-3-10 0,1 4 3 15,-1-1 16-15,-3 3-19 16,-2 4-19-16,-3 2 16 0,-2 1 3 16,-6 5-379-16,-2 0-53 0,-3 2-314 15</inkml:trace>
  <inkml:trace contextRef="#ctx0" brushRef="#br0" timeOffset="72027.12">19938 3636 1120 0,'0'0'254'0,"0"0"20"0,0 0 154 16,0 0-256-16,0 0-46 0,0 0 26 15,0 0-58-15,0 0-23 16,0 0-29-16,0-27-23 0,0 27-19 16,0 0-109-16,0 1 47 0,0 1 62 15,0 7 0-15,3 2 65 0,-3 5 6 16,2 5 25-16,-2 3-25 0,3 3-13 15,-3-1 9-15,0 4 17 16,0-1-37-16,0 3 1 0,2-1 26 16,1-4-45-16,0 2-26 0,2-3 19 15,0-3-22-15,1 0-121 16,2-7 82-16,0 1-37 0,-3-5-146 16,0-5 100-16,-2-2-78 0,-1-2-208 15,1 1 51-15,2-2-141 0,-5-1-375 16</inkml:trace>
  <inkml:trace contextRef="#ctx0" brushRef="#br0" timeOffset="72526.19">19901 3629 1406 0,'0'0'306'0,"2"-33"-43"0,1 16-39 16,2 4-79-16,1 0 27 0,2 2-89 15,-3 3-18-15,0 3 19 0,1-2-26 16,-4 3-29-16,6 1-29 16,3 0 9-16,2 2-9 0,0 1-96 15,0 7 70-15,3 4-9 0,-2 0-17 16,1 1 39-16,4 2 11 0,0 0-7 15,-1 4 9-15,-2-1 0 0,0 3-1 16,0 2-1-16,-3-1 2 0,0 3 0 16,-2-3 16-16,-3 2 39 15,-3 0 55-15,0 0-43 0,-2 1-22 16,0-2-19-16,-3-1 35 0,-3-1-16 16,-2-2 19-16,-1 1 12 0,-4-2-44 15,-1-2-32-15,-5-1 64 0,0-1-29 16,1-3-35-16,-4 1 70 15,3-2-38-15,-2-3-29 0,-4 1 83 16,1-4-29-16,0 0-44 0,0-1 60 16,0-1-60-16,-1-1 15 0,4-4 13 15,-1-1-41-15,1 2 3 16,5-3-34-16,-1 4-45 0,9-1-239 16,0 0 168-16,2 0-51 0,3 1-286 15,0-2 219-15,8-2-79 0,8 1-609 16,-3-1 428-16</inkml:trace>
  <inkml:trace contextRef="#ctx0" brushRef="#br0" timeOffset="72930.71">20351 3892 1002 0,'0'0'414'0,"0"0"60"0,0 0-243 15,0 0-18-15,0 0 46 16,0 0-120-16,0 0-78 0,0 0-48 16,-40-3-4-16,27 7 27 0,0 5 22 15,0-3 38-15,5 2-19 0,2 1-10 16,1 1 6-16,0-1-18 0,2 1-11 15,3 1 20-15,0-3-64 0,0-1 29 16,5-3-13-16,1-1-16 0,2 3-7 16,5-3 7-16,5 0 13 0,1-3 9 15,-3-1 16-15,0-2-38 16,-3-5 13-16,0 2 3 0,0-2-16 16,-5 0 25-16,-2 2-12 0,-1-1-13 15,-2 2-54-15,2-3 25 0,-5-6-75 16,3 2-203-16,-3 0 172 15,-3 3-109-15,0 0-500 0,1 2 155 16,-1 2-151-16</inkml:trace>
  <inkml:trace contextRef="#ctx0" brushRef="#br0" timeOffset="73499.08">20473 3848 42 0,'0'0'610'16,"0"0"-290"-16,0 0-37 0,18 46 205 15,-15-32-235-15,0-2-52 0,2 0 87 16,-2-1-152-16,2-2-43 0,-2 1-41 16,2-5-10-16,-2 0-36 0,-1-2 4 15,1-1 22-15,0 2-6 16,2-1-20-16,0-3 46 0,-2 0-11 16,2 0 1-16,0-2 45 0,1-5-30 15,2-2-31-15,0-4 22 0,2-1-48 16,-2-1-8-16,0 0 6 15,3 0-50-15,-1 4-153 0,-2 1 150 16,-3 5 14-16,1-3 8 0,-1 5 33 16,-2-1 0-16,2 1-4 0,0 1 4 15,-2 2 36-15,-3 0-4 16,3 2 45-16,-1 4-7 0,-2 2-3 16,3 6 39-16,-3-3-36 0,0-2 7 15,0-2-11-15,0-2-66 0,3-1 10 16,-3 0-10-16,0-1 0 0,2 1 13 15,1-1 9-15,-1-2 6 0,1-1-24 16,2 0 56-16,1-1-60 0,-1-3 16 16,3-3-29-16,-3 0 13 0,6-1-70 15,-6-1 54-15,3-1-3 16,0 1-140-16,0 3 124 0,0-3-19 16,-3 3-27-16,3 1 79 0,-5 3 2 15,2 1-77-15,-2 1 75 0,-1 0-21 16,-2 2 23-16,3 4 45 15,-3 4 35-15,3 6 58 0,-3-2-11 16,0 1-57-16,0 0-57 0,0-5 40 16,2 1-53-16,1 0-26 0,0 0-6 15,2-2 32-15,0 0-232 16,1 0 75-16,-4-4-141 0,1 0-543 16,-1-3-173-16</inkml:trace>
  <inkml:trace contextRef="#ctx0" brushRef="#br0" timeOffset="73895.64">20920 3919 1324 0,'0'0'1156'0,"0"0"-1033"15,0 0-123-15,0 0 0 0,0 0 108 16,0 0 124-16,0 0-136 15,38-1-3-15,-20-3-4 0,-5-2 14 16,1 2-33-16,-4-1-67 0,-2 0 41 16,0 3-44-16,-5 0 13 0,2-1-7 15,-2 0-2-15,-1-1 18 16,1 0 19-16,-3 0-41 0,0 0-98 16,-3-2 18-16,-5 3-64 0,-5 0-112 15,0 0 166-15,2 2 26 0,3 1 25 16,3 0 36-16,2 0-16 0,-5 3-44 15,3 0 63-15,-3 1 45 0,0 4 67 16,3 0 1-16,2 0-30 0,-2 4 4 16,2 2 8-16,3 2-34 0,0-4-29 15,3 0 6-15,5-1-38 0,-3-3 7 16,3-1-42-16,0-1 9 16,-3-1-198-16,6 1 102 0,-3-4-80 15,3-1-338-15,-1-1 60 0,-5 0-116 16</inkml:trace>
  <inkml:trace contextRef="#ctx0" brushRef="#br0" timeOffset="74276.89">21082 3892 1430 0,'0'0'893'16,"0"0"-570"-16,0 0-95 0,0 0 45 15,0 0-72-15,0 0-42 0,0 0-29 16,0 0-53-16,0 0-77 0,0 0-111 15,3-5 111-15,2 5 0 0,-2 0 0 16,-1 0 22-16,4 0-22 0,-1 0 26 16,0-3-4-16,0 2-22 15,3 0-41-15,0-1 18 0,0 0 20 0,0-3-152 16,0 3 129-16,-2-1-31 16,1-1-86-16,-1 2 111 0,2 2-23 15,-3 0-79-15,0 0 111 0,-2 2-9 16,2 3-69-16,-2 0 101 15,0 4 80-15,-1 5 61 0,1-2-13 16,-1 2-19-16,1-4-24 0,-3-3-11 16,3 0-74-16,-3-3 35 0,2 4-35 15,1-3 0-15,2 4-67 16,-2-5 48-16,0 3-54 0,2-5-211 16,-2 4 24-16,5-3-124 0,-6-2-834 15,1-1 23-15</inkml:trace>
  <inkml:trace contextRef="#ctx0" brushRef="#br0" timeOffset="74893.38">21376 3919 1648 0,'0'0'503'15,"0"0"-464"-15,0 0-16 0,0 0 22 16,0 0 162-16,0 0-75 15,40-6-9-15,-24-2 18 0,0-3-57 16,-1 4-13-16,-1 0-36 0,-1 0 13 16,-2 2-48-16,-6-1 2 0,-3 3-15 15,1 0 13-15,0-1-209 16,-1 0 83-16,-2 1-12 0,0-2-17 16,-5 2 12-16,-5-1-15 0,-4 4-128 15,4 0 202-15,-4 3 45 0,4 1 29 16,-1 2 10-16,3-2 52 0,3 2 136 15,0-3-16-15,2 2 22 0,-2 3 142 16,-1 0-149-16,4 1-23 0,-1-1 18 16,3 1-51-16,0 1-61 0,3-1-45 15,5 2 55-15,2-1-71 0,6-1 20 16,3 2-13-16,2-3-16 16,0-1-184-16,-2-4 54 0,2 0-68 15,0 0-479-15,-2-3-101 0,-3 0-827 16</inkml:trace>
  <inkml:trace contextRef="#ctx0" brushRef="#br0" timeOffset="75726.11">21943 3814 114 0,'0'0'509'0,"0"0"-274"16,0 0 9-16,0 0-120 0,0 0 22 15,0 0-45-15,0 0 62 0,0 0 42 16,5-34 109-16,-2 28-139 15,-1 0-3-15,1 2 108 0,0-2-122 16,-1 3-49-16,-2-1-26 0,0 1 3 16,0 1-28-16,-2 1-46 0,-6 1-12 15,-3 0-44-15,-5 3-81 0,-5 5 103 16,0 2-10-16,0 2-48 16,2-2 63-16,1 0-2 0,-1 0-46 15,3 0 63-15,3 1-9 0,-3-1-33 16,8-1 43-16,3-2-17 0,0-3-27 15,5-1 42-15,0 3-23 0,0-2-100 16,2 2 99-16,6-1 25 0,5 1-15 16,3-2 17-16,3 1 2 0,-3 0-1 15,0-1-1-15,-6 1-1 16,1-1-15-16,-6-2 13 0,-2 0 3 16,2 3-10-16,-2-1 10 0,-1 0 32 15,-2 2 17-15,0-1 2 0,0 1 20 16,-2-1 0-16,-6 2-13 15,-3 1-16-15,1-3 9 0,2 1-6 16,0-3-45-16,0-2-103 0,2 0-19 16,1 2-100-16,0-2-452 0,-1-1 141 15,4-1-122-15</inkml:trace>
  <inkml:trace contextRef="#ctx0" brushRef="#br0" timeOffset="76000.14">21956 3887 695 0,'0'0'325'0,"0"0"-15"0,5 33 178 16,-5-14-264-16,0 0 12 0,3-2 81 15,-6 5-149-15,3 1-27 16,-2-1-22-16,-1 3-45 0,3 0-74 16,-3 1 22-16,3-1-22 0,-2-3 0 15,-4 0 0-15,1 0 0 0,3-6 0 16,-4-3-81-16,4-5-12 15,2-5-29-15,-3-2 41 0,3-1 81 16,0 0 113-16,0-5-4 0,0-6-109 16,0-5-83-16,3-6-49 0,2-5 106 15,-2 2-48-15,2 0-210 16,0-5 119-16,3 2-121 0,0-3-485 16,0 8 191-16,3 0 17 0</inkml:trace>
  <inkml:trace contextRef="#ctx0" brushRef="#br0" timeOffset="76174.98">22110 3859 1058 0,'0'0'430'0,"0"0"-10"0,37-15 4 16,-29 13-294-16,-3 2-33 0,-2 0 31 16,2 0-22-16,-2 2-32 0,-1 1-45 15,1 0 32-15,-3 4 19 16,0-3 26-16,0 5 25 0,-8 0-42 16,0-1-38-16,-5 3 28 0,-3 0-76 15,-3-2 20-15,3 1-46 0,3-2-47 16,-3-3-358-16,6 1 146 15,2-3-129-15,0-2-801 0</inkml:trace>
  <inkml:trace contextRef="#ctx0" brushRef="#br0" timeOffset="76502.14">22221 3916 1031 0,'0'0'368'0,"0"0"97"16,37-9-263-16,-26 6-24 0,-3 0 113 15,-1 0-120-15,-1-1-17 0,-1 2-25 16,3-1-59-16,0-3-31 0,0 2-39 16,0-2 41-16,-3 1-15 0,0-3-16 15,-5 3 57-15,3-2-67 16,-3 1-23-16,-3 1-63 0,-2 0-7 16,-5 2-109-16,-4 2 99 0,4 1 13 15,-6 5-15-15,5 0 67 0,3 1 18 16,0 1 20-16,3 1 116 15,2 3-19-15,-2-1 21 0,5-4-73 16,0 1 10-16,0-2-23 0,0 1 6 16,5-1-34-16,1 2-1 0,4 2 39 15,1 1-42-15,7-3-81 16,4 1-50-16,-4-4-159 0,-2 0-589 16,-5-4 81-16</inkml:trace>
  <inkml:trace contextRef="#ctx0" brushRef="#br0" timeOffset="76853.22">22570 3844 502 0,'0'0'554'0,"0"0"-368"0,0 0 45 15,0 0 227-15,0 0-308 0,0 0-34 16,0 0 143-16,0 0-75 15,0 0-116-15,0 0-20 0,-23-18 39 16,17 22-32-16,1 1-39 0,-3-1 32 16,3 4-9-16,0-3-7 0,-1 2 19 15,1 2-51-15,5-3 13 16,-3 3-13-16,3-2 41 0,0 0 1 16,3 1 47-16,2-1-3 0,-2-1-54 15,0 0 16-15,2 0-48 0,-5 0 9 16,2-2-9-16,-2 2 0 0,0-2 16 15,0-2-9-15,0 1-7 0,0 2 3 16,-2-3 19-16,-1 1-22 0,1 1-19 16,-4-2-16-16,1-1-73 0,2-1-214 15,-2 0 39-15,2-2-231 16,1-1-1343-16</inkml:trace>
  <inkml:trace contextRef="#ctx0" brushRef="#br0" timeOffset="77047.74">22721 3869 1115 0,'0'0'400'0,"0"0"36"16,0 0-186-16,0 0-8 0,0 44 81 16,-2-34-204-16,-1 0-84 0,1-4-25 15,2-3 6-15,-3 2-16 0,3-2-28 16,0 2-39-16,0 0-91 0,0-3-307 15,0-2-9-15,0 0-141 0</inkml:trace>
  <inkml:trace contextRef="#ctx0" brushRef="#br0" timeOffset="77199.1">22761 3729 1685 0,'0'0'256'16,"0"0"-256"-16,0 0-19 0,0 0-33 15,0 0 4-15,37-8 3 16,-26 16 12-16,-3 8-357 0,0-5-66 16,-3 3-193-16</inkml:trace>
  <inkml:trace contextRef="#ctx0" brushRef="#br0" timeOffset="77485.73">22962 3984 10 0,'0'0'427'0,"0"0"127"15,0 0-235-15,0 0 36 0,0 0 207 16,0 0-346-16,0 0-32 0,16-38 81 16,-18 20-134-16,-1-2-60 15,-2 1-39-15,-1 1 47 0,1-3-24 16,0-1-49-16,0 0 37 0,-1-2-43 16,4 2-58-16,2 0 10 0,2 4-44 15,6-2-94-15,3 1 121 0,5 2 7 16,0 0 20-16,2 3 22 0,1 3 32 15,-1 0 84-15,-2 4 25 16,0 3-116-16,-3 2-9 0,-5 2-3 16,0 1-19-16,-5 2-94 0,2 4 16 15,-2 5-74-15,-3 4-369 0,-6 4-33 16,1-3-163-16</inkml:trace>
  <inkml:trace contextRef="#ctx0" brushRef="#br0" timeOffset="77761.75">22925 3897 725 0,'0'0'306'0,"0"0"30"15,0 0-102-15,45-8 16 16,-26 1 117-16,-6 3-267 0,3-2 10 16,0 1 26-16,-5-2-75 0,2 4-12 15,-3 1-11-15,-2 0-37 0,0 1 3 16,-2 1 41-16,-4 0 6 15,4 0-35-15,-1 0-14 0,0 4-2 16,-2 0 3-16,2 5 3 0,0 1 49 16,-2 2-36-16,2 2-3 0,-2-1-16 15,-3 1 0-15,3-4 1 16,-1 0 4-16,1 0-5 0,-3-5-90 16,3 0-19-16,-1-3-110 0,1 0-319 15,0-1-8-15,-3 2-125 0</inkml:trace>
  <inkml:trace contextRef="#ctx0" brushRef="#br0" timeOffset="78046.89">23301 3716 1897 0,'0'0'250'0,"0"0"-75"15,-5 41 119-15,3-24-149 16,2-1-10-16,-3 1-49 0,3-1-12 16,0 0-32-16,0-2-33 0,0 1 33 15,3-7-39-15,-3-1 13 16,2-3 13-16,1-1-29 0,-1-1-13 16,1 0 13-16,2-1 0 0,1-1-89 15,2 0 88-15,0-2-89 0,0-4-316 16,0-2 64-16,2-2-200 0,-2 0-663 15</inkml:trace>
  <inkml:trace contextRef="#ctx0" brushRef="#br0" timeOffset="78201">23399 3853 700 0,'0'0'915'0,"0"0"-528"0,0 34-89 16,0-20 35-16,3-5-182 0,0-2-45 16,-1-1 26-16,1-1-39 0,2-1-36 15,1 2-41-15,4-2 51 0,1-2-67 16,2-2-95-16,0 0 75 15,1-5-72-15,-6-2-255 0,-1-6 121 16,1 2-17-16,-2-3-338 0,-1-2 60 16,-2 6-30-16</inkml:trace>
  <inkml:trace contextRef="#ctx0" brushRef="#br0" timeOffset="78431.11">23577 3669 666 0,'0'0'1269'0,"0"0"-935"0,0 0-228 15,0 0 192-15,-3 36 55 0,-2-13 69 16,0 0-270-16,-1 2-76 0,4-6-54 16,-4 2 98-16,6 0-45 0,0-6-24 15,0 2 62-15,0-6-91 16,6-4 13-16,-6-1-9 0,5-2-26 16,0 0-78-16,3-1 55 0,6-2 16 15,1-1-159-15,4-1 81 0,-1-9-48 16,-4 3-235-16,-1-1 29 15,-2-1-290-15,-3 1-1307 0</inkml:trace>
  <inkml:trace contextRef="#ctx0" brushRef="#br0" timeOffset="78747.66">23738 3894 1722 0,'0'0'529'0,"0"0"-231"0,0 0 72 16,0 0-174-16,40 34-33 0,-21-32 12 15,2-1-36-15,-3-1-47 0,1-3-3 16,0-2 46-16,-4-2-129 0,-1 1 48 15,-4-1-51-15,1-2-3 0,-6 1-29 16,0 0-18-16,1-2 25 0,-6-1-208 16,0 1 164-16,-8 1-80 0,0 0-234 15,-3 4 142-15,1 3-16 16,2 2 149-16,-3 3 105 0,1 2 52 16,2 2 103-16,-3 3-1 0,6-1 13 15,2 3 77-15,-2 1-82 0,5-1-28 16,0 0-11-16,5-1 51 15,3 1-27-15,5-1-90 0,6-1 60 16,-1 0-80-16,6-4-15 0,0 0 37 16,0-3-59-16,0-2-77 0,-3-1 76 15,0 0-63-15,0-1-245 16,-5-2 205-16,-3-4-57 0,-2-2-292 16,0 1-23-16,-9 0-294 0</inkml:trace>
  <inkml:trace contextRef="#ctx0" brushRef="#br0" timeOffset="79056.55">23241 3600 2336 0,'0'0'635'0,"0"0"-271"16,0 0-65-16,0 0-19 0,0 0 0 15,0 0-106-15,0 0-137 0,0 0 10 16,0 0-30-16,0 0-17 0,-3-14-167 15,3 14 136-15,0 0-211 0,0 0-981 16,-3 0-564-16</inkml:trace>
  <inkml:trace contextRef="#ctx0" brushRef="#br0" timeOffset="80314.17">24671 3749 1092 0,'0'0'508'16,"0"0"8"-16,0 0-392 0,0 0-72 16,0 0-49-16,0 0 7 0,0 0 100 15,0 0 139-15,2 42-139 0,1-21 2 16,2-4-35-16,-2 0-9 15,0-4-33-15,2-1-32 0,-2-1 35 16,2-2-38-16,-2-3-1 0,-3-2 1 16,2-2 13-16,1-1-6 0,-3 0 50 15,2-1 4-15,-2 0-1 16,3-2 52-16,0-4-58 0,-1-2-48 16,1-3 51-16,2-7-57 0,1 3-54 15,-1-4 54-15,0 4-54 0,1-4-150 16,2 6 131-16,-3-1-10 0,3 3-23 15,0 3 103-15,-6 2-26 0,4 3-35 16,-4 1 62-16,4 0 2 0,-4 1-57 16,1 1 36-16,0 2 21 15,2 3 135-15,-3 5 22 0,1 3-67 16,0 2-87-16,-1-2 23 0,1-3-26 16,0-4-7-16,2 0 7 0,-2-3 0 15,-1 0 2-15,1 1 43 0,2-2-13 16,3-1-29-16,-2-1 58 15,7-7-42-15,3-3-3 0,0-4 7 16,-1 1-23-16,1 0-86 0,-2 2 67 16,-4 1-45-16,1 2-112 0,-3 1 112 15,-3 3-22-15,-2 1-21 16,2 1 106-16,0 2-1 0,-2-2-69 16,-3 2 62-16,3 1 9 0,-3 3 138 15,0 5-29-15,0 7-41 0,0 1-20 16,0 3-7-16,2-3-41 0,1-1-23 15,2-2 10-15,0-2-118 0,3-1-378 16,0-2 29-16,-2-6-275 0</inkml:trace>
  <inkml:trace contextRef="#ctx0" brushRef="#br0" timeOffset="80649.39">25145 3785 1797 0,'0'0'804'15,"0"0"-431"-15,0 0-146 16,-8 44-80-16,11-33-80 0,4-2-64 16,7 0 22-16,-1-4-25 0,8 1 3 15,0-5 12-15,3-1 20 0,-3-3-28 16,3-5 62-16,-3 0-59 0,-5 1 12 15,-5 0 29-15,-1-3-39 0,-4 4-2 16,-1-3 88-16,-2-2-32 0,-3 0-41 16,-3 0 94-16,-5-1-119 0,-5 1-113 15,-3 0-9-15,-5 1-87 16,0 2-314-16,2 4 104 0,8 1-124 16,1 1-345-16,7 0 448 0,1 2-85 15</inkml:trace>
  <inkml:trace contextRef="#ctx0" brushRef="#br0" timeOffset="81369.07">25532 3755 526 0,'0'0'368'0,"0"0"-91"0,0 0 319 15,0 0-233-15,-35 19-52 0,30-13 137 16,-3 2-252-16,0 0-49 0,3 2-42 16,2 0-6-16,3 0-86 15,0 2 25-15,5-2-38 0,6-1 0 16,2-5-11-16,3 2 11 0,3-6 26 16,-4-5-10-16,7 1 28 0,-1-6-44 15,0-1 28-15,0-3-9 0,0-1-19 16,-2-2 7-16,-1 2-7 15,-2-4 0-15,-5 1 16 0,-3 1-64 16,-3-3 45-16,-2 2-254 0,-1-2 68 16,-2 1-129-16,-2 4-302 0,2 2 244 15,-3 5 31-15,1 2 130 16,-4 4 215-16,4 0 329 0,-4 2 262 16,-2 0-474-16,0 4-1 0,0 5 127 15,-2 9-86-15,2 0 14 0,3 5 96 16,2-2-60-16,3 1-86 0,3-2-80 15,2 1 16-15,5-2-57 0,4-2-26 16,2-1 26-16,2-1 0 0,6-4 19 16,0-2 22-16,0-3-41 15,2-4 22-15,-2-1-10 0,-3-1-12 16,-2-3-19-16,-1-3 17 0,-2-1 2 16,-5-1-123-16,-1-2 120 0,-4 0-54 15,-4-2-93-15,1-1 65 0,-6 0-139 16,1 4-501-16,-6 0 242 15,0 3 152-15,-3 0 331 0,1 3 84 16,-1 3 127-16,3 0-87 0,3 3-20 16,-1 2 51-16,1 1 159 15,0 3-133-15,0 8-20 0,-1-1 64 16,6 4-55-16,0-5-78 0,6 2-63 16,1-3 50-16,7-2-19 0,-1-2-41 15,0-3 19-15,6-2-38 0,2-3 2 16,0-2 14-16,3-1-3 0,0-5 19 15,0-2-17-15,-1-3-15 0,-1-4-44 16,-4 1 42-16,1-2 2 0,-6-1-66 16,-2-2 50-16,-3-2 3 0,-1-1-213 15,-4-2 76-15,-3-1-164 0,0-1-708 16,0 3 214-16,0 8 163 16</inkml:trace>
  <inkml:trace contextRef="#ctx0" brushRef="#br0" timeOffset="82035.49">26175 3586 349 0,'0'0'642'0,"0"0"-75"16,0 0 170-16,0 0-598 15,0 0-20-15,0 0 194 0,-24 47-82 16,22-23-43-16,-1 1 6 0,3-4-73 16,5 2-99-16,1-1 10 15,2-2-16-15,5-1-16 0,0-4 2 16,3-1 36-16,2-4 15 0,4-3-40 16,-1-2 59-16,0-5-72 0,3-1 38 15,0-8 0-15,2 2-38 0,-5-6 25 16,1-2-25-16,-4 1 0 0,-5-5-60 15,1 3 29-15,-7-6 18 0,-1 0-281 16,-4 0 72-16,-2 1-95 0,0 4-253 16,0 0 178-16,0 5-36 0,-2 4-152 15,-4 3 580-15,-1 4 284 16,-4 1 411-16,3 0-546 0,0 4 26 16,-3 7 229-16,1 6-147 0,-1 0-36 15,6 5 94-15,0-1-122 0,2 0-70 16,3 1-32-16,0 0 0 15,8 0-91-15,3-3 29 0,2 1 36 16,3-2-18-16,5-3-13 0,0-4-9 16,3-2-25-16,2-6 4 15,1-2 11-15,-1-1-15 0,-2-3-34 16,-3-4 9-16,-2 0 0 0,-6-1-200 16,-2-2 224-16,-3-2-11 0,-3 0-110 15,0 0 121-15,-2 3-72 0,-3 4-231 16,0-1 193-16,0 3 34 0,-3-4 61 15,-2 4 16-15,2 0 35 0,-5 2 61 16,6-1-87-16,-4 2-9 0,1 2-118 16,5 1 118-16,-2 1 0 0,2 5 16 15,0 2-16-15,7 3 0 16,7 0 13-16,-1-1 16 0,6-3-29 16,-1-2-7-16,1-1 7 0,-1-1 0 15,1 0 15-15,-1-4-8 0,-2-1 12 16,-3-1-19-16,1-1 70 15,-1-2-19-15,-3-3-42 0,-4 3 74 16,-1 0-20-16,0-3 19 0,-2-3 85 16,5-6-29-16,-5 0-43 15,2-5 33-15,0 3-128 0,3-1 3 16,-3 5-6-16,6-1 3 0,0 2-156 16,2 0 153-16,-3 6-67 0,4-1-295 15,-6 5 114-15,-3 1-257 0,-2 1-1328 16</inkml:trace>
  <inkml:trace contextRef="#ctx0" brushRef="#br0" timeOffset="82163.63">27089 3907 2414 0,'0'0'756'0,"0"0"-756"16,0 0-389-16,0 0-63 15,0 0-910-15</inkml:trace>
  <inkml:trace contextRef="#ctx0" brushRef="#br0" timeOffset="90474.83">27979 3375 658 0,'0'0'485'0,"0"0"49"16,0 0-329-16,0 0-92 0,0 0 134 15,0 0-115-15,0 0-15 0,0 0 22 16,0 0-49-16,-21-25-16 0,13 25-7 15,-3 0-28-15,-5 1-39 0,0 5-57 16,-2 1 55-16,-1 3-1 0,3 1 0 16,0 1 3-16,-2 6 16 0,2 3 3 15,-5 2 45-15,2 5-9 16,1 4-10-16,-1 3 32 0,3 1-4 16,0 1-25-16,8 0 26 0,3-2-74 15,2-2 0-15,3-1-2 0,8-4 2 16,3 1-89-16,0-4 73 15,4-3-13-15,1-5-70 0,0 1 96 16,3-5-32-16,2-3-94 0,3-1 81 16,-3-5-77-16,0 0-331 15,-8-1-138-15,-2-3-132 0</inkml:trace>
  <inkml:trace contextRef="#ctx0" brushRef="#br0" timeOffset="90945.68">28103 3799 834 0,'0'0'290'15,"0"0"-85"-15,0 0 214 0,0 0-240 16,0 0-26-16,0 0 135 0,0 0-104 16,0 0 10-16,0 0 59 15,32 11-80-15,-29-15-22 0,-3-1 11 16,2-5-10-16,-2-3-38 0,0-4-39 16,-2 2 20-16,-1-4-86 0,-2 2 19 15,-1-3 13-15,-4-1-41 0,2-3-38 16,-3 1 35-16,1-2-88 0,-1-2-152 15,3 1 186-15,0 1-108 0,6 3-112 16,2 0 123-16,0 5 28 0,0 1 75 16,2 4 51-16,6 1 32 0,-3 3-6 15,6-1-13-15,2 0 6 16,3 2-19-16,3-1 32 0,2 1-9 16,0 4 12-16,-2 0 29 0,2 2-38 15,-5 1-10-15,2 2-32 0,-2 2 16 16,-5 2-77-16,-1-1 77 15,-4-1 0-15,-4 3-90 0,4 0-26 16,-4 7-229-16,-2 3-447 0,-10 2 327 16,2-5-56-16</inkml:trace>
  <inkml:trace contextRef="#ctx0" brushRef="#br0" timeOffset="91137.99">28024 3642 897 0,'0'0'758'0,"0"0"-404"16,0 0-321-16,37 1 54 0,-16-1 92 15,3 0-137-15,-3 0-39 16,0 0 1-16,0 3 12 0,1 3-16 16,1-2-505-16,-1 0-55 0,-6 0-127 15</inkml:trace>
  <inkml:trace contextRef="#ctx0" brushRef="#br0" timeOffset="91494.43">28471 3675 1412 0,'0'0'413'16,"0"0"-283"-16,-37 0 39 0,24 3 229 15,2 3-143-15,-2 0-40 0,3 2-1 16,-1-2-60-16,6 3-72 0,-1-1-59 15,4-1 31-15,2-1-54 0,0-1-83 16,0 2 83-16,0-2 0 0,5 1 1 16,3-2 34-16,5 0-3 15,0-4-32-15,6 0 16 0,-3-4-16 16,0-1-169-16,-6 0 166 0,-2 2-45 16,-5 0-87-16,2-3 133 0,-2 2 2 15,2 0-38-15,-2 0 38 0,0 1 0 16,-3 2-25-16,0 0 22 15,0 1-7-15,0 0-99 0,0 1 109 16,0 2 13-16,0 3 29 0,0 2 3 16,0 4-45-16,5 2 0 15,0 1-10-15,8-2 10 0,1-1-302 16,2-3 41-16,-1-1-56 0,4-5-489 16,-3-1 102-16,-3-2 26 0</inkml:trace>
  <inkml:trace contextRef="#ctx0" brushRef="#br0" timeOffset="91924.85">28781 3723 1667 0,'0'0'779'0,"0"0"-331"16,0 0 16-16,0 0-271 0,-34-8-19 16,23 8 15-16,3 0-28 0,3 0-126 15,0 1 14-15,2 1-30 0,0 0-19 16,1 0-56-16,-1-1 37 15,3 0 19-15,0 0-129 0,0 0 128 16,5 1-97-16,6-2-34 0,5 1 120 16,0-1-42-16,-3 0-111 15,-2 0 165-15,-6 2-47 0,-2 1-141 16,2-1 165-16,0 6-28 0,0 0-70 16,3 5 102-16,-2 5-13 0,-1 3-7 15,-2 1 39-15,2 0 22 0,-2 0-22 16,-1 1 39-16,3 0-29 0,-2 1-7 15,0 1 45-15,-3 2-19 0,0-4-26 16,0-1 29-16,0-3 6 0,-3 0 7 16,0-6 63-16,-2 0-31 15,3-4-36-15,-4-1 48 0,4-5-17 16,-4-1 1-16,-2 3 37 0,-2-4-43 16,-3-1-61-16,-3 0 88 0,2-5-94 15,1-1 22-15,0-5-47 16,2 0 6-16,3-2-328 0,0-3 138 15,3 1-184-15,5-4-799 0,0 6-73 16</inkml:trace>
  <inkml:trace contextRef="#ctx0" brushRef="#br0" timeOffset="92361.06">29094 3805 1421 0,'0'0'767'0,"0"0"-738"0,0 0-6 16,0 0 203-16,0 0-74 0,0 0-36 15,0 0 35-15,0 0 0 16,0 0 6-16,0 0 120 0,16 9-65 15,-16-12-67-15,2-6-41 0,4-1 44 16,-6-3-54-16,2-6-69 0,-2 4 62 16,0-5-87-16,0 3 3 15,0-2 38-15,-2-4-41 0,-1-1-35 16,0-4 14-16,1 0-67 0,-1 0-153 16,3 1 143-16,0 3-59 0,3 2-113 15,5 7 238-15,0-1 10 0,2 4-19 16,3 1 37-16,1 1 4 0,2 2-35 15,-1 0 35-15,4 2 0 0,-1 3-72 16,-2 2 71-16,0 2-11 0,0 5-68 16,-5 1 77-16,-1 4-58 0,-2 1-267 15,-2 6-4-15,-4-1-122 16,-2-3-714-16,-2-1 394 0</inkml:trace>
  <inkml:trace contextRef="#ctx0" brushRef="#br0" timeOffset="92758.6">29163 3744 1081 0,'0'0'697'0,"0"0"-512"0,37 0-62 16,-21-4 7-16,2 2-4 0,-2-1 49 15,3 2-85-15,-4-2-13 0,1 0-19 16,0 0-22-16,-3 2-20 0,1 0-6 15,-4-1 2-15,-4-1-12 0,-1 2 3 16,-2-1 29-16,-1 1-10 0,1 0 1 16,-1 0 38-16,-2-1-61 0,0 0-23 15,-5 2-22-15,-5 0-3 16,2 0-71-16,-3 0 119 0,3 4 58 16,0-2 42-16,3 1-10 0,2 2-29 15,1 0-1-15,-1 2 40 0,0 3-30 16,3-3-35-16,0 2 51 15,6 2-48-15,-1-2-38 0,3 0 48 16,5-2-48-16,3-1 25 0,2 0 16 16,4-3 23-16,-1-3-55 15,0 0 66-15,-2-5-75 0,2-2-241 16,-5-1 124-16,5-2 2 0,-3-3-193 16,1-1 9-16,-3-6-115 0,-3 6-786 15</inkml:trace>
  <inkml:trace contextRef="#ctx0" brushRef="#br0" timeOffset="93013.5">29676 3527 2503 0,'0'0'155'0,"-21"35"2"16,13-12 126-16,0 1-133 0,0 2 6 15,6 0-51-15,-1 0-26 0,3-3-31 16,0-2-45-16,5-1 44 15,1-4-47-15,2-2 16 0,2-3 0 16,1-3-16-16,2-4 22 0,3-3 10 16,3-1-23-16,-4-6 26 15,4-3-67-15,-3-4 32 0,0-5-170 16,-3-1 147-16,3-1-46 0,-6-8-176 16,1-1 43-16,0-7-174 0,-3 0-706 15,-3 8-85-15</inkml:trace>
  <inkml:trace contextRef="#ctx0" brushRef="#br0" timeOffset="93222.68">29894 3417 335 0,'0'0'1527'0,"0"0"-1147"0,0 0 124 16,0 0-314-16,0 0-190 0,0 0 0 15,0 0 84-15,-3 56 28 16,3-28 3-16,0 1 22 0,3-4-45 16,2 3-22-16,0-3 0 0,3 0-70 15,3-1 38-15,-1-3-29 16,4 0-9-16,-4-6 13 0,6 0-4 15,-5-5-9-15,2 0-60 0,-3-3-3 16,-2-3-67-16,-2 0-144 16,-1-2 78-16,-2-2-145 0,-1 0-495 15,1-1 140-15,-3-7-328 0</inkml:trace>
  <inkml:trace contextRef="#ctx0" brushRef="#br0" timeOffset="93384.29">29846 3626 280 0,'0'0'1810'16,"0"0"-1790"-16,0 0 16 15,48 0 28-15,-30 0-5 0,1 0-49 16,2 0-10-16,0 0-68 0,3 0-207 16,-3-3-418-16,-2 1 126 0,-3-4-109 0</inkml:trace>
  <inkml:trace contextRef="#ctx0" brushRef="#br0" timeOffset="93695.03">30214 3296 1824 0,'0'0'231'0,"0"0"-222"15,0 0-9-15,0 0 104 0,34 16-13 16,-18-2 77-16,-2 8-68 0,-1 0 36 16,0 2 70-16,-5 4-90 0,0 1-11 15,-5 2-18-15,-1 3-17 16,-2 1-70-16,0 1 22 0,-8 6-6 15,-2-3-16-15,-6 2-192 0,-8-3-152 16,5-9-364-16,-2-7-1333 0</inkml:trace>
  <inkml:trace contextRef="#ctx0" brushRef="#br0" timeOffset="94345.94">29425 3723 760 0,'0'0'615'16,"0"0"-357"-16,0 0-89 0,0 0 3 16,0 0 9-16,0 0 69 15,0 0-157-15,40-6-15 0,-30 1 13 16,-2-2-33-16,0 1-3 0,0-4 25 16,0-1-9-16,0-2-20 0,-3-2-2 15,-5 1 21-15,0 1-41 0,0 4-4 16,-2 3-25-16,-1 1-2 0,-2 2-7 15,-1 1-26-15,-4 1 35 0,-1 1-161 16,-2 1 100-16,0 7 19 0,-1 1-61 16,4 6 81-16,2-2-78 0,3-1-499 15,5-3-123-15,0-4-577 0</inkml:trace>
  <inkml:trace contextRef="#ctx0" brushRef="#br0" timeOffset="203791.39">24430 9893 305 0,'0'0'219'0,"0"0"-4"0,0 0 131 15,0 0-203-15,0 0 0 0,0 0 82 16,0 0-141-16,0 0 10 15,13-29 108-15,-13 24-72 0,3 2-20 16,-1-3 48-16,1 3-61 0,0-1-19 16,2-1 17-16,-2 1-12 0,2 0 14 15,0 0 38-15,-2 1-29 16,-1 0-26-16,-2 2-10 0,3-1 10 16,-3 2-32-16,0 0-39 0,0 0 45 15,-3 3-54-15,-2 4 13 0,-8 4 3 16,-3 2-16-16,0 1 13 15,0-2-13-15,3-2 0 0,2-2-4 16,-2 3 4-16,5-2 0 0,0-1-28 16,3-3 25-16,2 1 3 0,1-2-39 15,-4-1 39-15,4 3 0 0,2-2-31 16,0 1 30-16,0-2 1 0,0-1 0 16,5-2 22-16,6 0-3 0,2-4-6 15,3-3 28-15,0-2-41 0,2 1 16 16,-5 0-10-16,3-1-6 15,-2 0 16-15,-1 4-9 0,0-3-7 16,-8 5 22-16,1 1 25 0,-6 0-6 16,2 0-28-16,-2 2 76 0,0 0-42 15,0 0-37-15,-5 2 43 16,-6 5-53-16,-2 2 19 0,0 0-19 16,-3 0 0-16,3 0 0 0,2 0 0 15,1-1 0-15,4-4-40 0,1 1 37 16,2-2 3-16,3 0-73 15,-2 2 71-15,2-1 2 0,0-2-50 16,0-1 50-16,2 0 0 0,4-1 22 16,7-1 28-16,3-2-50 0,2-4 32 15,-2 1-19-15,0 0-13 0,-5 2 18 16,-3 1-11-16,-3 0 24 0,0 2-31 16,-5 1 95-16,3 0-95 0,-3 0 31 15,0 0-31-15,-5 6 0 0,-3 2 34 16,-6 5-15-16,-4 2-19 15,-1-1-3-15,1-1 3 0,2 0 0 16,3-3-3-16,2-1 3 0,6-2 0 16,-1-3-40-16,1 2 40 0,5-2 0 15,-3 0-23-15,1 2 23 16,2-3 0-16,2 1 13 0,4-3-13 16,2-1 0-16,5 0 6 0,0-1-6 15,3-3 0-15,0 0 16 0,-5-2-16 16,-3 4 0-16,-3 0 22 15,0 0-16-15,-2 1-6 0,-1-2 22 16,-2 3-22-16,0 0 0 0,0 3 6 16,-5 2-6-16,-5 3 0 0,-6 1 0 15,-3 5 0-15,3-2 0 0,3 0-9 16,2-4 9-16,3-1 0 0,3-1-32 16,0-2 32-16,5-2 0 0,-3 4-69 15,3-3 67-15,0-1 2 16,0-1-22-16,5-1 22 0,3 0 0 15,6-2 32-15,-1-4 9 0,0-2-41 16,-2 3 31-16,-3 1-25 0,-6 1-6 16,1 3 25-16,0-2 8 15,-1 1-33-15,-2 1 43 0,0 0-27 16,0 0-16-16,0 3-44 0,-2 0 44 16,-1 1 0-16,0 1-95 0,3-2 70 15,0 3-6-15,8-3-288 16,6-1 53-16,-1-2-430 0,0 0-1950 0</inkml:trace>
  <inkml:trace contextRef="#ctx0" brushRef="#br0" timeOffset="-76238.08">22812 16480 539 0,'0'0'254'0,"0"0"10"0,0 0-101 16,0 0 179-16,0 0-118 16,0 0 65-16,0 0-143 0,7-33-13 15,-7 29-36-15,0 3-49 0,0-3-6 16,-2 3 81-16,2-2-13 0,-3 2-27 16,1 0-9-16,-1 0 0 0,-2-1-7 15,2 2-32-15,-2 0 36 16,-1 0-33-16,1 3-32 0,-3 2 26 15,3 1-32-15,-6 3-7 0,1 4 6 16,-4 1 1-16,1 6-45 0,0-1 44 16,2 1 1-16,1 0-45 0,-1 1 45 15,0 3 0-15,4 3-38 16,-4 2 38-16,0 0 0 0,1 5 3 16,2-1-3-16,0 1 64 0,3 1 13 15,2 1 31-15,3-1-38 0,0-1-22 16,5-5 22-16,3-1-70 0,3-3-16 15,-3-2 16-15,8 0 0 16,-3-2-7-16,5-1 7 0,1-2 0 0,2-4 4 16,0 0 5-16,3-3-9 15,3-2-37-15,-4 0 21 0,1-1-35 16,-3-4-159-16,1 1 130 0,-4-2-61 16,-2-2-403-16,-3-1-55 15,-5 0-215-15</inkml:trace>
  <inkml:trace contextRef="#ctx0" brushRef="#br0" timeOffset="-75253.44">23135 16727 166 0,'0'0'639'16,"0"0"-283"-16,0 0 116 0,0 0-284 16,0 0-52-16,0 0 56 0,0 0-127 15,0 0 22-15,0 0 30 16,0 0-72-16,-35-26 3 0,30 26-6 16,-6 0-16-16,1 0-26 0,2 0 10 15,-3 2-10-15,3 1 22 0,3 1-15 16,-3 1 19-16,0 1 3 0,3 1-4 15,-3 2 20-15,3 3 1 0,-3 1 11 16,5 3 11-16,0 0-7 16,3-2 3-16,0-3 32 0,0 0-29 15,3-1-38-15,0-4 22 0,2 0-51 16,-2-2-13-16,7 3 13 0,3-3 0 16,1 1-28-16,-1-4 27 15,0-2 1-15,-2-5-16 0,-6 2 16 16,3-2 0-16,-5 2 16 0,2-5-4 15,0 0-12-15,0-5-16 0,1 1 4 16,-6 0 12-16,0 1-141 0,0 0 109 16,0-2 3-16,0 2-38 15,-3 3 63-15,3 1 4 0,-3 3-25 16,3 0 25-16,0 1 0 0,0-1-2 16,0 1 2-16,0 2 0 0,0 1-27 15,0 1 25-15,0 0-38 0,0 4 40 16,3 6 51-16,0 4 68 0,-1 6 3 15,1-2-4-15,2 3-57 0,-2-2-61 16,2-2 30-16,-2-1-30 16,5-2-66-16,-3-1 63 0,0-1-108 15,1-4-326-15,-1 1 111 0,0-6-101 16,-2 0-448-16,-3-1 321 0,5 0-3 16</inkml:trace>
  <inkml:trace contextRef="#ctx0" brushRef="#br0" timeOffset="-74872.79">23233 16750 127 0,'0'0'349'0,"0"0"332"16,0 0-394-16,0 0-59 0,0 0 278 16,0 0-263-16,0 0-30 0,10 33 28 15,-10-19-164-15,0 1-67 0,3-6 13 16,-3-2-25-16,3-3 2 0,-1-1-48 15,1 1 47-15,-1-2-31 16,1 1-68-16,0-3 52 0,2 0 6 16,0-2-54-16,1-2 60 0,-1-4-16 15,0-1-54-15,3-2 70 0,-3 0 4 16,1 2-30-16,-1 1 14 0,0 0 9 16,-2 0 16-16,2 1 13 0,-2 1 10 15,0 3 20-15,-1-2 3 16,1 3 25-16,-3 2-15 0,3 0-20 15,-3 2 25-15,2 5 192 0,-2 4-85 16,3 4-16-16,-3 2-30 0,0-2-60 16,0-1-39-16,0 0-16 15,3-2 16-15,-1 1-100 0,1-4-287 16,-1-3 67-16,1 0-95 0,0-2-442 16,-1-1 140-16</inkml:trace>
  <inkml:trace contextRef="#ctx0" brushRef="#br0" timeOffset="-74487.88">23513 16709 1029 0,'0'0'212'15,"0"0"29"-15,0 0 146 0,0 0-215 16,0 0-62-16,0 0-86 0,0 0-24 15,0 0-16-15,0 0-6 0,-37 30 6 16,35-21-4-16,2 1-6 0,-3-1 0 16,3-1 23-16,5 1-42 15,-2-3 25-15,5 0 7 0,-3 3-8 16,8-3 21-16,-2 1 15 0,-3-4 186 16,0 2-114-16,0-2-6 0,-3 2 62 15,3 0-95-15,-3-2-3 0,-2 1 17 16,0 1 41-16,-1 0 42 0,-2 2 31 15,0-3-70-15,-2 3-46 0,-6 0-41 16,0 1 26-16,-5 2-45 16,-3 0-31-16,5-2 30 0,-5-3-39 15,8 2-146-15,0-4 90 0,3-2-49 16,0 0-171-16,2 0 116 0,-2-1-99 16,2 0-504-16,0 0 154 0</inkml:trace>
  <inkml:trace contextRef="#ctx0" brushRef="#br0" timeOffset="-74135.48">23619 16751 642 0,'0'0'369'0,"0"0"106"15,0 0-263-15,0 0-11 0,0 0 59 16,37 37-144-16,-29-21-25 0,0-5 15 15,0 0-31-15,-5-2-1 0,5-2-6 16,-3 2-43-16,0-3-18 16,1 1-5-16,-1-1-2 0,0-1 19 15,-2-3 4-15,5 2 45 0,-5-2-20 16,-1-2 13-16,1 0 38 0,-1-2 4 16,1-4 88-16,0-3-32 0,-1-3-57 15,4-2-61-15,-4-3 38 16,1 2-79-16,0 0-25 0,-1 0 23 15,1-1 2-15,0 4-118 0,2 1 49 16,0 1-84-16,1 5-211 0,-1-2 148 16,3 5 10-16,0 0-88 15,0-1 171-15,2 3-10 0,3 1-257 16,1 4 68-16,-4 0-1 0,-2-1-407 16</inkml:trace>
  <inkml:trace contextRef="#ctx0" brushRef="#br0" timeOffset="-73606.05">23927 16763 159 0,'0'0'714'16,"0"0"-356"-16,0 0 52 16,0 0 230-16,0 0-411 0,0 0-61 15,0 0-2-15,0 0-92 0,0 0-13 16,0 0-26-16,-24-10 36 0,16 10-13 16,2 0-14-16,-1 0 46 0,1 2-17 15,-2 3-19-15,3 0 42 16,0 3-62-16,-1 0-15 0,1 3 0 15,2 2-19-15,3 0-53 0,0-2 51 16,0-2 2-16,0-5-86 0,3 0 67 16,2 0-51-16,-2-1-125 15,2 0 147-15,1-2-42 0,2-1-128 16,-3 0 118-16,0-1-94 0,0-3-26 16,1 1 91-16,2-4-79 0,-3 0-280 15,3 0 296-15,-3-1 82 0,1 1 91 16,1 2 19-16,-1 1 33 0,-1-2 113 15,0 3-38-15,1 3 35 16,-4 0 42-16,1 0-74 0,2 2 28 16,-2 3 111-16,0 0-91 0,2 0-27 15,-2 1-9-15,-1 0-62 0,3-1-22 16,-2 1-30-16,2 0 7 0,-2-3-16 16,0 0 16-16,-1 1-9 15,1-3 2-15,0-1-5 0,2 0 34 16,-2 0-12-16,-1 0 3 0,4-5 25 15,-1 0-25-15,0-2-29 0,0-4 39 16,-2-1-39-16,2-2-112 0,-2 5 31 16,2 3 4-16,-2 0-65 15,2 0 91-15,3-5-17 0,5 1-91 16,3 0 43-16,0 2-27 0,0 3-175 16,-3 0 16-16,3 1-31 0,-3 1-387 15,-2 1 306-15</inkml:trace>
  <inkml:trace contextRef="#ctx0" brushRef="#br0" timeOffset="-73252.05">24326 16672 377 0,'0'0'1422'0,"0"0"-1029"0,0 0-76 16,0 0 12-16,0 0-178 0,0 0-77 16,0 0-52-16,0 0 36 15,-39-4-10-15,28 7-26 0,3 2 45 16,3 3-67-16,0-1-22 0,-1-1 9 15,4 3 6-15,2 1-76 0,0-1 83 16,2-1-25-16,1 3-54 0,2-3 78 16,1 2-11-16,1-1-27 15,1-1 39-15,0-1 0 0,-2 1-2 16,2-1 2-16,0 1 0 0,-3-1 1 16,-2-2 12-16,2 3-12 0,-3-4 12 15,-2 1 115-15,0-3-35 0,0 0 3 16,0 0 66-16,-5-1 9 0,-3 0-39 15,0 0-25-15,-8-1-85 16,3 0 3-16,0 0 13 0,0 0-38 0,7-1-100 16,1-1 27-16,0 0-138 15,-1 0-388-15,1-3 54 0,0 2-481 16</inkml:trace>
  <inkml:trace contextRef="#ctx0" brushRef="#br0" timeOffset="-72121.19">24570 16783 260 0,'0'0'1259'15,"0"0"-931"-15,0 0-36 0,0 0 22 16,0 0-201-16,0 0-52 0,-34-9-2 15,23 9-21-15,-2 4-15 0,2 1 2 16,3 0 33-16,-2 3 10 16,4 3 12-16,-2 0 4 0,3 1-20 15,3 0-20-15,2 0 23 0,0 0-67 16,2-1-6-16,3-2 6 0,-2 0 0 16,2-6-34-16,1 2 31 0,2-1 3 15,0-2-61-15,2 0 61 0,-5-2 0 16,6 0 2-16,-6 0 5 15,1-2 21-15,-4-3-28 0,1 0 61 16,0-1-61-16,-1-2-93 0,-2-1 71 16,0-2-13-16,0-3-71 15,0-1 55-15,3 0-33 0,0 3-200 16,-1 1 84-16,1 5-23 0,0-1 86 16,-1 4 111-16,3-4 26 0,1 2 8 15,2-3 86-15,-3 4 42 0,3 1 123 16,0 1-127-16,-3 2-25 0,0 3 15 15,1 2-54-15,-1 4-14 0,0-1 4 16,1 3 16-16,-4 4-23 16,4-1-25-16,-4-2 28 0,1 0-51 15,-3-4 16-15,3-3-3 0,-3 2-16 16,0-4 13-16,0 0-13 0,2 1 0 16,-2-1 3-16,3-2 0 0,-3 0-3 15,0-1 13-15,3 0 29 0,-3 0 18 16,0-2-9-16,2-3 16 15,1-2-67-15,2-4-16 0,0-2 14 16,6-5 2-16,0 4-96 0,-1 1 93 16,1 2-67-16,-3 3-90 15,2 3 159-15,-4-2-11 0,-1 4-40 16,0-1 50-16,1 4 2 0,-4 0-51 16,3 2 51-16,1 3 32 0,-4 5 3 15,4 1 42-15,-1 0-61 0,-2-1 6 16,-1-5-2-16,-2 1-20 0,6-2-2 15,-4 2 2-15,1-2 0 0,2 1-29 16,-2-2 29-16,-1-1 0 0,4-2 0 16,-4 0 9-16,4-2-9 15,2-3 23-15,-3-1-23 0,3-1 0 16,-3-1-39-16,3 1 39 0,0-3-44 16,-3 1-97-16,1 2 115 0,-1 0 3 15,0-2-18-15,1 4 41 0,-4-1 0 16,1 4 0-16,0 1 38 15,-3 1 42-15,2 1-35 0,-2 7 42 16,0 4-4-16,0 3-7 0,0 5 10 16,-2-2-86-16,-1 1 29 15,3-3-29-15,0 1 0 0,0-3-150 16,3 1-6-16,-1-1-155 0,6-2-504 16,-5-5 142-16,-1-1-80 0</inkml:trace>
  <inkml:trace contextRef="#ctx0" brushRef="#br0" timeOffset="-71451.68">25065 16893 929 0,'0'0'534'0,"0"0"-241"16,0 0-59-16,0 0 19 0,0 0-163 16,0 0-15-16,0 0 35 15,0 0-20-15,0 0 16 0,0 0 20 16,-8 20-81-16,6-23-22 0,-1-1-14 16,0-2 36-16,1-1-45 0,-1-2-13 15,1-2 13-15,-1-5-25 0,3 3-288 16,0-1 68-16,5 2-37 0,3 3-196 15,3 1 270-15,2 0 98 16,0 1 77-16,3 5 33 0,0-1 111 0,0 0 191 16,0 3-149-16,-3 0-10 15,0 1 35-15,-2 3-155 0,-3-2 0 16,-3 0 6-16,0 0 19 0,-2 1 27 16,2-1 3-16,-2 0-27 15,0 1 24-15,-1 2 67 0,-2-3-23 16,0 0-4-16,-2 0 27 0,-1 1-56 15,-5 0-41-15,3 0-33 0,-3 1 40 16,3 0-52-16,-3 1 0 0,0-1 0 16,0 1 41-16,2 1-19 15,1 1 45-15,0 1-67 0,-1 0 16 16,4-2-17-16,2 2 1 0,0-1-57 16,0 0 44-16,5-1 13 0,0-2-77 15,1-1 74-15,2-2 3 0,5-1-64 16,0-1 61-16,-2-2-19 0,-3-2-132 15,0 0 96-15,-3 3-6 0,0-4-42 16,1 2 93-16,-1 1 0 16,-3 0 13-16,4-1 10 0,-4 3 9 15,1-1 87-15,-3 2 45 0,0 0-36 16,0 0-41-16,0 2-1 0,0 3 16 16,0 3-6-16,0 5-10 0,3 0-73 15,-1 0-6-15,4 0-16 16,-4-6 22-16,4 1-296 0,2 0 23 15,5-4-187-15,-3-1-868 0</inkml:trace>
  <inkml:trace contextRef="#ctx0" brushRef="#br0" timeOffset="-70570.94">25550 16813 664 0,'0'0'798'0,"0"0"-317"15,0 0 148-15,-34 7-336 0,23 1-43 16,0 5 22-16,3-1-113 0,-2 5-35 16,2-2-30-16,8-2 16 15,-3-1-110-15,3-2-6 0,0 0 3 16,3-4 3-16,2-1-110 0,1-2 91 15,4 0 6-15,6-2-118 0,3-1 129 16,-1-3-11-16,-2-5-79 0,0-2 91 16,0-3 1-16,0 0 0 15,-6-1 3-15,4 0-3 0,-4-2 25 16,-2 0-3-16,-3-5-22 0,-2 3-15 16,-3-3-39-16,0-1-77 0,0 0-304 15,0 2 35-15,-3 4-20 0,3 6 85 16,0 2 335-16,-2 4 88 0,2 4 392 15,-3 0-134-15,-2 0-134 0,-1 3 22 16,1 8-84-16,0 6-54 16,-3 6 22-16,3 3 5 0,2-1-31 15,3-3-54-15,0-2 22 0,5-1-60 16,6-1-47-16,-3-4 28 0,8-2 19 16,0-1-152-16,2-2 136 0,3-4-9 15,1-2-4-15,-1-3 29 16,0 0 0-16,0-3 13 0,-5-2-13 15,3 0 0-15,-9-1-13 0,-2 3-12 16,-3-3 25-16,-2 1-127 0,0-2 123 16,-3-2 4-16,0-2-182 15,-3 4 90-15,-2-1 18 0,-1 4-72 16,-2-1 146-16,1 1 42 0,-1 3 64 16,0 1 67-16,-3 2-55 0,3 8 9 15,0 2-25-15,3 3-64 0,2 2-22 16,3-3-5-16,3-3-11 0,5-2-83 15,2 0 70-15,1-2-2 16,8-1-148-16,-1-2 109 0,1-1 3 0,2-2-170 16,-3-1 118-16,3-1-19 15,-2-2-38-15,0-1 73 0,-4-2-17 16,1 3 1-16,-5-1 99 0,0-1-25 16,-9 4 29-16,3 0 19 0,-2 1 152 15,0-1 187-15,-3 1-127 16,2-1-26-16,-2 1 47 0,0-1-34 15,-2 1-79-15,-1-3-98 0,0 0 56 16,3 0-88-16,-2-3 22 0,-1 0 17 16,3-7-48-16,0-3 13 15,3-4-13-15,2-1 0 0,3-1 34 16,5 1-52-16,-2 0 18 0,2 7-179 16,0-2 178-16,-2 8-17 0,-3 2-51 15,-5 2 50-15,2 0 19 0,0 0-240 16,-2 2 120-16,2 1-97 0,-5 0-425 15,0 1 46-15,-3 0-425 0</inkml:trace>
  <inkml:trace contextRef="#ctx0" brushRef="#br0" timeOffset="-70303.73">25238 16550 1144 0,'0'0'1564'0,"0"0"-1220"0,0 0-251 16,0 0-93-16,0 0-26 0,0 0-64 15,21-33 65-15,-5 29-252 0,0 1-827 16,-1-1-128-16</inkml:trace>
  <inkml:trace contextRef="#ctx0" brushRef="#br0" timeOffset="-69751.49">26374 16797 2117 0,'0'0'582'16,"0"0"-385"-16,0 0-62 16,0 0-43-16,0 0-85 0,0 0-7 15,0 0-135-15,0 0-9 0,0 0-59 16,0 0-269-16,34-10 14 0,-34 16-160 16</inkml:trace>
  <inkml:trace contextRef="#ctx0" brushRef="#br0" timeOffset="-69575.26">26347 16930 52 0,'0'0'2396'0,"0"0"-1839"0,0 0-167 16,0 0-295-16,0 0-95 0,0 0-6 15,0 0-7-15,0 0 3 0,0 0-139 16,32-18-94-16,-27 18-275 0,6-2-1426 0</inkml:trace>
  <inkml:trace contextRef="#ctx0" brushRef="#br0" timeOffset="-68852.5">26835 16583 1107 0,'0'0'492'0,"0"0"-196"0,0 0-76 16,0 0 127-16,0 0-186 0,0 0-58 15,0 0-61-15,0 0-26 16,0 0 10-16,0 0 67 0,-11 22 26 15,11-1-36-15,0 1 16 0,-3 3 13 16,3 3-1-16,-2 0-44 0,2 2 22 16,-3 0-89-16,3-1 32 15,0-2-32-15,5-2 0 0,1-4-112 16,2-2 39-16,-3-3-55 0,0-5-217 16,0-4 110-16,-2-3-72 0,0 0-552 15,-1-1 149-15</inkml:trace>
  <inkml:trace contextRef="#ctx0" brushRef="#br0" timeOffset="-68646.96">26790 16824 947 0,'0'0'1006'16,"0"0"-572"-16,0 0-237 0,34-16-61 15,-13 14 111-15,0 0-74 16,1 0-58-16,-4 2-67 0,1-1-6 15,-3 1-42-15,-1 0-39 0,1 0-22 16,-5-3-118-16,2 2-258 0,-2-2 149 16,-3-1-69-16,-3 0-527 15,-2 2 281-15</inkml:trace>
  <inkml:trace contextRef="#ctx0" brushRef="#br0" timeOffset="-68432.45">27031 16603 829 0,'0'0'619'0,"0"0"-248"0,0 0-108 16,0 0 51-16,0 0-198 0,0 0 62 15,0 0 28-15,0 0-43 0,5 44-31 16,-5-23-24-16,3 2-3 0,-3-1-32 16,2-3-57-16,1 2 32 0,-1 1-48 15,-2-2-22-15,6 0 3 16,-4-3 9-16,1-4-229 0,0-3 140 15,-1-1-64-15,1-6-323 0,0 2 94 16,-1-2-167-16,1-2-623 0</inkml:trace>
  <inkml:trace contextRef="#ctx0" brushRef="#br0" timeOffset="-67427.82">27142 16772 408 0,'0'0'479'0,"0"0"-85"0,0 0 302 15,0 0-466-15,0 0 16 0,29 45 122 16,-24-32-211-16,3 1-64 0,-3-5-32 16,-2 0 19-16,2-5-55 15,-2 0-18-15,0 1 22 0,2 0-29 16,-2-1 3-16,2-1-3 0,-2-1 0 16,-1 0 2-16,-2 0-2 0,3-2 0 15,-3 0 13-15,3-3 6 16,-3 0-13-16,2-3-6 0,-2 0-2 15,3-6-100-15,-3-1-264 0,5 1 202 16,-2 2 48-16,2 3 29 0,-2 3 87 16,7-2 10-16,1 1 96 15,5-3 13-15,0 5-3 0,0-3-13 16,-1 3-32-16,4 0-17 0,-3-1 10 16,-3 0 13-16,0 1-58 0,-5 1 4 15,-2-3-14-15,2 4-9 0,-6-2 0 16,1 1 13-16,-3 1 6 0,3-3-6 15,-3 2 95-15,-3 0-9 16,-2 1-23-16,-6 0-19 0,-2 1-57 16,-3 1 25-16,5 1 19 0,3 2-6 15,0 1-32-15,3-1 105 0,0 5-70 16,-1-3-23-16,-1 3 45 0,1 1-60 16,6 0 41-16,0 0-39 15,0-1-5-15,6 0-75 0,4 1 75 16,3-1 0-16,3 1-121 0,3-5 119 15,-3-2-90-15,-3-2-225 0,0-1 168 16,0 0-110-16,-2-2-337 0,0-3 288 16,-3 2 58-16,0-1-312 15,-3-1 255-15,-3 2 53 0,4-2-16 16,-4-1 178-16,1-2 47 0,0 1 45 16,-1 0 53-16,-2 1 81 0,0 1 361 15,0 2-146-15,0 0 31 0,0 2 94 16,0 1-247-16,0 0-18 0,0 0 7 15,0 3-81-15,3 0 19 0,-3 1-4 16,3 1-52-16,-1-1-50 16,4 2-38-16,-1-3 31 0,3 3-41 15,-3-3 22-15,3-1-22 0,0-2 0 16,-3 1 16-16,1-1-16 0,2 0 0 16,-6 0-14-16,6-1 14 0,-3-1 0 15,-2-1-36-15,2 0 35 16,-2 1 1-16,0 0-22 0,2 0 22 15,-2 0 0-15,-1 2-10 0,1 0 10 16,0 0 16-16,-1 0 0 0,-2 3 76 16,3 2-38-16,0-1-51 15,-1 1 48-15,3 0-51 0,1 0-3 16,-1-2 3-16,3 0 0 0,5-2-8 16,1-1 8-16,1-2 0 0,-1-2-35 15,-4-2 13-15,3 1 22 0,-2-2-109 16,0 0 107-16,-3 0-16 0,0 3 12 15,-3 0 6-15,-2 0 0 0,2 1 16 16,0-1-13-16,0-1 10 0,-2 4 12 16,0 0 108-16,-3 1-38 15,0 0 12-15,2 1 85 0,-2 9 1 16,0 0-25-16,0 2 8 0,0 2-68 16,0-3-102-16,3 0 83 0,0-1-89 15,-1-2-113-15,1-2 97 16,0 0-58-16,-1-1-273 0,4-1 232 15,1 3-33-15,4-2-249 0,5 1 140 16,2-2-172-16,1-2-797 0,-3-2-108 16</inkml:trace>
  <inkml:trace contextRef="#ctx0" brushRef="#br0" timeOffset="-66778.04">28238 16549 1193 0,'0'0'599'0,"0"0"-161"15,0 0-257-15,0 0-42 0,0 0 177 16,-8 45-101-16,8-25-59 0,0 2-12 15,0-1-30-15,3-2-34 0,0 4-77 16,-1 0 44-16,1 0-47 0,0-2-21 16,-1-2 21-16,-2-3 0 15,3-4-84-15,0-5 81 0,-3-3-17 16,0-1-69-16,2-1 73 0,-2 1 16 16,3-3-95-16,-3 0 95 15,5-3 2-15,-2-3-2 0,2-4-22 16,3-4-58-16,3-1-115 0,2-2 92 15,-3 2-16-15,4 3-68 0,-1 1 122 16,3 3 20-16,0 2-6 0,0 1 51 16,-3 3 19-16,-3 2 265 15,1 1-65-15,-3 4-27 0,-3 2-58 16,1 7-32-16,-1 3-26 0,-2 5-19 16,-3-1 38-16,0 0-50 0,-6-3-39 15,1 0 57-15,-3-1-63 0,-3 0 16 16,3-2-16-16,-2-2 0 0,-3 2 19 15,2-4-19-15,-2-1 0 16,0-3-131-16,-1 0 100 0,6-4-67 16,0-1-295-16,6-1 82 0,-4-1-115 15,4-1-721-15,-1-1 48 0</inkml:trace>
  <inkml:trace contextRef="#ctx0" brushRef="#br0" timeOffset="-66151.42">28487 16886 1213 0,'0'0'312'0,"0"0"20"0,37 2-1 16,-23-2-218-16,-1-1-6 0,0-3 38 16,0-2-41-16,1 1-14 0,-1-3 26 15,-3 0-30-15,4-1-50 0,-6 2-33 16,-3 0 45-16,0 1 19 0,-2 0 32 15,-1 1-19-15,1-1-48 0,-3 1-26 16,0-3 52-16,-3 5-11 0,1-1-24 16,-9 4 29-16,-2 3-52 15,0 3-54-15,-1 5 54 0,4 0 0 16,5 3 3-16,-3 1 41 0,5 0-44 16,-2 1 19-16,2 1 7 0,3-3-26 15,0 0-10-15,3-5 7 16,2-1 3-16,0-5-86 0,1 1 86 15,-1-1 0-15,5-1-22 0,-2-2 22 16,3 0 0-16,0-5 16 0,-3 0 12 16,0 0-28-16,-3-2-73 15,0 1 32-15,0-4-20 0,1-1-63 16,-1-4 95-16,-2-1-51 0,2-1-193 16,0 2 34-16,1 1-152 0,-1 4-588 15,0 1 425-15,3 3 245 0,0 0 309 16,0 2 26-16,3 2 244 15,-1-1 245-15,6 2-166 0,-5 2-37 0,2 2 55 16,0 0-225-16,0 3 4 16,1 1 90-16,-4 1-111 0,3 0-22 15,-2 2-7-15,-3 0-28 0,-3 0-46 16,1 3-12-16,-1-1 22 0,-2 0-32 16,-3-1 16-16,0 0 16 0,0-2-4 15,-8 2-25-15,0-2 58 16,-6-3-26-16,1 4-31 0,-3-4 31 15,0-2-35-15,3 2-129 0,3-4 81 16,-1-1-42-16,6-1-133 0,-1 0 107 16,4 0-78-16,-1-2-239 15,3-4 30-15,0-5-92 0,3 1-701 16</inkml:trace>
  <inkml:trace contextRef="#ctx0" brushRef="#br0" timeOffset="-65883.95">28961 16603 1477 0,'0'0'520'0,"0"0"-318"0,0 0 37 16,0 49 138-16,0-30-165 0,0 2-93 15,3 0-39-15,0 2-4 16,-3 1-18-16,0 0-30 0,2 0 42 15,1-2-35-15,-3 2-22 0,0-3 60 16,0 2-73-16,0-1-57 0,0 0 55 16,-3-4-97-16,3-4-250 15,-2-4 99-15,-1-5-147 0,3-2-492 16,-3 1 368-16,1-2-62 0</inkml:trace>
  <inkml:trace contextRef="#ctx0" brushRef="#br0" timeOffset="-65557.26">28961 16908 911 0,'0'0'540'16,"0"0"-322"-16,43-27-45 16,-25 20 174-16,-2-2-146 0,3 0-30 15,-1 0 45-15,1 2-94 0,-3-3-16 16,0 1 41-16,-1 3-54 0,-4 0-64 16,-6 2-17-16,1 0 33 0,-1 1 6 15,-2 0 16-15,-3 1 37 16,0-1-24-16,0 1 8 0,-3 0 48 15,-5 2-136-15,0 0-16 0,-8 3 16 16,3 3 0-16,0 4-14 0,2-2 14 16,3 0 19-16,3 6-13 15,0-2 98-15,2 3-101 0,3-1 50 16,0-1-53-16,5 1 0 0,0-3-75 16,3 4 63-16,3-5 12 0,-3-2-142 15,3 1 120-15,-1-2-69 0,3-3-208 16,-2-1 114-16,0 0-45 0,-1-3-474 15,-2 0 107-15,-3-4-18 16</inkml:trace>
  <inkml:trace contextRef="#ctx0" brushRef="#br0" timeOffset="-65045.58">29258 16850 1760 0,'0'0'403'16,"0"0"-144"-16,0 0 89 0,0 0-193 16,0 0-66-16,8 35-53 15,-5-32 15-15,-1 0-48 0,3-1 7 16,1-2 22-16,-4 0-32 0,6 0 13 16,-2-2-13-16,2-2 0 0,-3 1 1 15,0-2-1-15,-2 0 0 0,2-2 3 16,3 2 3-16,-5-2-6 0,2 3-8 15,-2 0 8-15,-1 2 3 16,-2 1 22-16,3 0 90 0,-3 1-3 16,0 0 2-16,0 3-12 0,0 2 11 15,0 0 10-15,0 4-4 0,0-2-119 16,3-2 47-16,-1 1-27 0,1-2-20 16,2-1-35-16,3 0 35 15,5-1 0-15,3-2-101 0,3-5 79 16,-3 1 22-16,-6-2-151 0,1 1 129 15,-6 3-28-15,1-4-39 0,-1 3 89 16,3-6 0-16,-3 4 3 0,0-3 26 16,1 1-29-16,-4 1 16 15,1 1-7-15,-3 4 13 0,0-1 7 16,0 2 157-16,0 0-45 0,0 2-59 16,-3 3 58-16,-2 3-52 0,2 3-82 15,-2-1 96-15,2 0-102 0,3-2-34 16,0-3-6-16,0 2 40 0,0 2-347 15,6-3 231-15,-4 2-58 0,6-4-302 16,0 2 105-16,0-2-285 16,-2-1-1122-16</inkml:trace>
  <inkml:trace contextRef="#ctx0" brushRef="#br0" timeOffset="-64529.44">29610 16795 1603 0,'0'0'1070'15,"0"0"-742"-15,-13 35-104 0,10-18 30 16,1-1-57-16,2-4-80 0,0-1-95 16,0 1 50-16,2-2-72 0,1-4 38 15,0 0-19-15,-1 0-19 0,1-3-20 16,0-2 20-16,-1 1 0 0,6-2 1 15,-3 0 8-15,6 0-9 16,-3-3-28-16,3-4-7 0,-3 4 35 16,-3-3-151-16,3 0 151 0,0-5 0 15,0 1-48-15,0 1 32 0,-3 4 6 16,-2 0-18-16,-1 2 28 0,1-1 22 16,0 1-6-16,-1 3 116 15,-2 0-31-15,0 0-44 0,0 0 40 16,0 1-97-16,0 3 23 0,0-2 30 15,3 0-53-15,2 0 15 0,-2 0-15 16,5 0 0-16,0-2 19 0,5 0-19 16,3-5 0-16,-3 2-28 15,-2-1 28-15,-6 0 0 0,0 3-98 16,0-1 98-16,-2 1 0 0,0 1-17 16,-1-1 17-16,-2 1 32 0,0 1 3 15,0 4 159-15,-2 5 38 0,-4 6-25 16,1-1-32-16,0-1-175 0,2 0 52 15,3-5-55-15,0 0 3 0,0-2-295 16,3-3 205-16,0 0-83 16,2 1-321-16,-3-2 254 0,6-1-218 15,-5-1-1057-15,2-2-154 0</inkml:trace>
  <inkml:trace contextRef="#ctx0" brushRef="#br0" timeOffset="-64016.63">29925 16879 721 0,'0'0'951'16,"0"0"-669"-16,51-3-74 0,-38 1 177 16,0-2-240-16,0 0-84 0,-2 1-54 15,-3 2 12-15,-3-3-19 0,-2 2 3 16,0 0 20-16,-3 1 2 0,0 0 62 15,0-1 16-15,-3 2 3 0,-5 0 107 16,-3 0-69-16,-5 4-27 0,1 5 41 16,1 1 37-16,1 1-41 15,5 2-82-15,3-2 56 0,2 1-128 16,3 0-25-16,3-1 0 0,2 1 25 16,6-1-254-16,-1-3 188 0,4-1-44 15,1 1-146-15,1-3 164 16,3-1-79-16,-1-2-239 0,1-2 230 15,-3 0 2-15,0 0-152 0,-3 0 184 16,0 0 100-16,-5 0 46 0,0 0 55 16,-5-1 104-16,2 0 177 15,-2-1-123-15,-1-1-27 0,1-1 131 16,-3-1-65-16,0-2-56 0,0-4-23 16,-3-7-6-16,-2 1-52 0,0-5-58 15,2 1 76-15,1 1-114 0,2 1 30 16,0-1-34-16,-3 6-15 0,8 0-99 15,-2 6 86-15,-1 0 13 16,4 5-180-16,-1-2 133 0,0 1-129 16,3 1-451-16,6-3 2 0,-4 4-506 15</inkml:trace>
  <inkml:trace contextRef="#ctx0" brushRef="#br0" timeOffset="-63365.38">30585 16548 111 0,'0'0'1740'0,"0"0"-1140"0,0 0-390 16,0 0-43-16,0 0 151 0,0 0-165 16,-19 34-48-16,14-11-29 15,0 7 42-15,-1-1-23 0,1 1-20 16,0 4 48-16,2-1-101 0,1 0 13 16,-1-3 15-16,3-3-50 0,3-3-10 15,-1-4-8-15,6-6 18 0,-3-3-91 16,1-2 69-16,-4-6 22 0,1-1-67 15,2 0 65-15,3-2 2 0,3 0-97 16,2-6 84-16,3-4-25 16,-3-2-194-16,0 0 147 0,-2-4 8 15,0-1-48-15,2-1 77 0,-3-1-45 16,4 1-274-16,2 2 183 0,-6 3 39 16,3 4 67-16,-2 1 78 0,-6 5 97 15,1 2 239-15,-4 1-139 16,4 1-46-16,-1 3 66 0,-2 8-73 15,-3 6-30-15,0 4 32 0,-3 2 12 16,-2 0-54-16,-1-1-97 0,1-2 65 16,0-1-72-16,2-1-101 15,0-1 73-15,3-4-89 0,0-1-162 16,0-2 142-16,0-3-109 0,3-5-524 16,-3-2 114-16,3 4-54 0</inkml:trace>
  <inkml:trace contextRef="#ctx0" brushRef="#br0" timeOffset="-63092.68">30900 16906 1270 0,'0'0'547'16,"0"0"182"-16,0 0-388 0,0 0-78 16,0 0 46-16,34 37-109 0,-28-32-55 15,2 2-47-15,5 0 53 16,-5-3-38-16,0-2-79 0,0-1 62 15,0-1-96-15,-3 0 38 0,3-1-26 16,0-1-12-16,-3-2 34 0,1-3 7 16,-1-1-41-16,0-2 49 15,0-3-30-15,3-2-19 0,-5-3-118 16,2 1 118-16,-2 0-146 0,0 1-332 16,2 4 225-16,0 3-116 0,0 2-275 15,6 3 230-15,2 2-93 0,3 0-412 16,-3 2 404-16</inkml:trace>
  <inkml:trace contextRef="#ctx0" brushRef="#br0" timeOffset="-62758.45">31218 16829 706 0,'0'0'750'0,"0"0"-195"16,0 0 25-16,0 0-335 0,0 0-43 16,0 0 54-16,-43 34-97 0,33-21-42 15,-3 2-44-15,5 0 50 16,2-4-60-16,6-2-50 0,-2-3 44 15,2-1-57-15,0-2-10 0,2 1 10 16,4 0 0-16,2 0-84 0,0-1 68 16,5-3-28-16,3-2-212 15,0-3 161-15,-3 1-62 0,-5 1-150 16,-3 1 223-16,0-2 68 0,1 2 16 16,-1 1 33-16,0-1 82 0,1 2 160 15,-4 0-58-15,1 0-68 0,0 0 18 16,-3 2 31-16,2 2 0 0,1 3-5 15,-1-2-20-15,4 4-129 0,-1 0 2 16,3-1-12-16,0 0-34 16,8 3-196-16,-3-2 147 0,0 0-94 15,1-4-252-15,-1 0 235 0,-3-3-180 16,4-1-675-16,-6-1-149 0</inkml:trace>
  <inkml:trace contextRef="#ctx0" brushRef="#br0" timeOffset="-61208.94">32031 16878 892 0,'0'0'346'0,"0"0"171"16,0 0-238-16,0 0-152 0,0 0 109 15,-42 10-84-15,31-1 3 16,6-5 70-16,2 1-87 0,-2 0-23 16,2 2-42-16,0 1-12 0,3-2-61 15,0-2 26-15,6 2-10 0,4-4 22 16,4-1-26-16,1-1 55 0,-1 0-67 16,-1-1 22-16,-5-1-22 15,0-1 0-15,-3-2-141 0,-2 3 78 16,-1-3-1-16,1-1-48 0,0-1 110 15,-1 0 2-15,-2-2-67 0,0-3 44 16,0-1-25-16,3 0-122 16,-3 4 51-16,3 3 28 0,-1 3 2 15,4-1 47-15,4 1-3 0,1 0-26 16,5 1 54-16,0 2-2 0,-1 0-10 16,-1 2 29-16,-1 4-16 0,-5-3 5 15,-3 0 9-15,0 0 2 0,-2 1-6 16,-3-2 6-16,3 2 34 0,-3 2 257 15,0-2-30-15,-6 2-69 0,-1 1-6 16,-7 2-71-16,-2 4-29 16,1 0-23-16,1 1 48 0,4-4-35 15,4-4-54-15,4 0 38 0,-1-1-60 16,3-1-89-16,0 2 73 0,3 1-6 16,5-3-98-16,5-2 117 0,3 1 3 15,8-3-82-15,-1 0 59 16,1 0-56-16,-5 2-14 0,-1 2 91 15,1 0 2-15,-6 4-13 0,3 2 13 16,-5 3 48-16,-1-1 13 16,-4 8 34-16,2 0-31 0,-6 1-32 15,1 2 34-15,-3 2-50 0,0-1 3 16,-3 1 19-16,1 1-38 0,-6 2 16 16,2-2-13-16,-2-2-3 0,0-2 13 15,-2 0-13-15,2-1 0 0,-3-6 0 16,1-2 0-16,2-4 0 0,0-3 16 15,0-4-13-15,5-1-3 16,1-1 16-16,-6-1 12 0,2-5-28 0,-4-6-9 16,2-5 9-16,2-12 0 15,4 1-77-15,2-4 76 0,5-1-78 16,6 6-184-16,5-1 141 0,2 5-31 16,1 2-37-16,-1 4 132 0,1 5-3 15,-1 2-83-15,-2 2-53 16,-3 4-208-16,-2-1-1011 0</inkml:trace>
  <inkml:trace contextRef="#ctx0" brushRef="#br0" timeOffset="-59307.76">32712 16887 925 0,'0'0'622'0,"0"0"-2"16,0 0-406-16,0 0-27 0,0 0 161 15,0 0-143-15,0 0-61 0,0 0-42 16,0 42-19-16,0-31-39 0,0-1-41 15,0 0 51-15,0-3-54 16,0-3 13-16,0 2-7 0,0-1-6 16,0 0 26-16,0-3-17 0,-3 0-9 15,3-1 22-15,0-1-6 0,0 0 9 16,0 0-18-16,0 0 109 0,0-2-27 16,0-4-86-16,0-4 63 15,0-2-66-15,3-6-48 0,2 4 47 16,0-3 1-16,3 5-202 0,0 0 148 15,3 2-19-15,2 4-34 0,-2-1 94 16,-1 1 13-16,1 0-64 16,2 4 63-16,-5 1 1 0,0 1 0 15,-3 0 22-15,0 1 23 0,-2 2-39 16,2 5 58-16,1 1-14 0,-4 5-43 16,1 0 69-16,-3 3-76 0,0-1 35 15,-3-3-26-15,1 1-9 0,-1-3-73 16,0 0 57-16,1-2-82 0,2-2-207 15,-3-3 132-15,3-1-181 0,0 1-423 16,0-2 169-16,0 0 12 0</inkml:trace>
  <inkml:trace contextRef="#ctx0" brushRef="#br0" timeOffset="-58966.19">32976 16935 1066 0,'0'0'313'15,"0"0"54"-15,0 0 130 0,0 0-235 16,0 0-27-16,0 0 29 16,0 0-130-16,0 0-3 0,0 0 9 15,0 0-114-15,-21-3-26 0,11 14 13 16,-1 3 104-16,3-2-66 0,3-2-42 16,2 2 39-16,1-3-48 0,-1-4-22 15,3 1 20-15,0-4 2 0,0 4-69 16,0-2 47-16,3-2 22 0,-1-1-131 15,3-1 109-15,-2 0-51 0,5 0-144 16,0-2 153-16,-3-1-23 16,3-5-64-16,-2 4 106 0,2-2 16 15,-1 3-77-15,-1-4 15 0,2 3-12 16,0-1-33-16,0 0 65 0,-3 3-36 16,5 1-244-16,4 0 134 15,-4 1 21-15,4 0-348 0,-9 2 62 16</inkml:trace>
  <inkml:trace contextRef="#ctx0" brushRef="#br0" timeOffset="-58711.18">33188 17034 739 0,'0'0'772'0,"0"0"-281"0,0 0 117 15,0 0-321-15,0 0-47 0,0 0-4 16,0 0-99-16,0 0-39 0,-13-45-25 15,8 29 19-15,-1-2-92 0,-1-5 6 16,-1 0-6-16,2 2 0 16,4 6-44-16,2 4 44 0,0 1 0 15,0 5-50-15,0 2 49 0,0 0 1 16,2 0-88-16,1-1 69 0,0 0 12 16,-1 3-113-16,1 0-11 15,0 1-140-15,-1 0-438 0,1 0 170 16,2 0-36-16</inkml:trace>
  <inkml:trace contextRef="#ctx0" brushRef="#br0" timeOffset="-58412.31">33074 16764 451 0,'0'0'1327'0,"0"0"-508"16,0 0-458-16,0 0-102 0,0 0-42 15,0 0-131-15,0 0-86 16,0 0 28-16,0 0 7 0,0 0 35 16,-2-9-23-16,12 4 29 0,1 2-76 15,0-2 25-15,-3 2-25 0,-3-1 0 16,0-2 16-16,3 2-16 0,-3-4 22 16,-2 1-3-16,0-2 40 15,-3 1-43-15,-3 2 9 0,0 0 19 16,-2-2-44-16,0 5-44 0,-1 1 19 15,4 1 16-15,-3 1-250 0,2 0 120 16,3 3-122-16,0 0-607 16,0 3-185-16,10-3-149 0</inkml:trace>
  <inkml:trace contextRef="#ctx0" brushRef="#br0" timeOffset="-57845.1">33517 16610 414 0,'0'0'1403'0,"0"0"-729"15,0 0-407-15,0 0-125 0,0 0 18 16,0 0-38-16,0 0-39 16,0 0-77-16,-16-37 23 0,21 32-29 15,6 0 7-15,-1-1-7 0,9 1 38 16,-1 3 19-16,1 1 64 0,-3 1-29 16,-6 0-29-16,-4 1 44 15,-4 4-91-15,1-4 25 0,0 2-19 16,-1 1-22-16,1 1 28 0,0 3 38 15,-3 1-35-15,-3 3-9 0,-5 4 55 16,0 2-77-16,-3-1 40 16,1-3 10-16,-1-2-50 0,3-1 50 15,6-2-38-15,-4 1-12 0,4 0-53 16,-1 0 41-16,3 1 12 0,0-1-223 16,0-2 163-16,0 3-66 0,3 1-241 15,-1 2 188-15,-2 3-67 0,3-3-668 16,-3-1-183-16</inkml:trace>
  <inkml:trace contextRef="#ctx0" brushRef="#br0" timeOffset="-57664.51">33535 17043 2373 0,'0'0'917'0,"0"0"-581"15,0 0-46-15,0 0 18 0,0 0-162 16,0 0-146-16,0 0-40 0,0 0 5 15,0 0 35-15,0 0-291 0,37-11 153 16,-31 9-111-16,-4-2-578 16,-2 3-185-16,3-1-323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11T09:33:36.693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32174 7054 662 0,'0'0'196'16,"0"0"-20"-16,0 0 165 0,0 0-9 15,0 0-160-15,0 0 1 16,0 0 115-16,0 0-162 0,0 0-16 16,16-16 45-16,-16 14-52 0,0-1-23 15,0 1-13-15,0-1 36 0,0 0-17 16,0-1-9-16,0 3 19 15,0-4-49-15,-3 1-43 0,1 2 43 16,-1-3-40-16,-2 2 9 0,2 0 38 16,0-1-54-16,-2 1 25 0,-3 1-25 15,3-1 0-15,-1 0 0 0,-1 0 0 16,-4-2 0-16,-2 3-77 16,-3-2 76-16,3 2 1 0,-6 0-35 15,0 1 34-15,-2 1 1 0,0 0-55 16,-3 0 53-16,0 0 2 0,-2 0-19 15,-3 0 18-15,0 0 1 0,0 1-41 16,-1 1 41-16,1-1 0 0,-3 1-12 16,1 2 12-16,-1-1 0 0,-3 1-54 15,-2 1 54-15,3-1 0 16,-3 0-25-16,0 1 25 0,-3-1 0 16,3 2-35-16,-5-1 35 0,-1 1 0 15,1-3-13-15,2 2 13 0,-2 0 0 16,5 1 3-16,-3-1-3 15,0 0 0-15,3 1 2 0,0-1-2 16,0 1 0-16,0 4-5 0,-3-4 5 16,3 2 0-16,-3 3 7 0,3-2-7 15,0-1 0-15,-2 0 16 16,4 3-13-16,1-2-3 0,-3 1 13 16,0 2 0-16,2-2 6 0,1 1-7 15,2 1 40-15,5-2 5 0,-2 3-54 16,5-1 45-16,1 2-48 0,-1 2 25 15,3 0-6-15,-1 1-6 0,1 1 0 16,3-1 28-16,-1 1-41 0,1 2 1 16,2-2-1-16,0 1 0 15,3 0 13-15,-1-3-13 0,1 1 0 16,2-1 16-16,1 2 28 0,-1-2-44 16,1 1 16-16,-1-2 12 0,3-1 32 15,0 3-47-15,0-3 44 16,3 2-57-16,0 1 22 0,-1-2-13 15,-2 3-9-15,3-5 25 0,0 1 4 16,2 1-29-16,1-1 28 0,2 0-28 16,-3-1 0-16,3 1-3 0,0-2 3 15,0 0 0-15,0 0-13 16,0-1 13-16,0 1 0 0,0-2 0 16,0 1 0-16,3 1 0 0,-1-1 3 15,1-1-3-15,-1 2 0 0,1 0 0 16,0 1 0-16,2-2 0 0,3 2 0 15,-3 0 0-15,3-1 0 0,0 0 4 16,0-1-1-16,3 0-3 16,-1 2-7-16,4-2 7 0,-4-1 0 15,3 2 16-15,1-1-6 0,2-2-10 16,-1 3 15-16,1-4-15 0,3 1 0 16,-3 1-3-16,2-2 3 0,3 0 0 15,1-1 32-15,-1 3-29 16,3-2-3-16,-3-2 9 0,3 2-9 15,0 1 0-15,2-3 3 0,-2 2-3 16,2 0 0-16,3-1 3 0,1 0 4 16,-1-1-7-16,3 1 9 15,-1 1-9-15,1-1 0 0,0 1-9 16,2 0 9-16,1 1 0 0,-3-1 3 16,2 0-3-16,0 1 0 0,1 0 9 15,-1-2-9-15,1 1 0 0,-1 0 13 16,3-1-13-16,0 1 0 0,0-2 6 15,0 0-6-15,0 3 0 0,1-4 9 16,-1 1-9-16,2-1 0 16,-2 1 10-16,3-3-10 0,0 1 0 15,-3 1 12-15,3-2-2 0,2-1-10 16,-2-1 13-16,2 0-13 0,1-1 0 16,2 0 22-16,0 0-16 0,0-3-6 15,0-2 22-15,0 0-15 16,0-1-7-16,0 0 24 0,0 1-17 15,0-1-7-15,-3 2 18 0,3-3-18 16,-5 4 0-16,2-1-9 0,-2 0 9 16,0 1 0-16,-1 0 9 0,-1 0-9 15,-1 1 0-15,0-1 13 16,0 0-13-16,-3-3 0 0,3 2 22 16,-2-3-13-16,-1 2-9 0,3-4 31 15,-2-1-25-15,2 2-6 0,-5-2 25 16,2-3-6-16,-2 2-19 0,-3-1 28 15,0-1-9-15,-2 1-19 0,-1-2 37 16,-2 2-34-16,-6-1-3 16,4 1 28-16,-7-1-16 0,1 1-12 15,-2 0 28-15,-1-2-15 0,0 3-13 16,-2-2 34-16,-3 1-34 0,2 0 0 16,-2-2 27-16,-3-1-14 0,3 0-13 15,0 2 31-15,-2-4-16 0,-1 4-15 16,0-3 12-16,1 2-12 15,-4-4 0-15,1 3 0 0,2-2 0 16,-2 2 0-16,-1-1-6 0,1 0 6 16,-3-2 0-16,3 2-21 0,-1 0 21 15,-2-1 0-15,3 2 3 16,0-2 0-16,-3 1-3 0,2 0-19 16,-2-1 19-16,0-2 0 0,-2 2 10 15,2-2-10-15,0 3 0 0,0-2-13 16,-3 2 13-16,0 0 0 0,1 0 9 15,-4 2-9-15,4-2 0 0,-4 1-9 16,4 1 9-16,-3-2 0 0,-1 2 13 16,1 0-13-16,0 1 0 15,-1-1 0-15,1 0 0 0,-3-1 0 16,3 2-20-16,-1-3 20 0,-1 2 0 16,-1 0 3-16,2 1-3 0,-2-2 0 15,0 2-28-15,3-2 28 16,-5 1 0-16,2-1-18 0,0-1 18 15,-3 2 0-15,-2-2-53 0,2 3 53 16,-2-2 0-16,0 2-24 0,-1-3 24 16,-4 4 0-16,-1-2-86 0,4 1 83 15,-7 1 3-15,-2 0-71 0,-2 1 70 16,2 0 1-16,-5-1-75 16,0 1 73-16,0 1 2 0,-3-1-132 15,0 1 132-15,-2 1-44 0,-1-2-160 16,4 2 172-16,-4 2-12 0,-2 0-63 15,3-2 103-15,-3 4-24 0,-3 2-328 16,0-2 16-16,-2 2-72 0,-1 0-529 16,12-2-196-16</inkml:trace>
  <inkml:trace contextRef="#ctx0" brushRef="#br0" timeOffset="1167.96">30646 7480 1536 0,'0'0'273'0,"0"0"-179"16,0 0-93-16,0 0 113 0,0 0 58 16,0 0 64-16,0 0-152 15,0 0-29-15,0 0 10 0,0 0-23 0,-13 25-4 16,7-22-35-16,4 0 10 15,2-1 3-15,-3 0 13 0,3-2 39 16,-3 0-4-16,3 0-9 0,0 0 22 16,0-2-16-16,-2-1-42 0,2 0 32 15,0-3-51-15,0 0-48 16,2-2 29-16,4 2-13 0,2-2-80 16,2-3 112-16,3 2-26 0,3 0-16 15,-3 0 42-15,-2 4 13 0,0 3 16 16,-6 1 54-16,0-1-44 0,-2 2-33 15,0 0 4-15,2 0-10 0,-2 3-75 16,-1 0 75-16,1 1 16 0,-3 2-6 16,0 1 19-16,0 0-29 15,-5 0 28-15,-1 1 1 0,1-2 6 16,-3-1-22-16,3 0 48 0,-3-2-23 16,0 0-22-16,2 0 45 0,-1-3-23 15,4 0-19-15,-2 0 61 16,2 0-20-16,0-3-35 0,1 0 61 15,2-1-86-15,0-3 28 0,0 0 7 16,0-1 9-16,0 2-31 0,2 0 28 16,1 1-41-16,0 1-87 15,-1 1 86-15,1-1-36 0,2 3-141 16,0 1 96-16,6 5-177 0,0 2-474 16,-1 0-4-16,-2-2-628 0</inkml:trace>
  <inkml:trace contextRef="#ctx0" brushRef="#br0" timeOffset="1836.58">30680 7768 1273 0,'0'0'729'16,"0"0"-379"-16,0 0-350 0,0 0 0 16,0 0 64-16,0 0 14 0,0 0-7 15,0 0 10-15,0 0-10 16,0 0-36-16,5 23 4 0,-7-19 19 15,-1 0-23-15,-2 1 26 0,2-1 45 16,-2 1-10-16,2-3-10 0,-2-2-3 16,2 1-26-16,-2-1-34 0,2 0 63 15,-2-1-26-15,2-1-54 16,1-5 54-16,-1 3-60 0,3-3-114 16,0 0 102-16,0 1-33 0,5-4-79 15,1 3 123-15,-1 1-25 0,3 0 17 16,-3 1 9-16,3 3 38 0,-2-3-25 15,1 3 50-15,-1 2-63 0,-4 0-15 16,4 0 15-16,-4 2 0 0,-2 3-26 16,3-3 26-16,-3 3 0 15,3-1 3-15,-3-1-3 0,0 1 10 16,-3 0 3-16,0-1 37 0,1 3-5 16,-6-2-36-16,0 2 64 0,-3-1-73 15,-2-1-41-15,-3 2 6 0,3-4-108 16,-3 0-321-16,5-2 22 15,1 0-297-15</inkml:trace>
  <inkml:trace contextRef="#ctx0" brushRef="#br0" timeOffset="2552.15">31345 7383 1726 0,'0'0'376'16,"0"0"29"-16,0 0-273 0,0 0 0 16,0 0 67-16,0 0-62 0,0 0-60 15,0 0-64-15,0 0 41 0,0 0-25 16,24-31-26-16,-22 31 42 15,1 0-45-15,-3 0-45 0,0 0 45 16,3 2 0-16,-3 1 3 0,0 0-3 16,-3 0 0-16,-2 1 20 0,0-1 18 15,-1 0-10-15,1 2-15 0,-3-4 35 16,3 0-10-16,-1-1-19 16,1 0 70-16,2 0-73 0,1-2-14 15,-1-3-4-15,3 2-15 0,0-3-94 16,0 1 111-16,3-2-16 0,-1 1 6 15,4-1 10-15,-1 1 0 0,3 1-32 16,3 0 32-16,2 3 0 0,-3 0-94 16,-2 2 78-16,0 0-16 15,-2 4-70-15,2 3 86 0,-1 4-77 16,1 5-276-16,0 1 110 0,-5 3 4 16,0-4-499-16,-3-2 47 0,0 1-5 0</inkml:trace>
  <inkml:trace contextRef="#ctx0" brushRef="#br0" timeOffset="2999.1">31266 7718 1520 0,'0'0'503'0,"0"0"22"16,0 0-367-16,0 0-4 0,0 0 74 16,0 0-36-16,0 0-58 15,0 0-52-15,7-33-9 0,-1 27-38 16,-1 3-32-16,0 0 73 0,1 0-76 16,-4 2-69-16,1 1 65 0,2 0-5 15,-5 1-112-15,3 3 119 16,-3 2 2-16,0 5-6 0,0 0 6 15,-3 3 19-15,-2-4-6 0,0-1 31 16,2-6-34-16,0 0 9 0,-2 3 44 16,0-3-38-16,2 0-12 0,-2 1 50 15,2-3-16-15,-2 1-18 0,2-2 87 16,1 0-28-16,2-2-56 16,-3 0 90-16,0-4-50 0,1 2-57 15,2-4 106-15,-3 3-121 0,3-3-12 16,0 2-13-16,0-1 25 0,3 2-190 15,5-1 162-15,7 1-67 0,7 1-260 16,4 1 79-16,1-1-236 0,-6-1-1246 16</inkml:trace>
  <inkml:trace contextRef="#ctx0" brushRef="#br0" timeOffset="3624.08">32108 7333 117 0,'0'0'1877'0,"0"0"-1326"0,0 0-390 16,0 0-23-16,0 0 83 0,0 0-61 15,0 0-46-15,0 0-37 16,0 0 12-16,0 0-32 0,-11-28-48 16,14 25 52-16,-1-2-61 0,1 1-14 15,5-2 14-15,3-1 0 0,5-1 22 16,-6 1 13-16,-2 3-13 0,0 2-6 15,-5 1 22-15,-3 1-38 0,2 0-67 16,-2 0 48-16,0 2 0 0,-5 4-79 16,-6 4 98-16,-2 5 0 15,0-4-19-15,0 0 19 0,2-5 0 16,6-3 3-16,2 1 4 0,-2-3-7 16,2 0 22-16,1 1-3 0,-1-2-19 15,3 0 25-15,0 0-50 16,0 0 25-16,3-2-165 0,4-3 130 15,4 0-22-15,2 0-119 0,6-1 28 16,-3 5-160-16,-6 1-605 0,-2 0 148 16,-2 1-228-16</inkml:trace>
  <inkml:trace contextRef="#ctx0" brushRef="#br0" timeOffset="4018.19">32007 7678 1877 0,'0'0'357'0,"0"0"-92"15,0 0-3-15,0 0-98 16,0 0 38-16,0 0 91 0,0 0-131 15,0 0-96-15,5-34-53 0,1 27 22 16,-1 2-35-16,3-1 3 0,0 1 19 16,0 1-22-16,-3 0 29 0,3 1-39 15,0 2 10-15,-3 0-73 16,1 1 70-16,-4 0 3 0,1 0-54 16,0 2 54-16,-1 1 0 0,-2 1-6 15,0 0 6-15,0 0 16 0,0 0-3 16,0 0 53-16,0-2-60 0,-2 0 23 15,-1 1 21-15,0-1-50 0,1 0 32 16,-1-2 2-16,3 0-34 0,-3 0-170 16,3 0 91-16,0-1-92 15,3-5-360-15,8-3-43 0,-4 1-606 16</inkml:trace>
  <inkml:trace contextRef="#ctx0" brushRef="#br0" timeOffset="4561.96">32698 7399 192 0,'0'0'812'0,"0"0"-353"0,0 0 0 16,0 0-216-16,0 0-13 15,0 0 61-15,0 0-166 0,0 0-28 16,0 0 18-16,0 0-19 0,0 0-32 16,0-1-16-16,0 0 67 0,0-1-29 15,-2 1 22-15,-1-2 9 16,0 1-67-16,1-1-31 0,-1 1 41 15,0-2-3-15,-2 2-26 0,0-2 92 16,0 1-60-16,-1 0-63 0,1 1 88 16,0-2-88-16,-1 3 44 0,1-1-27 15,0-1-17-15,-3 2-81 16,3-1 69-16,-1 2 12 0,1-1-63 16,2 1 63-16,-2 0 0 0,5 0-74 15,0 0 74-15,0 0 0 0,0 0-16 16,0-1 16-16,5 0 0 0,1-3-88 15,2-1 88-15,5 1 0 0,0-1-9 16,0 0 9-16,-2 4 0 0,-6-2 35 16,-2 2-10-16,2 1-25 15,-2 0-19-15,-3 0 16 0,5 0 3 16,-5 0-151-16,0 4 150 0,0 3-56 16,-5 6-420-16,-6 2 118 0,1-4-108 15,-6 0-1864-15</inkml:trace>
  <inkml:trace contextRef="#ctx0" brushRef="#br0" timeOffset="5217.31">31292 8006 1168 0,'0'0'329'15,"0"0"-222"-15,0 0 20 0,0 0 246 16,0 0-181-16,0 0-24 0,0 0 16 15,0 0-104-15,0 0-6 0,0 0 20 16,-8-15-27-16,13 9-19 16,1 1 0-16,2-1 26 0,-3 0-36 0,3 3-3 15,-3 0 42-15,0 1-77 16,-2 2 10-16,-3 0-10 0,3 0 3 16,-3 0 19-16,0 0-3 0,0 3-19 15,0 0 19-15,-3 2 23 0,0-1 6 16,-2-1-29-16,2 2 54 15,-2-3-58-15,0 0 8 0,2 1 30 16,1-2-18-16,-1-1-28 0,3 0 81 16,-3 0-19-16,3 0-25 0,-2-3 82 15,2 0-6-15,0 0-52 16,0-3 60-16,0 1-128 0,2-1-78 16,1 1 75-16,2 0-31 0,3 1-148 15,3 2 178-15,5 1-77 0,5 1-310 16,0 3 136-16,6 0-132 0,-4 0-661 15,-7 2-53-15,0-4 351 0</inkml:trace>
  <inkml:trace contextRef="#ctx0" brushRef="#br0" timeOffset="5680.08">31779 7975 13 0,'0'0'2044'0,"0"0"-1688"0,0 0-194 16,0 0-117-16,0 0 65 0,0 0 86 15,0 0-106-15,0 0-90 0,0 0 22 16,-24 10-22-16,24-10 51 0,0 0 64 15,0 0-38-15,0 0-10 0,3-1 35 16,-3 0-4-16,5-2-98 16,-2-1-9-16,5 1-4 0,3-3 13 15,-3 2 0-15,0 1 3 0,-1-1 70 16,-1 3-64-16,-4 0 45 0,4 0-35 16,-1 0-9-16,-2 1 62 15,-3 0-72-15,0 0 35 0,0 0-7 16,0 0 1-16,0 0-23 0,0 2 91 15,0 0-40-15,-3 1-51 0,0 0 104 16,1-2-75-16,-4 1-10 0,4 0 43 16,-4-1-68-16,4 2 19 0,2-3-32 15,0 0 13-15,0 0-247 16,0 0 131-16,2 0-114 0,9-5-218 16,8 2 82-16,2-6-176 0,-3 4-917 15</inkml:trace>
  <inkml:trace contextRef="#ctx0" brushRef="#br0" timeOffset="6181.42">32449 7852 322 0,'0'0'1190'0,"0"0"-560"0,0 0-426 15,0 0 13-15,0 0 121 16,0 0-129-16,0 0-43 0,0 0-36 16,0 0-12-16,0 0 2 0,-8-8 57 15,6 8 5-15,2 0-62 0,-5 0-36 16,2 0 81-16,0 0-63 0,1 0-89 15,2 0 89-15,-3 0-102 0,3 0 21 16,0 0-21-16,0 0 0 0,0 0-18 16,0 0 18-16,0 0 0 15,0 0-114-15,0 0 87 0,3-2 27 16,2-1-125-16,3-4 122 0,8 0 3 16,0-2-40-16,2 1 40 0,-5 2 0 15,-5 2-22-15,0 2 20 0,-5 2 2 16,2 0-65-16,-2-1 65 0,0 1 0 15,-1 0-59-15,1 0 57 16,-1 0 2-16,-2 1-31 0,3 0 31 16,-3 1 0-16,0 2 38 0,-3 1 8 15,1 0-46-15,-3 1-35 16,-6 3 33-16,-2 4-125 0,-6 0-406 16,1-2 192-16,-6-1-170 0,5-4-1429 15</inkml:trace>
  <inkml:trace contextRef="#ctx0" brushRef="#br0" timeOffset="6868.58">30855 7995 1457 0,'0'0'737'0,"0"0"-342"0,0 0-208 15,0 0-129-15,0 0 70 0,0 0 77 16,0 0-93-16,0 0-64 0,0 0-42 15,13-18 67-15,-7 15 4 0,-1-3-14 16,-3 1 32-16,4 2-92 16,-4-2 35-16,1 2-9 0,0 2-29 15,-3 0 34-15,0 0-9 0,0 1-25 16,0 0 38-16,0 0-69 0,0 2 31 16,-3 0-142-16,0 2 140 0,-2 2 2 15,2-3-29-15,-2 3 29 0,3-3 0 16,2-1-82-16,0 3 80 15,0-4-98-15,0 1-344 0,0 0 171 16,7-2-8-16,4 0-612 0,0-2-373 16</inkml:trace>
  <inkml:trace contextRef="#ctx0" brushRef="#br0" timeOffset="7552.02">31875 8400 1859 0,'0'0'308'0,"0"0"-269"15,0 0 0-15,0 0-26 0,0 0 236 16,0 0-107-16,16 40-7 0,-3-25 14 15,0 4-24-15,0-2-41 0,3 0-11 16,0 2 0-16,0-3-53 16,3 2-4-16,-1-4 25 0,-2 1-41 15,2-4-22-15,-2 1-52 0,-2-3-41 16,-4-4-167-16,-2 0 121 0,-3-4-103 16,-2 1-720-16,0-1-191 15</inkml:trace>
  <inkml:trace contextRef="#ctx0" brushRef="#br0" timeOffset="8163.87">32076 8837 1889 0,'0'0'383'0,"0"0"-111"16,0 0-63-16,0 0-83 16,0 0-8-16,0 0 62 0,0 0-72 0,0 0-54 15,0 0-3-15,-8 11 67 16,8 2-10-16,3 7-20 0,2 2-9 15,0 3-79-15,3-2 38 0,-3-1-35 16,3 0-3-16,-2 0-95 0,2-1 69 16,0-3-53-16,-3-1-251 15,-2-3 176-15,-1-4-51 0,1-4-259 16,0-1 147-16,-3-4-115 0,0-1-753 16</inkml:trace>
  <inkml:trace contextRef="#ctx0" brushRef="#br0" timeOffset="8496.43">32023 8788 1842 0,'0'0'298'0,"0"0"-223"16,0 0 41-16,0 0-96 0,0 0 80 15,21-40 100-15,-13 32-103 0,5 1-26 16,3-3 22-16,3 3 3 15,-1 4-25-15,-2 2-62 0,0 1 36 16,-3 2-45-16,-2 3 16 0,-3 1-13 16,0 4-3-16,-3 0 3 15,0 0 33-15,-5-2-17 0,3-1-10 16,-3-3 62-16,-3 2-17 0,-2 1 9 16,0 1 77-16,-6 1-32 0,-2 2-67 15,0-1 31-15,0-5-72 0,-3 1-3 16,5-5-35-16,3-1 7 0,0 0-280 15,3 0 104-15,2 0-188 0,1-6-855 16,-1 2-210-16</inkml:trace>
  <inkml:trace contextRef="#ctx0" brushRef="#br0" timeOffset="8771.19">32301 8803 1663 0,'0'0'283'0,"0"0"-150"0,0 0 12 16,0 0-2-16,0 0 180 15,0 0-136-15,0 35-27 0,0-35-3 16,0 2-49-16,0-2-15 0,0 0 40 16,0 0 16-16,-3-2-42 0,3-5-97 15,0-2 59-15,0-6-69 0,0 0-32 16,0-1 17-16,3-3 15 0,0 1-139 15,2 2 60-15,0-2-156 0,6 4-361 16,-3 2 264-16,2 4 50 16,-2 2-218-16,3 3 233 0,-3 1-94 15,0 1-428-15</inkml:trace>
  <inkml:trace contextRef="#ctx0" brushRef="#br0" timeOffset="9045.37">32439 8738 1359 0,'0'0'202'16,"0"0"0"-16,0 0 229 0,0 0-188 16,0 0 2-16,-21 35 45 15,15-27-165-15,6-1-52 0,0 0-41 16,0-1 39-16,3-2-43 0,5-2-5 16,3 1 88-16,2-6 0 0,3-1-10 15,0-4 16-15,-3-3-76 0,-5 1-22 16,2-1 44-16,-4-1-22 0,-1 1-35 15,-2-2 76-15,-1 2-70 0,-2 0 20 16,0-2 19-16,-2 1-51 0,-4-1-139 16,1 3 35-16,0 0-75 15,-3 1-279-15,5 4 240 0,-2 1-61 16,2 2-553-16,0 0 201 0,3 0-89 16</inkml:trace>
  <inkml:trace contextRef="#ctx0" brushRef="#br0" timeOffset="11570.47">32709 8585 1275 0,'0'0'250'15,"0"0"4"-15,0 0-157 0,0 0-16 16,0 0-33-16,-37 14-48 0,29-7-32 16,5-2-24-16,-2 0-25 0,5 1-94 15,0-2-183-15,0 1 244 16,5-3 62-16,1 2 49 0,4 2 3 15,1-3 14-15,2 0-10 0,0 1 22 16,0-1-10-16,-2-2 27 0,-3 1 9 16,-3 1 32-16,1-1 76 15,-1 1-98-15,-2-2-4 0,5 5 33 16,-6-1-55-16,3-2 29 0,-2 3 139 16,0-3-103-16,-1 3-17 0,1-1 97 15,0-2-77-15,-3 3-4 0,0-3 31 16,2 2-28-16,-2-1-20 0,0 0-9 15,0 4-3-15,-2 0-36 16,-1-1 0-16,-5 3 13 0,3 6-45 16,0-7 20-16,-3 1 2 0,2-1-25 15,1-2 19-15,2-2-9 0,-2 3-10 16,0-3-58-16,-1 0 7 0,4-1-80 16,-1-1-232-16,3-2 98 0,0 1-146 15,0-2-627-15</inkml:trace>
  <inkml:trace contextRef="#ctx0" brushRef="#br0" timeOffset="12142.12">32966 8544 387 0,'0'0'580'16,"0"0"-459"-16,0 0-40 0,0 0 4 16,0 0-82-16,0 0 17 0,0 0 29 15,0 0 6-15,0 0 16 0,0 0 53 16,0-3-43-16,0 3-3 0,0 0 75 15,3 2-23-15,-3 0 16 0,0 6 71 16,2 3-94-16,1 4-10 16,-1 3 16-16,1 3-55 0,0 2-23 15,-1-1-32-15,-2 1 23 0,0 0-19 16,0-2-20-16,0 3 26 0,-2-1-7 16,-1 0-19-16,0-4 39 0,-2 2-29 15,0 0-10-15,0-6 32 16,-3 1-33-16,0-4 2 0,0-2 37 15,0-3-22-15,2-1-9 0,1-3-20 16,0 0 1-16,0 0-203 16,-3 0 113-16,0-2-46 0,2-1-246 15,-4-3 70-15,5-7-212 0,-1 0-793 16</inkml:trace>
  <inkml:trace contextRef="#ctx0" brushRef="#br0" timeOffset="12401.76">32953 8464 443 0,'0'0'1733'0,"0"0"-1630"16,0 0-18-16,0 0 25 0,0 0-59 15,0 0-28-15,0 0-23 0,0 0-49 16,0 0-5-16,0 0-57 0,29-30 60 16,-24 30-66-16,0 4-230 15,1 3 35-15,-1 3-82 0,0-2-698 16</inkml:trace>
  <inkml:trace contextRef="#ctx0" brushRef="#br0" timeOffset="12737.54">33088 8536 676 0,'0'0'697'0,"0"0"-498"15,0 0-66-15,0 0-13 0,0 0 52 16,0 0 26-16,0 0-139 0,37-12-30 16,-32 8-3-16,3 1-23 0,0-1 0 15,-3 0 32-15,3 1-19 16,-5-1 45-16,-1 1 136 0,1 1-68 15,0 1-48-15,-3 0-36 0,0 0-10 16,-3 1-35-16,0 0-74 0,-2 0 72 16,-3 0-11-16,3 1-45 15,-3 2 58-15,0 4-2 0,0-2-21 16,0 4 21-16,6-3 2 0,-1 1-64 16,3 2 61-16,0 0-26 0,0-3-14 15,0 2 43-15,3-6 0 0,2 4 0 16,3 1 12-16,2 2-12 0,4 0-193 15,1-5-79-15,-1 1-115 0,-1-5-664 16,-5 0 341-16</inkml:trace>
  <inkml:trace contextRef="#ctx0" brushRef="#br0" timeOffset="13197.4">33249 8341 1754 0,'0'0'123'0,"0"0"-80"0,0 36 151 16,-2-18-29-16,2-2 10 0,0 1-13 15,0-3-82-15,0 3-35 0,0-4 0 16,0-1 20-16,2 0-52 0,1-2-4 15,0-4 14-15,-1 1 6 16,-2-6-26-16,3 1 35 0,-1-1-22 16,1 1-9-16,2 0 51 0,1-2-58 15,-1 0-39-15,0-2-38 0,6-3-39 16,-3-6-174-16,2-1 122 0,-2 1 19 16,0 1-149-16,-5 4 113 0,0 1 116 15,-1 2-18-15,1 0 87 16,0-3 35-16,-1 4 193 0,1 0-14 15,-3 2-45-15,0 0-82 0,0 1-67 16,0 5 106-16,-3 2 19 0,3 6-61 16,-2 3-23-16,-1 0-22 15,3 1-17-15,0-3-9 0,0-1-3 16,0-4 10-16,0-3-20 0,3-1-137 16,-1-2 5-16,1-3-49 0,0-1-215 15,-3 0 140-15,2 0-30 0,1 0-415 16,-1-1 33-16</inkml:trace>
  <inkml:trace contextRef="#ctx0" brushRef="#br0" timeOffset="13462.74">33424 8301 1845 0,'0'0'464'0,"0"0"-464"15,0 0 0-15,0 0 171 0,0 0-29 16,0 0-45-16,0 0 19 0,0 48-36 16,0-26-29-16,3 0 17 15,-3-2 9-15,0-3-33 0,0 1-34 16,0-3 47-16,2 0-57 0,-2 1 16 16,3-2-14-16,0 1-2 0,-1-2-274 15,1 1 110-15,-3-7-93 0,0 0-498 16,0-4-367-16,0 0 454 0</inkml:trace>
  <inkml:trace contextRef="#ctx0" brushRef="#br0" timeOffset="13789.85">33514 8518 424 0,'0'0'1357'15,"0"0"-977"-15,0 0-8 0,0 0-211 16,0 0 6-16,0 0 28 0,0 0-108 16,0 0-39-16,35-35-36 15,-30 29 55-15,0 1-19 0,-2-1 0 16,-1 2 54-16,1-1 2 0,-3 0 26 16,0 4 6-16,0-1-136 0,0 0-32 15,-3 2 20-15,1 0-4 0,-4 1-98 16,4 2 102-16,-1 2-4 0,-2 2-105 15,2 0 106-15,-2-1 5 0,2 2-63 16,1 1 54-16,2-3 16 0,0 3-93 16,0-1 10-16,5-2-141 15,0 1-554-15,-2-4 27 0,7 4-330 0</inkml:trace>
  <inkml:trace contextRef="#ctx0" brushRef="#br0" timeOffset="14023.21">33633 8582 567 0,'0'0'444'0,"0"0"197"15,0 0-358-15,0 0-72 0,0 0 64 16,0 0-140-16,0 0-2 0,14-35 79 16,-12 21-68-16,1-1-57 0,-1-5-68 15,-2 1 7-15,3 3-26 0,2 2-125 16,-2 4 80-16,0 2 0 15,2 4-25-15,3-3 57 0,0 1-10 0,0-1-32 16,2 3 43-16,-4 1-17 16,-1 3-94-16,-2-2-90 0,-1 2-104 15,1 0-460-15,-3 0 207 0,5 0-190 16</inkml:trace>
  <inkml:trace contextRef="#ctx0" brushRef="#br0" timeOffset="14257.45">33355 8364 1372 0,'0'0'1350'15,"0"0"-1191"-15,0 0-157 0,0 0 15 16,0 0 105-16,0 0-122 0,37-6-8 15,-13 6 6-15,5 1 1 0,0 6-28 16,3 0 28-16,-3 2-237 0,-8 0-694 16,-5-4-166-16,-5 1 385 0</inkml:trace>
  <inkml:trace contextRef="#ctx0" brushRef="#br0" timeOffset="14639.27">33787 8713 1178 0,'0'0'2675'0,"0"0"-2511"15,0 0-164-15,0 0 0 0,0 0 79 16,0 0-79-16,0 0-20 0,0 0 18 16,0 0-138-16,0 0-534 15,16-5-332-15,-16 2-961 0</inkml:trace>
  <inkml:trace contextRef="#ctx0" brushRef="#br0" timeOffset="71812.53">31504 6212 900 0,'0'0'423'15,"0"0"-13"-15,0 0-156 0,0 0 86 16,0 0-211-16,0 0-16 0,0 0 113 15,0 0-94-15,0 0-23 16,5-30-29-16,-5 29 3 0,3 0-32 16,-1-1-41-16,-2 2 25 0,3 0-35 15,0 0-61-15,-1 0 59 0,1 2 2 16,-3 0-54-16,3 2 52 16,-1 2 2-16,-2-1 0 0,0 5 35 15,3-1-32-15,-3 4 16 0,3 0 26 16,-3 0-4-16,0 0-34 0,2 1 59 15,-2 1-5-15,3 2-29 16,-3 4 66-16,0-1-25 0,0 2-35 16,0 2 66-16,0 1-54 0,0 2-44 15,0 0 76-15,0 1-82 0,0 1 41 16,3-1-7-16,-1 0-34 0,4 1 38 16,-4-3 7-16,4 0-45 0,-1-1 25 15,-3-3-25-15,4 0 0 0,-4-2-3 16,1-2 3-16,0 0 0 0,-1-2-16 15,1-2 16-15,0-4 0 16,-3-3-79-16,0-2 54 0,0 0 25 16,0 0-186-16,0 0 145 0,0 1-56 15,-3-3-186-15,-2 0 156 0,-1 1-78 16,1-2-190-16,-3-2 117 16,3 0-156-16,-6-7-575 0,6 2 68 15</inkml:trace>
  <inkml:trace contextRef="#ctx0" brushRef="#br0" timeOffset="72608.06">31676 6147 499 0,'0'0'437'0,"0"0"-138"15,0 0 121-15,0 0-215 0,0 0-49 16,0 0-7-16,0 0-100 16,0 0 15-16,0 0 56 0,3-4-65 15,-3 4 10-15,0 0 67 0,2 3-35 16,-2 0-43-16,3 0 4 0,0 0 7 15,-3 1-21-15,2 2-5 16,1-1 12-16,-3 2 4 0,0 2-36 16,3 2 42-16,-1 4-10 0,4 3-48 15,-4 0 54-15,-2 2-18 0,3 0-30 16,-3 3 58-16,2 1-22 0,-2 0-42 16,3 1 60-16,-3-2-50 0,3 1 6 15,-1-1 6-15,1-3-25 0,2 0 3 16,-2-3-3-16,2 3 0 0,-2-3-6 15,2 0 6-15,-2-1 0 16,2-1-6-16,-2 3 6 0,-1-1 0 16,-2 3-5-16,3 0 5 0,-3 1 0 15,0 0 4-15,0 2-1 0,0-4-3 16,-3 2 0-16,3-3 0 16,0-2 0-16,0-2-67 0,0-5 55 15,0-2 5-15,0-2-110 0,0-1 50 16,0 2-32-16,3-3-175 15,-3 1 69-15,3 0-99 0,-3-2-650 16,2-2-99-16</inkml:trace>
  <inkml:trace contextRef="#ctx0" brushRef="#br0" timeOffset="73479.14">31350 6337 1068 0,'0'0'446'0,"0"0"-33"16,0 0-341-16,0 0 61 0,0 0 261 16,0 0-129-16,0 0-5 0,0 0 113 15,0 0-154-15,0 0-55 0,3-5-50 16,0-3 28-16,2 0-55 0,3-5-31 16,0 0 78-16,0 0-122 0,0 0 44 15,0 1-28-15,0-1-28 0,-1-3 47 16,4 2-26-16,0-3-21 0,-1 1 3 15,1-1-3-15,-1 1 0 16,4 2-54-16,-4 0 54 0,1 1 0 16,-3 0-42-16,0 1 42 0,0 2 0 15,0 1-56-15,-3 2 56 0,-2 3 0 16,2 0-52-16,0-1 52 0,1-1 0 16,1 0-63-16,-1-1 63 15,2 4 0-15,0-1-52 0,0-1 52 16,2 3 0-16,1-2-53 0,2-1 53 15,0 3 0-15,-2 0-25 0,2 2 25 16,-2 0 0-16,-1 0-42 16,4 4 42-16,-4 0 0 0,3 3-25 15,1-1 25-15,-1 0 0 0,-3 3-4 16,1-1 4-16,2-1 0 0,-2 1 23 16,5 3-23-16,-3-1 0 0,6 1 0 15,-1-1 0-15,1 0 0 0,-1-1-23 16,-2 0-24-16,3 0 25 0,-6 1-344 15,-3-2 64-15,-4-3-214 16,-4-1-1022-16</inkml:trace>
  <inkml:trace contextRef="#ctx0" brushRef="#br0" timeOffset="75503.31">30121 4969 1398 0,'0'0'189'0,"0"0"-163"0,0 0-26 15,0 0 0-15,0 0 50 0,0 0 57 16,0 0-58-16,-8 37 0 0,8-27-30 15,-2 0-16-15,2-2-2 0,0-1 8 16,0 0-9-16,0-1-42 0,0 1-153 16,5-3-166-16,-2 2-118 15</inkml:trace>
  <inkml:trace contextRef="#ctx0" brushRef="#br0" timeOffset="75748.98">30275 4919 907 0,'0'0'59'0,"0"0"111"0,0 0 194 15,0 0-227-15,3 38-36 0,-3-23 16 16,-3 2-43-16,0 0-48 0,1-3-7 15,-1 3-17-15,0-3-4 16,3 0-50-16,-2 1-114 0,2-3-75 16,0-3-387-16,0-2 54 0</inkml:trace>
  <inkml:trace contextRef="#ctx0" brushRef="#br0" timeOffset="76194.91">30389 5042 241 0,'0'0'545'0,"0"0"-223"0,0 0 154 16,0 0-265-16,-21 41 20 0,15-24 193 15,1 2-221-15,5-1-61 16,0-4 26-16,0 1-88 0,3-3-32 16,2 1-38-16,3-3 22 0,0-1-3 15,3-1-10-15,-1-3 54 0,3-4 1 16,1 0 9-16,-1-1 66 0,-3-4-32 16,4-3 15-16,-4 1 10 15,1-3-95-15,-1-2-25 0,-4-1 48 16,-1 0-20-16,0-4-44 0,-5 1 78 15,0-1-84-15,0-1-82 0,-8 1 80 16,3-3-65-16,-5 5-219 16,-1 2 213-16,6 2-19 0,-3 4-60 15,2 1 140-15,4 3-11 0,-1 0-79 16,-2-2 87-16,2 3-24 0,0 0-226 16,3 1 69-16,-2 0-117 0,2 4-306 15,0 1 353-15,5-1-33 0,-2 1-493 16</inkml:trace>
  <inkml:trace contextRef="#ctx0" brushRef="#br0" timeOffset="76476.07">30614 5067 831 0,'0'0'248'0,"0"0"153"0,8 36-183 15,-5-23-30-15,-3-2 146 0,5-1-198 16,-2 1-23-16,-1-4 7 16,1 2-56-16,-1-6-6 0,1 1-26 15,-3 1 46-15,3-3-17 0,-1 2-29 16,1-2 13-16,-3-2-10 0,3 0 16 16,-1 0 39-16,1-2 0 0,0-4-4 15,-1-4-16-15,4-3-70 0,-4-2-77 16,1-1-9-16,-3 3-93 0,0-2-417 15,0 3-26-15,0 2-146 16</inkml:trace>
  <inkml:trace contextRef="#ctx0" brushRef="#br0" timeOffset="76764.42">30723 5053 333 0,'0'0'378'0,"0"0"-65"16,0 0 133-16,0 0-238 15,37 21-52-15,-24-18 71 0,0-2-123 16,3-1 6-16,-3 0 75 0,-2-3-127 15,2 0-16-15,-2 0 0 0,-6-3-7 16,0 3-9-16,-2-2 3 16,0 2 13-16,-1-3-42 0,1 0-68 15,-3-3 33-15,0 4-30 0,-3-1-21 16,-2 2 51-16,0 1 2 0,-3-1-22 16,2 3 23-16,-2 1 6 0,3 0-37 15,0 1 63-15,0 5 46 0,-3 0 2 16,2 5-9-16,4 7-10 0,-1-3-29 15,3 5-1-15,0-5-18 0,5 2 15 16,1-2 4-16,2-1-22 0,2 2-202 16,-2-4-3-16,3 0-85 15,-1-1-443-15,-4-6 174 0</inkml:trace>
  <inkml:trace contextRef="#ctx0" brushRef="#br0" timeOffset="77269.17">30937 5171 1554 0,'0'0'361'16,"0"0"-153"-16,0 0 67 16,0 0-113-16,8-42 92 0,-5 25 29 15,-1 4-175-15,1-1-31 0,0 1-16 16,2 0 12-16,-2-2-73 0,2 3-26 16,0 3 25-16,-2 1 1 0,2 1-76 15,-2 2 73-15,2-1-55 0,3 2-143 16,0-4 108-16,5 2-45 0,-2-1-207 15,2 5 112-15,-2 0-49 16,-6 0-213-16,3 0 294 0,-3 1 83 16,0 0 60-16,-2 0 58 0,2 0 1 15,1-1 31-15,-1 1 37 0,-5 1 107 16,3-2 292-16,-3 2-192 0,0-2-72 16,-3 1-29-16,0 1-124 15,-2 0 4-15,-3 0 13 0,-2 1-33 16,-1 4-35-16,3-2-22 0,3 0 22 15,-1 2 0-15,1-1-7 0,0 4 6 16,2-2-28-16,3 1-42 16,0-1 39-16,0 2-7 0,3 2-13 15,5 0 52-15,2 2 0 0,4-1 19 16,-1 0 16-16,-3-2-12 0,-2-5 13 16,-2 1-4-16,-4 0-19 0,6-1 0 15,-5 3 3-15,2 0 10 0,0-1-4 16,-2-1 14-16,-3-1-14 0,3 0 10 15,-3 3 20-15,0-4-33 0,-6 0-19 16,4 3-58-16,-3-4-51 16,-1 1-120-16,-2 0 47 0,3-1-19 15,-3-2-332-15,3 0 3 0,-1 0-223 0</inkml:trace>
  <inkml:trace contextRef="#ctx0" brushRef="#br0" timeOffset="77522.36">31284 4997 1481 0,'0'0'546'0,"0"0"-313"0,0 0-103 16,0 0-75-16,0 0-10 0,0 0 41 15,0 0 24-15,0 0-14 0,-3 42 1 16,1-28-43-16,-1 2-54 0,-2-4 13 15,5-1-14-15,-3 0 1 0,3-4-58 16,0 0-13-16,0-4-57 0,0 2-215 16,0 1 91-16,3-2-67 15,-3-2-423-15,0 0 149 0</inkml:trace>
  <inkml:trace contextRef="#ctx0" brushRef="#br0" timeOffset="77957.52">31353 4877 1971 0,'0'0'208'0,"0"0"-163"0,0 0 143 16,0 0 48-16,0 37-20 0,0-21-10 15,-3 3-81-15,3-4-52 0,0 0-54 16,0-2 29-16,0-3-48 0,3-3-19 15,0-1 19-15,-1-3 0 0,1 2 16 16,0-2-13-16,2 1-3 0,0-2 1 16,3 0-26-16,-3-2 18 15,3 0-223-15,0-2 83 0,0-1-101 16,0 0-305-16,-3 0 313 0,1 0 48 16,-1 1-16-16,-2 2 182 15,2 0 26-15,-2 0 78 0,-3 2 56 16,2 4 22-16,4 0 175 0,-4 5-131 15,1-2-15-15,0-1 24 0,-1 1-96 16,3-4-49-16,1 2 13 16,4 0 3-16,1-1 0 0,5-2 0 15,0-4 9-15,2-2-22 0,1-5-10 16,-1 1 26-16,1-3-80 0,-3-4 26 16,0 2-52-16,-3-2 23 0,-3-4-193 15,1 1 113-15,-3-3-86 0,-3-4-281 16,-2-1 14-16,-3 4-294 0</inkml:trace>
  <inkml:trace contextRef="#ctx0" brushRef="#br0" timeOffset="78166.03">31660 4779 1121 0,'0'0'827'0,"0"0"-798"0,0 0 39 16,-8 48 272-16,6-30-140 0,2 0-51 15,0 1 5-15,0 1-51 16,2 3-32-16,1 0-36 0,-3-1 13 15,5 1-45-15,-2 0 19 0,2-1-15 16,-2-3-7-16,2 0-40 16,0-4-30-16,1-3-81 0,-4-4-190 15,1-2 140-15,0-3-29 0,-1-2-367 16,-2 1 43-16,0-2-134 0</inkml:trace>
  <inkml:trace contextRef="#ctx0" brushRef="#br0" timeOffset="78332.67">31615 4960 36 0,'0'0'2116'16,"0"0"-1438"-16,0 0-463 0,0 0-51 15,0 0-75-15,0 0 22 0,0 0-66 16,0 0-44-16,37-33-2 0,-21 32-30 16,5 1-67-16,0 0 63 15,3 1-112-15,3 0-351 0,-1 1-43 16,-7 1-222-16</inkml:trace>
  <inkml:trace contextRef="#ctx0" brushRef="#br0" timeOffset="78805.12">31970 4939 639 0,'0'0'616'16,"0"0"-196"-16,0 0-290 0,0 0 55 16,0 0 230-16,0 0-196 15,0 0-58-15,0 0-42 0,0 0-45 16,-16-9-35-16,11 9-39 0,-8 0-1 15,-1 0-28-15,-4 2 3 0,-1 3 25 16,6-1 1-16,0 5-71 16,2-4 52-16,3 0 0 0,6-3-58 15,-4 2 48-15,6-1-49 0,-2 1-199 16,2 4 192-16,5-3 17 0,6 3 51 16,7-2 17-16,-2 1 1 0,3-4 12 15,-6 2-13-15,-3-2 0 0,-2-2 59 16,-5 0 16-16,0 0-1 0,-1 2 33 15,1-1-43-15,-3 1-15 16,3-2 35-16,-3 3 22 0,0 0 22 16,-6-1 90-16,-2 2-52 0,-5 2-45 15,-3 1-36-15,0-2-9 0,-2 1-76 16,4-3-46-16,4 4 45 0,-3-2-93 16,2 0-356-16,6-3-3 15,2-1-260-15</inkml:trace>
  <inkml:trace contextRef="#ctx0" brushRef="#br0" timeOffset="79659.41">32142 4996 1507 0,'0'0'250'0,"0"0"-185"0,0 0 104 15,0 0-52-15,0 0-1 16,0 0 7-16,16 36-103 0,-16-30-4 16,3-4 36-16,-1-1 3 0,1 0 13 15,-3-1 12-15,0 0 1 0,0 0 70 16,0-2 195-16,3-4-183 0,-3-2-122 16,2-5-15-16,1-3-17 15,0 1-9-15,-3-3-55 0,2 3-28 16,4-2-76-16,-1 1-233 0,3 4 166 15,-3 3 68-15,3 3 6 0,-3 1 129 16,1 3 23-16,-4 0 49 0,4 1 93 16,2 1 39-16,-6 0 125 15,6 4-248-15,-3 5-42 0,3 3-16 16,-5 3 54-16,2 1-54 0,1-2 7 16,-4-1-7-16,1-2 0 0,2 0-3 15,-2-3 3-15,-1-4 0 0,1 0 12 16,-3-1 30-16,3 0-10 0,-1-1-9 15,1 0 44-15,-3-2-23 16,3 0-18-16,-1 0 73 0,1 0-17 16,2-3-37-16,-2-4 6 0,2-2-51 15,1-4-210-15,4-2 121 0,-5 1-58 16,3 1-271-16,0 3 173 0,0 2 57 16,-2 3 22-16,-1 1 141 15,-2 1 25-15,2 2 207 0,-3 0-42 16,1 1 22-16,2 1-6 0,-2 7-181 15,-3 0-13-15,3 6 13 0,-3 1 22 16,0 1-19-16,0 0 3 16,0-3 17-16,0 1-11 0,0-2-12 15,2-1-90-15,1-2-97 0,2-1-237 16,-2-5 64-16,0-2-190 0,-1 0-684 16</inkml:trace>
  <inkml:trace contextRef="#ctx0" brushRef="#br0" timeOffset="79951.69">32486 4940 47 0,'0'0'1887'0,"0"0"-1748"0,0 0-123 16,0 0 195-16,0 0-7 0,0 0-24 16,0 0-44-16,-7 33-66 15,12-22-12-15,0-1 22 0,6 2 4 16,5-4-24-16,2-4-15 0,3-3 51 15,-2-1-4-15,-1-1 35 0,-2-3 35 16,-5-2-74-16,-3 1-85 16,-3 0 98-16,0 2-10 0,-5-2 66 15,3-3 64-15,-3-5-112 0,0-3-109 16,-5 1 83-16,-8 0-83 0,2 1-294 16,0 4 213-16,3 3-61 0,3 1-169 15,2 3 165-15,-2 2-98 0,3-2-272 16,-1 1 52-16,3 2-283 0</inkml:trace>
  <inkml:trace contextRef="#ctx0" brushRef="#br0" timeOffset="81048.38">32741 4903 979 0,'0'0'577'0,"0"0"-418"16,0 0 10-16,0 0 139 16,0 0-169-16,-21 36-13 0,15-24 46 15,6-3-79-15,0-1-25 0,0-3-23 16,3 3 3-16,2-3-19 0,0 1 45 16,3-4 22-16,6-1 3 0,4-1 0 15,1-6 3-15,2-2-45 0,-3-4-25 16,-2 0 120-16,-5-5 19 0,2 4-14 15,-2-5-15-15,-3 1-80 0,-3-4-43 16,0-1 43-16,-2-2-62 16,-3-1-241-16,-3-1 103 0,3 4-86 15,0 2-234-15,0 6 317 0,-2 4 141 16,-1 3 118-16,3 4 48 0,-3 0-45 16,1 0-60-16,-4 3-20 0,1 0-41 15,0 4-86-15,-3 2 86 16,0 7 22-16,0 6-6 0,0 2 41 15,5 1-47-15,1-1 21 0,2-4-18 16,5 2-13-16,3-3 13 0,5 3 25 16,3-4-7-16,0-1-8 15,5-2 2-15,0-1-25 0,1-5 16 16,-1-1-10-16,3-3 16 0,-6-2-3 16,3-4 9-16,-5 0-28 0,0-5-135 15,-3 2 122-15,-5 0-35 0,0-3-151 16,0 2 110-16,-5 0-33 0,0 0-118 15,-3-2 102-15,-3 0-16 16,0 4-134-16,-2 1 288 0,2 3 37 16,-5 2-37-16,3 0-45 0,-6 0 45 15,1 2 48-15,2 6 88 0,-3 3-17 16,3 2 12-16,0 0-2 0,8 0-11 16,0 1-31-16,0 0-46 15,3-2-22-15,2 0 20 0,6-1 59 16,0-2-28-16,2-2-28 0,5 0 37 15,1-5-12-15,2-2-14 0,-2-1 45 16,-1-4-41-16,3-4-51 16,-5 1 95-16,0-4-48 0,0-1-40 15,-5-1 104-15,-1-3-46 0,-5-2-55 16,1-1 59-16,-4-3-75 0,-2-3-109 16,0 4-8-16,3-1-62 0,-3 5-129 15,0 6 308-15,0 3 50 0,0 2 55 16,0 4 21-16,-3 2-35 0,3 0-60 15,-2 0 51-15,2 1-82 0,-3 0-91 16,-2 3 91-16,2 9 22 16,1 5-3-16,-1 5 38 0,6 4-57 15,-1-1-42-15,9-4 41 0,-1-2 1 16,1-5-9-16,5-1 9 0,-3-2 0 16,3-4 34-16,-3-1-14 15,0-6-10-15,1 0 5 0,2-2 91 16,-3-6-37-16,0-2-66 0,0-1 115 15,-2-3-68-15,-3-1-38 0,-3-4 78 16,0-2-90-16,-2-2-59 0,-3-2 44 16,-3-3-140-16,-4-1-379 15,1 3 281-15,1 2-196 0,0 8-545 16,2 5 812-16,3 6 182 0,-3 3 305 16,3-1-146-16,0 2 15 0,-2 1-58 15,2 0-116-15,-3 0 0 0,0 7 149 16,3 5 8-16,-2 4-45 0,2 7 20 15,2 4-5-15,4-2-38 0,-1-3-22 16,3-1 12-16,-3-5-75 0,3 2 34 16,0-3-38-16,-3-1 0 15,1 2-7-15,-1-4-28 0,-2 0 10 16,-3 0-287-16,0 0 98 0,-3 0-159 16,-2-4-798-16,-3-3-274 0</inkml:trace>
  <inkml:trace contextRef="#ctx0" brushRef="#br0" timeOffset="82766.13">30789 5340 628 0,'0'0'580'16,"0"0"-66"-16,0 0-299 0,0 0 2 16,0 0 120-16,0 0-176 15,0 0-19-15,0 0-39 0,0 0-49 16,0 0-54-16,8-10-51 0,-8 10 32 15,2 2 3-15,-2 1 16 0,0 2 32 16,3 1-23-16,-3 1 1 16,3 1 16-16,-3 1-26 0,0 0 2 15,2-1 4-15,-2-3-6 0,0 2-11 16,3 0 11-16,-3 0 0 0,3-2 2 16,-1 1 14-16,4-3 6 0,-4 1-19 15,6-1 36-15,0 1-20 0,5-3-9 16,3-1 22-16,5 0-32 0,1-1 29 15,-1-3-20-15,0-1-9 0,-2 2-45 16,2 0 13-16,-3-2-61 16,1 4-287-16,-6 0 44 0,-2 1-157 15,-3-1-432-15,-3 1 309 0</inkml:trace>
  <inkml:trace contextRef="#ctx0" brushRef="#br0" timeOffset="83360.73">30834 5443 740 0,'0'0'235'0,"0"0"-108"0,0 0 179 15,0 0-114-15,0 0-13 0,0 0 22 16,0 0-126-16,16 32-1 0,-14-17 14 16,1 0-46-16,0-2-6 0,-1 0 19 15,1-2-53-15,0 1-2 0,-1-1 28 16,1-3 4-16,-3 0-12 0,3-4-7 15,-3 2-12-15,2-1 2 16,1 1 16-16,-3-1 1 0,5-1-8 16,-2 2 14-16,2-4-6 0,0-1 9 15,6-1 6-15,2 0-2 0,0-2-8 16,3-1-15-16,0-1-7 16,-3 2-3-16,1 0-12 0,-1 1 10 15,-2 0-11-15,2 1-22 0,-3 0 22 16,1 0 0-16,0 0-6 0,-1 0-33 15,1 1-106-15,-3 0-264 16,-3 0 88-16,0 0-70 0,-5-1-479 16</inkml:trace>
  <inkml:trace contextRef="#ctx0" brushRef="#br0" timeOffset="83860.25">30868 5586 884 0,'0'0'436'0,"0"0"-208"0,0 0 6 16,0 0-114-16,0 0 39 0,0 0 133 15,0 0-176-15,0 0-61 0,0 0 36 16,0 0-33-16,21 24-13 0,-15-11 16 16,-4 1-3-16,4-1-39 0,-4 1-16 15,1-1 17-15,0 3-20 0,-3 0 0 16,0 1 16-16,0-1 0 0,0 0-13 15,0-1 19-15,0 0-22 16,0-3 1-16,2 1 16 0,-2-3-17 16,0-4 6-16,0-1-8 0,3-1 2 15,-3 1-103-15,5-1 103 0,-2-3 0 16,2 0 17-16,3-1 38 16,3-1-23-16,5-3-23 0,2-2 14 15,-2 1-23-15,0 0 13 0,0 2-15 16,-3 1 2-16,-2 1-54 0,-1 0 53 15,1 1-27-15,-3 0-258 16,-3 0 40-16,0 0-159 0,-5 0-714 16</inkml:trace>
  <inkml:trace contextRef="#ctx0" brushRef="#br0" timeOffset="85346.55">31340 5423 603 0,'0'0'326'0,"0"0"186"0,0 0-262 15,0 0-55-15,8 37 84 16,-6-17-117-16,-2-4-33 0,3 2-25 16,-3-5-49-16,3 0-52 0,-1-4 26 15,-2-2-26-15,0-2 0 0,3-1 7 16,-3-1 3-16,3 0-13 0,-3-2-26 16,0 0 26-16,0-1 61 0,0 0 84 15,0-5-145-15,-3-3-6 0,-2-5-197 16,2-2 141-16,-2 0-5 0,-1 2 2 15,1-3 4-15,0 1-23 16,-1-3-250-16,4 2 139 0,-1-3-101 16,3 5-437-16,3-1 417 0,2 5 316 15,0 1 133-15,3 4 115 0,-2-1 42 16,4 1 228-16,6-3-236 0,3 1-41 16,-3 3 150-16,-3 4-249 15,-3 1-58-15,-4 5-65 0,-1-2-16 16,-2 0-3-16,-1 3-11 0,1 4 11 15,-3 3 6-15,-3 2 4 16,-2-1 9-16,-6-2-19 0,3-2-52 16,-2-1 7-16,2-3 10 0,3-2-55 15,-1 2 35-15,1-4-26 0,2-1-58 16,1 0 0-16,-1 3-1 0,0-4-29 16,3 0 127-16,0 0 42 0,0-1 79 15,6 0 35-15,2-1 12 0,2-1 91 16,3 2-75-16,-5 0-3 0,0 0 16 15,-5 0-84-15,2 2-17 16,1 0-22-16,-1 3 45 0,0 0-16 16,-2 1-13-16,2 0 10 0,-5 2-52 15,3-2 7-15,-3 4 19 0,0 0-16 16,0-1-10-16,-3 0 45 16,-2-2-51-16,0 1 19 0,-1 0-38 15,1-4-19-15,0 2-163 0,-1-3 108 16,1-1-61-16,0-1-266 0,2-1 109 15,0-5-95-15,1-2-815 16</inkml:trace>
  <inkml:trace contextRef="#ctx0" brushRef="#br0" timeOffset="85628.72">31597 5394 1153 0,'0'0'417'15,"0"0"-252"-15,0 0 11 0,0 0 129 16,-3 44-111-16,3-32-55 16,-3-1-23-16,3 1-64 0,0-1 6 15,0-1-36-15,0 1 36 0,3-2 0 16,0-4 16-16,-1 1-4 16,4-4-22-16,-4 1-13 0,6 2 49 15,0-3-21-15,5-1-21 0,-2-1 34 16,-1 0-44-16,-2 0-16 0,-5-2-7 15,5-2-9-15,-3 2-334 16,3-1 106-16,-2 1-36 0,2-3-224 16,-6 2 170-16,-2 0-63 0,0-2-580 15</inkml:trace>
  <inkml:trace contextRef="#ctx0" brushRef="#br0" timeOffset="85804.81">31618 5420 1963 0,'0'0'486'0,"0"0"-286"16,0 0-110-16,0 0 77 16,0 0 66-16,0 0-140 0,39-7-71 15,-31 6 4-15,0-1-20 0,0-1-6 16,0 0-172-16,-2 1-159 0,-1-1-208 16,-2 1-1105-16</inkml:trace>
  <inkml:trace contextRef="#ctx0" brushRef="#br0" timeOffset="86255.39">31660 5335 1870 0,'0'0'434'0,"0"0"-434"0,0 0 23 16,40-9 8-16,-30 8 57 0,6 1-62 15,-2 0-26-15,1 0-3 0,-1 0-165 16,-4 0-39-16,4 0-46 0,-6-2-76 15,-1 1 205-15,-1 1 53 0,-4-1 2 16,-2 1-15-16,3 0-33 16,-3 0-27-16,0 0 144 0,0 0 91 15,-3 2 66-15,-2 0-63 0,0 0 63 16,-3 3 80-16,3-2-133 0,-1 2-39 16,4-1 19-16,-4 0-71 15,4 0-13-15,2 0 0 0,0-2-11 16,0 0 11-16,2 2 97 0,4 0-19 15,4 3-10-15,6 0-6 16,-3 0-43-16,1-3 7 0,-4 1 52 16,-5-2-27-16,-2 0-34 0,0 3-15 15,2-1-2-15,-2 2 3 0,-3-2 22 16,0 1 23-16,0 0 4 0,-3 1 43 16,-8 2-5-16,1-1-10 0,-3 2-19 15,-1-1-6-15,6-6-32 0,1 2-20 16,1-5-6-16,4 1-20 0,-1-1-199 15,-2 0 96-15,2-1-16 16,3-4-282-16,3-5-25 0,5-2-42 16,0 3-266-16</inkml:trace>
  <inkml:trace contextRef="#ctx0" brushRef="#br0" timeOffset="86460.72">31962 5340 393 0,'0'0'561'16,"0"0"-242"-16,0 0 182 0,0 0-286 15,0 0-17-15,0 0 51 16,0 0-130-16,0 0 14 0,0 0 0 16,32 43-59-16,-29-28-45 0,2-1-10 15,-3-2-16-15,1-2-3 0,5 2 0 16,-5-4 16-16,2-2-10 0,-2-3-6 16,-1 2-22-16,1-3-29 0,2 1-107 15,1-3 39-15,-4 0-120 0,1 0-641 16,-3-2 111-16,0-7 39 0</inkml:trace>
  <inkml:trace contextRef="#ctx0" brushRef="#br0" timeOffset="86636.58">31896 5270 2572 0,'0'0'196'16,"0"0"-183"-16,0 0 103 0,0 0 112 15,37-7-72-15,-19 4-146 16,4 2 2-16,2 1-12 0,-1 0-67 16,1 1-9-16,3 3-258 0,-1-3-987 15,-7-1-109-15</inkml:trace>
  <inkml:trace contextRef="#ctx0" brushRef="#br0" timeOffset="87602.81">32402 5284 121 0,'0'0'1467'0,"0"0"-989"16,0 0-475-16,0 0 32 0,0 0 79 15,0 0-17-15,10 34-39 0,-10-16 33 16,0 1-36-16,3-3 3 16,0 1-10-16,-1-3-19 0,-2-1-12 15,3-1-11-15,-3-1-3 0,3-4-3 16,-3-4-101-16,0-1 46 0,0 0-6 16,0 0-30-16,0-1 82 15,0-1-11-15,0 0 10 0,-3-5-181 16,-2-1-101-16,-1-9-235 0,-4 2 224 15,2-1-29-15</inkml:trace>
  <inkml:trace contextRef="#ctx0" brushRef="#br0" timeOffset="87835.69">32367 5254 260 0,'0'0'1036'16,"0"0"-766"-16,0 0-39 0,37-20 61 15,-26 17-110-15,0 3-49 0,-6 0 41 16,0 0-80-16,-2 0-30 0,5 3-22 15,-3 0 0-15,0 2-20 0,1-2-22 16,-6 4 19-16,2-2 10 16,-2 0-6-16,0 1 41 0,0 0-9 15,-2-2 6-15,-1 2 15 0,-5-1-37 16,3-1-30-16,-3 2 17 16,0-2-26-16,0 2-93 0,-3-4 3 15,6 1-80-15,-3-1-355 0,3-2 74 16,2 0-209-16</inkml:trace>
  <inkml:trace contextRef="#ctx0" brushRef="#br0" timeOffset="88322.77">32542 5342 672 0,'0'0'554'16,"0"0"-304"-16,0 0-97 0,0 0 59 15,8 35-83-15,-5-30-35 0,-3 0 39 16,2-1-74-16,-2-2-20 16,0 0 9-16,0 0-22 0,0 0 0 15,0-2 35-15,0 0 33 0,0 0 19 16,-2-2 10-16,-1-2-81 16,3-3-42-16,-3-2-20 0,1-8-6 15,2 3-42-15,5-3-170 0,0 2-5 16,3 1 19-16,6 3-74 0,-4 0 259 15,1 1 39-15,-1 4 87 16,4 0 92-16,-7 4 16 0,1 0 70 16,-5 0-152-16,2 2-55 0,1 0 4 15,-4 2-43-15,4 0-19 0,-4 0 2 16,-2 1 11-16,0 3 3 0,0-1-6 16,-2 3-10-16,-4-1-19 0,1-1-36 15,-3 2 32-15,-3-3-3 0,4 3-32 16,-1-2 56-16,0-1 0 0,2-2-21 15,1 3 22-15,0-3-1 0,2 0-62 16,3 1 52-16,0-1 12 16,0-1 14-16,0-1 31 0,5 3 32 15,1 0 18-15,-1-1-43 0,3 1-52 16,0 0 3-16,2-1 6 16,4 4-9-16,2-2-167 0,0 0-115 15,-3-1-130-15,0-1-626 0,-8 0 249 16</inkml:trace>
  <inkml:trace contextRef="#ctx0" brushRef="#br0" timeOffset="88684.52">32746 5428 1167 0,'0'0'436'0,"0"0"-95"0,0 0 133 16,0 0-206-16,0 0-69 0,0 0-21 16,0 0-54-16,0 0-21 0,0 0-17 15,0-31 15-15,0 17-47 0,0-1-41 16,-3 1 31-16,1-3-44 0,2 5-104 15,0-4-17-15,0 3-58 0,2 1-148 16,4-2 208-16,-1 7 35 16,3 0-43-16,-5-1 95 0,5 5-3 15,-3-2-16-15,3 0 48 0,0 2 3 16,0 0 77-16,2 2-6 16,-2 1 0-16,0 0 10 0,0 2-47 15,-3 2-34-15,3 3-24 0,-2 4 22 16,2 2 2-16,-3 0-30 0,0 1 30 15,-2 0 0-15,2-4-10 16,-2 1 10-16,-1 0 3 0,1 1 10 16,0-2 0-16,-3 0 12 0,2-2-8 15,-2-4-17-15,0 2-55 0,0-3-239 16,0 1 116-16,0 0-72 0,-2-1-293 16,-4-1 94-16,1-2-11 0</inkml:trace>
  <inkml:trace contextRef="#ctx0" brushRef="#br0" timeOffset="88833.74">32773 5302 1042 0,'0'0'755'0,"0"0"-641"16,0 0-23-16,0 0 110 0,0 0-153 15,39-6-48-15,-28 6-18 0,2 0-73 16,0 3-129-16,3-2-441 0,-3 1-10 15</inkml:trace>
  <inkml:trace contextRef="#ctx0" brushRef="#br0" timeOffset="89124.72">33035 5219 960 0,'0'0'371'16,"0"0"-94"-16,0 0-118 0,0 0 13 15,0 0 133-15,0 0-156 0,-29 35-7 16,26-24 29-16,3 0-107 16,0 4-64-16,3 0 7 0,5 1-7 15,-1-5 2-15,1-2 4 0,3-1 23 16,0 1-6-16,2-3-17 0,3-1-6 15,-3-3-45-15,0-2-187 16,0-1 12-16,-2-2-91 0,-3-2-436 16,-3 1 134-16,3-2-62 0</inkml:trace>
  <inkml:trace contextRef="#ctx0" brushRef="#br0" timeOffset="89355.9">33233 5190 1520 0,'0'0'529'16,"0"0"-402"-16,0 0 109 16,0 0 58-16,0 0-143 0,0 0-71 15,-2 45-31-15,4-27 2 0,-2-2-51 16,3 1 0-16,2-5 0 16,-2-4 0-16,0-3 1 0,-1-1 12 15,1-1-13-15,0 0-55 0,-3 0 1 16,2 0-72-16,1 1-173 0,2-2 82 15,-2-1-88-15,-3-1-374 16,2 0 11-16,-2-7 20 0</inkml:trace>
  <inkml:trace contextRef="#ctx0" brushRef="#br0" timeOffset="89532">33170 5153 286 0,'0'0'1649'0,"0"0"-1296"0,0 0-88 15,0 0-107-15,0 0 19 0,0 0-12 16,0 0-118-16,40-12-47 16,-27 13-55-16,5 3 39 0,3 6 16 15,1 6-195-15,-4-2-95 0,1 2-115 16,-9-5-749-16</inkml:trace>
  <inkml:trace contextRef="#ctx0" brushRef="#br0" timeOffset="89704.25">33440 5377 2132 0,'0'0'1127'0,"0"0"-892"0,0 0-181 16,0 0 54-16,0 0-35 0,0 0-73 16,0 0-54-16,0 0-44 0,0 0-246 15,0 0 127-15,8 2-134 0,-8-2-718 16,0 0-79-16</inkml:trace>
  <inkml:trace contextRef="#ctx0" brushRef="#br0" timeOffset="90416.37">31334 5768 783 0,'0'0'605'0,"0"0"-110"0,0 0-258 16,0 0-37-16,22 46 46 15,-17-32-162-15,0 0-65 0,0-3-6 16,-2-2-3-16,2-1-10 0,-5-3 10 16,3 0-11-16,-3-2 1 0,3 2-104 15,-1-1 1-15,-2-2-49 0,0 1-214 16,0-3 70-16,-2 0-10 0,-1-1-841 16</inkml:trace>
  <inkml:trace contextRef="#ctx0" brushRef="#br0" timeOffset="90604.37">31289 5708 1370 0,'0'0'524'0,"0"0"-203"16,51-23 86-16,-33 15-175 16,3 5-20-16,-5 0-43 0,3 3-143 15,-6 0-26-15,0 0-45 0,1 3 45 16,-4 1 0-16,-2 3-67 15,0 1-13-15,-3 3-164 0,-5 0-418 16,3-3 45-16,-6 0-356 0</inkml:trace>
  <inkml:trace contextRef="#ctx0" brushRef="#br0" timeOffset="91155.04">31379 5818 49 0,'0'0'2169'0,"0"0"-2056"0,0 0-58 16,48-23 78-16,-35 18-17 0,1 2-48 16,-6-1-67-16,-1 1-2 0,-1 2-43 15,-1-1-124-15,-2-2 84 16,2 2 22-16,0 0 7 0,1 2 33 16,-1 0 22-16,-2 2 19 0,2 2 4 15,0 1-7-15,-2 0 15 0,2 0 5 16,-2 2-23-16,2-2 32 15,-2 3-10-15,2-3-32 0,-2 0 16 16,-3-2 13-16,2-1-19 0,-2 1 3 16,3-2 10-16,-3-1-6 0,0 0 41 15,0-3-61-15,3 0-61 0,-3-5-179 16,0-4 108-16,2-3 48 0,1-2-75 16,2 1-23-16,0 1-20 0,3 2-39 15,3 2 241-15,0 0 127 0,-1 1 393 16,1 4-202-16,-3 2-47 0,-3 3-19 15,0-2-169-15,1 2-22 16,-1 1 0-16,0 0 3 0,0 0-64 16,-2 4-31-16,0 0 29 0,-3 3 2 15,0 2-77-15,-3 5 29 16,-5-1-32-16,0-1-78 0,-2 0 110 16,2-4-10-16,2-3-13 0,1 0 35 15,2 0 17-15,1-3 12 0,-1 1 7 16,1 1-16-16,2-3-3 15,0 0 19-15,0 0 51 0,2 0 66 16,1-1-43-16,2 1 6 0,0 2-15 16,3-1-30-16,0-1-35 0,6 1-3 15,1-1-29-15,4-1-87 0,2 0-224 16,-2-2-78-16,-3-1-262 0</inkml:trace>
  <inkml:trace contextRef="#ctx0" brushRef="#br0" timeOffset="91584.38">31938 5700 950 0,'0'0'1161'0,"0"0"-721"0,-34 27-250 16,26-15-3-16,-3 1 49 0,3-2-112 15,3 1-124-15,2-1-25 0,-2-5 12 16,5 1 0-16,0-4-134 15,0 2 64-15,0-3-23 0,0 1-135 16,0-3 141-16,3 0 71 0,2-1 6 16,0-8-54-16,1 2-69 0,2-7-87 15,-3 0 197-15,3 0-39 0,-6-2-129 16,1 3 90-16,2-1-49 0,1 2-163 16,-1 0 170-16,0 1 151 0,3 2 5 15,-5 4 146-15,0 2 95 0,2 0 250 16,-3 3-225-16,1-1-71 0,2 1 34 15,1 0-135-15,-1 2-13 16,3 6 41-16,3 1-39 0,2 5-38 16,-3-1-25-16,1-1 28 0,0 2-23 15,-1-5-15-15,-2 3 25 16,3-2-19-16,-3-2-13 0,0-4 4 16,-3 2-7-16,-2-3-173 0,-1-1 38 15,3 2-46-15,-2-1-236 0,-3-2-24 16,0 0-180-16,-5-1-541 15</inkml:trace>
  <inkml:trace contextRef="#ctx0" brushRef="#br0" timeOffset="91741.94">31933 5710 1967 0,'0'0'146'0,"0"0"-71"0,0 0 142 16,34-7-117-16,-20 7-74 0,4 0-10 15,-2 2-32-15,3 0-84 16,-1-1-728-16,-5-1-457 0</inkml:trace>
  <inkml:trace contextRef="#ctx0" brushRef="#br0" timeOffset="92275.76">32468 5669 148 0,'0'0'1345'16,"0"0"-1284"-16,0 0 63 0,0 0 250 16,0 0-157-16,11 40-43 0,-9-25 43 15,3 0-111-15,-2-1-35 0,2-3-33 16,1 1-5-16,-4-5-30 0,1-1-3 16,0-3 29-16,-1 1-10 0,-2-2-19 15,3 0 26-15,0-1 2 0,-3-1 4 16,0 0 61-16,0 0 10 0,0 0-33 15,-3-6-70-15,-2-3-90 16,2-5-121-16,-2-2 160 0,-3 0-13 16,2-1-187-16,1 0-1 0,-3-1-176 15,3-1-568-15,2 4 321 16</inkml:trace>
  <inkml:trace contextRef="#ctx0" brushRef="#br0" timeOffset="92452.45">32497 5582 370 0,'0'0'961'0,"0"0"-688"16,35-6-68-16,-22 7 39 15,-3 4-128-15,-2-2 4 0,-2 0 81 16,-1 2-104-16,-2-1-26 0,-1 3-4 16,1-1-6-16,-1 2 1 0,-2 1 44 15,0 1-10-15,-5-4 3 0,0 5-16 16,-6-1-3-16,1 0-42 0,-6 1-38 16,3-4 0-16,2-1-19 0,3-4-291 15,3 1 69-15,-1-2-146 0,1-1-678 16,0 0-195-16</inkml:trace>
  <inkml:trace contextRef="#ctx0" brushRef="#br0" timeOffset="92954.14">32669 5717 453 0,'0'0'831'0,"0"0"-414"15,0 0-222-15,3 33-7 0,-3-29 94 16,0-1-163-16,0 2-73 0,0-1-27 16,0-1 13-16,0 0 1 0,-3-2 31 15,3-1 4-15,0 0 2 0,-2-1 69 16,-1-4-56-16,0-4-70 0,3-3 13 16,-2-4-42-16,2-3 16 0,0 2-167 15,2 0 12-15,6-1-96 0,0 2-281 16,3 3 292-16,2 1 240 0,0 4 104 15,0 1 104-15,-2 2-4 16,-3 3 139-16,0 1-163 0,-3 1-64 16,-2 0 35-16,2 0-52 0,1 2-79 15,-4 0 5-15,1 3-12 16,-1 0 16-16,-2 2-4 0,0 0 71 16,-5 0-29-16,3 1-67 0,-6-2 60 15,2 2-60-15,-2-2-86 0,3-1 85 16,0-1-37-16,-1 1-86 15,4-2 111-15,-1-1-6 0,0-1-55 16,1 2 73-16,2 1-12 0,0-2 13 16,0 1 13-16,0 2 48 0,0 0 12 15,2 1 10-15,1 0-67 0,-3 2 6 16,3-2-9-16,-1 0-13 0,1 2-17 16,2-3 17-16,1-1 0 0,2 0-126 15,0-2 1-15,5-2-128 0,0 0-578 16,0-3 47-16,-5-3-353 0</inkml:trace>
  <inkml:trace contextRef="#ctx0" brushRef="#br0" timeOffset="93225.1">32876 5644 653 0,'0'0'1727'0,"0"0"-1608"16,0 0 46-16,-16 39 102 15,16-33-94-15,0-1-125 0,0 0-16 16,5 1-32-16,1-1 16 0,1 0-10 16,1-3 74-16,6-2-10 0,-1-2 58 15,3-5 81-15,-3-1-55 0,-2 1-66 16,-6 2 19-16,0 1-62 0,-2-3-36 16,0 0 100-16,-3-3-68 0,0-4-10 15,0 0-62-15,-8 0-13 0,2 2-380 16,-2 4 152-16,3 1-107 0,2 2-481 15,1 1 227-15,-1 2-185 16</inkml:trace>
  <inkml:trace contextRef="#ctx0" brushRef="#br0" timeOffset="93592.11">33093 5531 1003 0,'0'0'1256'0,"0"0"-868"15,0 0-237-15,0 0 77 0,0 0 133 16,0 0-354-16,0 0-7 0,0 0-35 16,0 0 35-16,-21 16 0 0,13-6-74 15,3 4 49-15,2-2-20 0,3 2-76 16,0-3 118-16,3-2-22 0,-1-3-52 16,3 1 77-16,1-4-26 0,-1 4-51 15,0-1 77-15,1 1 0 0,-1-2-22 16,0-1 22-16,-2-1 1 0,0 1 24 15,2 1 49-15,-2-1-26 16,-1 3 13-16,1-3 26 0,-3 0-46 16,0 0-6-16,0-1 55 0,-3 3-20 15,-2-1-26-15,0 3 39 16,-3-5-83-16,2 1-6 0,-2-1-10 16,3-2-23-16,0 1-212 0,-3-2 139 15,3 0-36-15,2-1-367 0,0-4-78 16,1 1-414-16</inkml:trace>
  <inkml:trace contextRef="#ctx0" brushRef="#br0" timeOffset="93895.71">33183 5535 50 0,'0'0'2161'0,"0"0"-1773"15,0 0-271-15,0 0 8 0,0 0 55 16,0 0 37-16,0 0-111 0,0 0-49 16,37-13-32-16,-29 11 42 0,3 1-60 15,-3 1 21-15,0 0-30 16,-1 0 2-16,-1 0-70 0,-1 3 68 16,3 0 2-16,-3 1-22 0,1-2 22 15,-1 4 0-15,-2-2 19 0,-1 5 0 16,1 2-16-16,-3 1 23 15,0 1-11-15,0 3-15 0,-3-3-15 16,1 0-11-16,-1-2 4 0,0-1-271 16,1 0 110-16,-1-2-87 0,0-1-458 15,1-4-23-15,-4 0-443 0</inkml:trace>
  <inkml:trace contextRef="#ctx0" brushRef="#br0" timeOffset="94069.54">33260 5632 1928 0,'0'0'628'0,"0"0"-418"15,0 0-14-15,0 0-39 16,0 0-48-16,0 0-103 0,0 0 19 16,42-10-25-16,-31 10-64 0,-1 0-38 15,4 3-139-15,-6 1-421 0,0-3-72 16,2 3-388-16</inkml:trace>
  <inkml:trace contextRef="#ctx0" brushRef="#br0" timeOffset="94265.76">33429 5704 2016 0,'0'0'1322'0,"0"0"-1210"15,0 0-36-15,0 0 16 0,0 0 81 16,0 0-173-16,0 0-3 0,0 0-53 16,0 0-334-16,0 0 15 0,19 2-589 15</inkml:trace>
  <inkml:trace contextRef="#ctx0" brushRef="#br0" timeOffset="118208.07">31631 9290 13 0,'0'0'228'0,"0"0"-32"16,0 0 91-16,0 0-225 0,0 0-7 15,0 0 121-15,0 0 65 16,0 0-88-16,0-19 95 0,0 18-112 16,0-1-6-16,0 1 104 0,0 0-121 15,0 0-16-15,3-2 48 16,-3 3-67-16,0 0-7 0,0 0 6 16,0 0-22-16,0 0-55 0,0 0-26 15,0 7 26-15,2 5 81 0,1 6 70 16,0 2-20-16,-1 5-48 0,1 0-10 15,0-1 1-15,-1 1-68 0,3-2 13 16,-2-6 6-16,2-1-25 0,-2-7-54 16,0-2 38-16,-1-2 16 0,1-3-68 15,0 0 65-15,2 1-14 16,-2-3-56-16,2 0 70 0,3-7-55 16,0-6-160-16,0-4 106 0,-3 0-7 15,-2-2-117-15,-1 4 116 0,1 2 13 16,0 3-172-16,-3 3 195 0,0 4 84 15,2-4 57-15,-2 3 99 16,0 1-7-16,3-1 45 0,0 3-155 16,-1 0-39-16,1 1-32 0,2 0 32 15,0 0 39-15,3 1 19 16,0-1-32-16,3 0 6 0,0 0-16 16,-1 0 16-16,-2-1-12 0,-3-1 2 15,1 0-2-15,2-2-1 0,-6 1-17 16,4 2-2-16,-6-2 1 0,2 1 31 15,-2 1 26-15,-2-1-58 0,-1 0-9 16,-2 2-36-16,-1 0-29 0,1 2-111 16,-3 6 98-16,3-4 32 15,-3 4 26-15,0 3 29 0,3 2 14 0,-1 6 80 16,1 1-17-16,2-1-2 16,3-2-7-16,3-4-35 0,2-3-33 15,1-3-58-15,2-1 32 0,2-3 26 16,3 1-9-16,3-3 9 0,-2-1 16 15,-1-7-16-15,0 0-9 16,-5-4-65-16,5-3-56 0,-5 0 85 16,3-2 19-16,-6-1-26 0,3-3 33 15,-3 3-36-15,-2-3-72 16,0-2 98-16,-3 2 3 0,0 2 0 16,0-2-39-16,0 3-113 0,0 0-60 15,0 6 207-15,0 3 31 0,0 5 130 16,0-1 32-16,0 2 66 0,0-1 57 15,0 3-182-15,0 0-103 0,0 9 0 16,0 3 25-16,-3 10 95 0,6 2 96 16,-3 4-74-16,0-1-30 15,2-3-41-15,4 0-10 0,-1 1-52 0,-3-5 4 16,4 2-8-16,2-2-5 16,-3-2-150-16,3-2 31 0,-3-6-42 15,1-1-181-15,-1-6 128 0,-2-1-23 16,4 1-312-16,1-3 236 15,-2 0-75-15</inkml:trace>
  <inkml:trace contextRef="#ctx0" brushRef="#br0" timeOffset="118658.73">32121 9177 421 0,'0'0'1099'0,"0"0"-673"15,-11 34-199-15,9-14 12 0,-1 2 116 16,0 2-162-16,1 0-58 0,2 2-24 15,0-3-27-15,0 0-84 0,0 1-20 16,2-2 8-16,1-4-1 0,5-3-208 16,-3 0 96-16,1-6-55 0,-1 0-276 15,0-7 44-15,-2 1-121 0,0-3-562 16</inkml:trace>
  <inkml:trace contextRef="#ctx0" brushRef="#br0" timeOffset="118986.32">32182 9369 781 0,'0'0'1152'0,"0"0"-721"0,0 0-247 15,0 0-23-15,0 0-1 16,-5 37-109-16,7-31-51 0,1-3-52 16,2 0 52-16,0-2 2 0,3 0 14 15,0-1 23-15,0-1-10 0,3-2-29 16,-6-2 44-16,3 0-44 0,-3-1-77 15,1 1 62-15,-6 1 15 0,2 0 10 16,-2 2 32-16,3 2-10 0,-3 0 0 16,0 0 3-16,0 6-32 0,0 5 4 15,-3 7 66-15,3 4-34 0,-2 1-36 16,-1 0 35-16,3 0-38 16,-3-1 7-16,3 1-9 0,-2 0 2 15,2-1-189-15,0-1 57 0,0-2-41 16,0-3-140-16,0-5 115 15,-3-2 17-15,3-5-79 0,0 0 52 16,0 0-124-16,0-4-428 0,0 2 281 16</inkml:trace>
  <inkml:trace contextRef="#ctx0" brushRef="#br0" timeOffset="119363.95">32367 9322 1406 0,'0'0'432'16,"-2"34"-159"-16,2-20-231 0,0-1-20 15,0-6-22-15,0-2-23 0,2-3 10 16,1 2-7-16,0-1-19 0,2-1-7 15,0-2-110-15,0-3 33 16,3-3-56-16,-2 1-172 0,-1-2 152 16,0 2 16-16,-2-2 69 0,0 4 114 15,-1 2 121-15,-2 0 286 16,0 1-10-16,0 2 6 0,0 8 92 16,-2 3-276-16,-1 1-23 0,3 3 14 15,0-5-127-15,0-2-83 0,3-4-73 16,-1 0 61-16,1-3-91 0,0 0-279 15,2 1 117-15,3 0-85 0,0-4-531 16,-3 0 288-16,3-8-8 0</inkml:trace>
  <inkml:trace contextRef="#ctx0" brushRef="#br0" timeOffset="119870.23">32508 9226 1134 0,'0'0'911'0,"0"0"-606"15,-11 52-50-15,8-36 9 16,3 1-145-16,0-3-84 0,3-1-33 16,-3-2-4-16,3-5 1 0,-1-1-31 15,1-3 16-15,2 0 9 0,-2 1-47 16,5-2 51-16,-3-1 3 0,3 0-191 15,-3-4 0-15,1 1-93 0,-1 0-333 16,0 1 454-16,-2-2 163 0,0 3 173 16,-1 0 126-16,-2 1-27 0,0 0 78 15,0 1-144-15,3 1-23 0,-3 3-7 16,3-2-77-16,2 0-54 16,-2 0-22-16,7-2-7 0,1-1-16 15,2-4 15-15,0-1-30 0,0-2 15 16,-2 0-237-16,-6 1 125 0,-2 3 3 15,0 0 35-15,-1-3 74 16,-2 3 51-16,0-3 4 0,0 3 31 16,0 1 27-16,-2 2-8 0,-4 0 13 15,-2 5 3-15,0 4 60 16,-2 3 18-16,5 6-51 0,-3-3-76 16,5-1 32-16,3-2-104 0,0 1-62 15,5-5 45-15,3 0-11 0,5-4-198 16,1 0 112-16,4-4-70 0,1-4-269 15,2-2 376-15,0-4-99 0,-2-4-393 16,2 2 141-16,-3-4-24 0,-2 2-288 16,-2 3 293-16</inkml:trace>
  <inkml:trace contextRef="#ctx0" brushRef="#br0" timeOffset="120086.58">32849 9067 1843 0,'0'0'561'0,"0"0"-110"15,0 0 10-15,0 0-283 16,0 0-7-16,-26 61 47 0,21-30-48 16,-1 4-39-16,4-1 37 0,2 2-25 15,-3-1-143-15,3-4 12 16,0 1-12-16,3-3 0 0,2-3-256 16,0-2 94-16,0-5-75 0,3-4-18 15,-5-5 141-15,0-5-93 0,-1-2-245 16,-2-1 204-16,3-2-202 0,-3 0-828 15</inkml:trace>
  <inkml:trace contextRef="#ctx0" brushRef="#br0" timeOffset="120228.14">32828 9213 1614 0,'0'0'617'15,"0"0"-194"-15,0 0-368 0,0 0-19 16,0 0-34-16,0 0-2 0,43-4-13 15,-28 4-365-15,7 0-147 16,-7 0-227-16</inkml:trace>
  <inkml:trace contextRef="#ctx0" brushRef="#br0" timeOffset="120813.52">33188 9028 1347 0,'0'0'754'0,"0"0"-495"0,0 0-100 15,0 0-33-15,0 0-49 0,0 0 29 16,-31 18 122-16,15 4-10 15,-6 12-8-15,-4 12 43 0,-3 8-45 16,0 4-57-16,0 6-54 0,-1-3 43 16,1 6-119-16,3-3 20 15,-1-3-82-15,4-6 23 0,4-9-373 16,3-6 129-16,5-9-71 0,4-8-224 16,1-2 280-16,4-10-15 0,-1-2-546 15,3-6 118-15,3-3 54 0</inkml:trace>
  <inkml:trace contextRef="#ctx0" brushRef="#br0" timeOffset="121520.3">33175 9284 1718 0,'0'0'406'0,"0"0"-118"16,0 0-62-16,0 0-4 16,0 0 93-16,5 43-146 0,-5-24-58 15,0-1-51-15,3 1 10 0,-3-8-70 16,0-4-3-16,0-4 3 15,0-1 0-15,0-1-13 0,0-1 13 16,3 0 0-16,-3 0 3 0,2 0 26 16,1 0 12-16,0-5-35 0,-1-2 58 15,6-4-64-15,-2-1-41 16,1 1 22-16,-4 3 9 0,2 4-53 16,-2-4 62-16,2 3 1 0,-2-2-3 15,2 5 3-15,-2-1 0 0,0 2 28 16,-3 1-28-16,2 0 0 0,-2 1 13 15,3 2-13-15,0-1 0 0,-1 2-31 16,1-1 18-16,2-1-21 0,0-1-157 16,3-1 121-16,3 0-71 0,2-4-205 15,-2-3 123-15,-3 2 10 0,0-1-37 16,-6 3 250-16,1 0 7 16,0-1 262-16,-1 2 25 0,1 1-2 15,0 0 0-15,-3 1-168 0,0 3-13 16,-3 6 63-16,-2 6-38 15,2 3-133-15,-2-2 32 0,2 1-60 16,3-5 25-16,0-5-348 0,0-3 144 16,3-1-90-16,-3 1-439 0,5-3 65 15,-5 1-104-15</inkml:trace>
  <inkml:trace contextRef="#ctx0" brushRef="#br0" timeOffset="121691.06">33419 9315 1216 0,'0'0'1141'0,"0"0"-634"16,0 0-302-16,0 0 3 0,0 0 34 15,-8 38-141-15,5-22-101 0,1-1-58 16,2-3 56-16,0-2-123 16,0-2-300-16,0-3 123 0,0-2-98 15,2 0-526-15,-2-2 310 0,0-1-98 0</inkml:trace>
  <inkml:trace contextRef="#ctx0" brushRef="#br0" timeOffset="121843.19">33453 9179 430 0,'0'0'662'0,"0"0"12"15,0 0-479-15,0 0-143 0,0 0-30 16,0 0-22-16,0 0-71 0,0 0-452 15,0 0-5-15,32-32-219 0</inkml:trace>
  <inkml:trace contextRef="#ctx0" brushRef="#br0" timeOffset="122160.87">33588 9233 296 0,'0'0'1125'0,"0"0"-722"0,0 0-227 16,0 0-37-16,0 0 49 0,0 0-101 15,-39 12-87-15,33-8-3 16,-2 4-33-16,3-3-12 0,2 3-23 16,3-1 16-16,0-2 16 0,0 4-20 15,3-2 27-15,0-1 0 0,5 0-40 16,0-1 70-16,-3 2 2 0,3-2 75 15,-3-2-14-15,0 3-22 0,-2-2 49 16,0 4 2-16,-3-1 46 0,0-1 55 16,0 2-133-16,-6-2-49 0,4 3-9 15,-6-1-51-15,2-3-82 0,1 1-268 16,-3-2-5-16,3 1-205 16</inkml:trace>
  <inkml:trace contextRef="#ctx0" brushRef="#br0" timeOffset="122393.78">33689 9085 2215 0,'0'0'726'15,"0"0"-476"-15,0 0-116 0,0 0-4 16,0 0-13-16,0 0-117 0,0 0-63 15,-3 56 47-15,3-32 16 0,3-1-22 16,-3 2-10-16,0-2 29 0,0 0-230 16,0 0 99-16,3 1-107 0,-6-1-628 15,0-4-255-15</inkml:trace>
  <inkml:trace contextRef="#ctx0" brushRef="#br0" timeOffset="122525.78">33729 9506 1822 0,'0'0'454'0,"0"0"-454"15,0 0-81-15,0 0-529 16,0 0-466-16</inkml:trace>
  <inkml:trace contextRef="#ctx0" brushRef="#br0" timeOffset="205697.62">25894 11783 371 0,'0'0'622'15,"0"0"-426"-15,0 0-24 0,0 0 137 16,0 0-224-16,0 0 9 0,0 0 91 15,0 0-81-15,0 0-42 0,-16-12 25 16,11 12-45-16,0 0 10 0,0 2-5 16,-3 3-1-16,0 1 2 0,0 0 10 15,-3 3-13-15,-2 2-22 0,-3 7 0 16,-3 3 12-16,4-1-13 0,-4 5-2 16,1 0 76-16,-1 0-9 15,3 3 29-15,0 1 2 0,6 4-48 16,-1 0-15-16,6 1-1 0,-1 1-16 15,6-1-38-15,0 0 44 16,6 0-44-16,4-2 20 0,1-5-20 16,5-1 0-16,5-1-22 0,0-6 22 15,3-1 0-15,2-3-18 0,1-3 16 16,2-3 2-16,0 1-83 16,3-7 45-16,0 1-64 0,-3-4-405 15,0 0 93-15,-5-5-147 0,-6 2-530 16,-2-5 483-16</inkml:trace>
  <inkml:trace contextRef="#ctx0" brushRef="#br0" timeOffset="206501.39">26093 12004 949 0,'0'0'192'0,"0"0"231"16,0 0-211-16,8 49-24 0,-8-27 78 15,3-2-130-15,-1-2-36 0,-2 4 23 16,3-4-88-16,0-2-22 16,-1 2-6-16,-2-5 2 0,3-4-9 15,-1-2-63-15,1-3-53 0,0-1-11 16,-1-1-67-16,1-2 48 0,2 0 3 15,1-5-130-15,2-6 101 16,-3-3-4-16,0 0-72 0,-2-6 164 16,-3 3 84-16,-3 2 65 0,1-2 46 15,-4 0 58-15,-2-1 56 0,3-1-137 16,0 1-27-16,-1 2-15 16,4 3-17-16,2 4-9 0,-3 6 142 15,3-3 59-15,0 6 44 0,0-1 210 16,0 1-241-16,0 0-100 0,0 1-108 15,0 5 25-15,5 3 6 0,3 4-9 16,0-1 25-16,3 0-73 0,0-2-13 16,2-3 13-16,0-2 0 0,3-2-18 15,-3-3 5-15,0 0 13 0,1-2-89 16,2-5 77-16,-6-2 2 16,1-3-44-16,-1 1 41 0,-2-3 13 15,-2 1-124-15,-1-1 111 0,-5 2 0 16,0-2-6-16,0 0 17 0,0 1 2 15,-3-1-93-15,1 2 73 16,-1 2-12-16,0 3-13 0,3 3 45 16,-2 3 2-16,2 0 5 0,0 1 35 15,0 0-17-15,0 2-12 0,0 8 32 16,0 6 29-16,0 3 25 16,0 4-7-16,2 0-15 0,4 0-10 15,-1 2 6-15,0 0-35 0,0 1-25 16,1-1 24-16,4 0-37 0,-2 0-31 15,0-4 15-15,3 0-47 0,-1 1-243 16,1-2 123-16,0 0-80 0,-1-6-313 16,1-3-410-16,-3-8 315 0</inkml:trace>
  <inkml:trace contextRef="#ctx0" brushRef="#br0" timeOffset="206862.71">26458 12169 1409 0,'0'0'647'16,"0"0"-339"-16,0 0-69 0,0 0-149 15,0 0-9-15,0 0 15 16,0 0-29-16,38 9-9 0,-23-14-32 16,1 0 32-16,-2-3-30 0,-4 3-28 15,-2-3 39-15,-3 5-30 0,-2-3-2 16,2 3 41-16,-2-3-13 0,-3 1-26 15,0-2 58-15,0 2-22 0,0 0-16 16,-5 2 44-16,-1 1-73 0,-2 2 16 16,1 0-16-16,-1 2 31 0,0 5-27 15,0 4 78-15,0 0-82 0,2 2 9 16,4 1-12-16,2-1 3 16,0 0-66-16,2-1 63 0,4-2 3 15,2 2-112-15,0-3 68 0,5 0-68 16,-3 1-240-16,4-3 101 15,2 0-111-15,0 0-420 0,-1-4 512 16,1 0 45-16,-2-1-567 0</inkml:trace>
  <inkml:trace contextRef="#ctx0" brushRef="#br0" timeOffset="207067.25">26686 12280 163 0,'0'0'414'0,"0"0"186"16,0 0-262-16,0 0-16 0,0 0 149 15,0 0-235-15,0 0-20 0,0 0 41 16,0 0-116-16,0 0-33 0,19-30 0 15,-17 16 26-15,1-2-23 0,0-1-13 16,-1 1 28-16,-2-2-41 0,6 2-76 16,-6-2 88-16,2 1-97 0,-2 4 26 15,3 3-28-15,-3 4 2 0,3 0-120 16,-1 2 117-16,1 1-72 16,2 0-263-16,3 2 153 0,5 1-121 15,1 3-676-15,-1 1-50 0</inkml:trace>
  <inkml:trace contextRef="#ctx0" brushRef="#br0" timeOffset="208064.96">27425 12147 355 0,'0'0'760'16,"0"0"-327"-16,0 0 54 0,0 0-292 16,0 0-4-16,0 0 93 0,8-34-110 15,-8 30-11-15,0-2 16 0,0 1-41 16,-3-2-33-16,1 2-39 16,-3-1 36-16,2 2-64 0,-5-2-26 15,0 3 26-15,-3 1-38 0,-4-1-50 16,-1 3 46-16,2 4 4 0,-2 0-28 15,6 4 28-15,-1-3 0 0,1 4 3 16,2 0-3-16,0 3 0 0,0 3-46 16,3 0 42-16,2 2 4 0,3 0-44 15,0-2 44-15,0-1 0 0,5 0-44 16,1-5 15-16,-1 0 29 16,5-3-86-16,4-3 74 0,2-2-1 15,-1-2-32-15,-1-7 45 0,2-2 0 16,-3-1-7-16,0-4 6 15,3 2 1-15,-5-5-102 0,2 3 100 16,-3-5-17-16,-2 0 19 0,-2 2 13 16,2-2-3-16,-6 2 2 0,1-3 30 15,0 2-36-15,-3-1 14 16,0 1-40-16,0 1-15 0,0 3-211 16,0 4 130-16,-3 1 13 0,3 4-29 15,0 3 132-15,0 3 1 0,0 0 113 16,0 0-24-16,0 0-90 0,0 2 3 15,0 8-3-15,-3 6 90 0,1 4-13 16,2 0-6-16,0-1-39 0,0 2-29 16,0-1 29-16,0 1-10 0,5 2-12 15,0-2 16-15,-2 1-23 0,5-3 16 16,-3 1-38-16,3-1 16 16,-3-3-180-16,6 0-3 0,-3-5-101 15,0-2-422-15,2-3 188 0,-4-4-16 16</inkml:trace>
  <inkml:trace contextRef="#ctx0" brushRef="#br0" timeOffset="208490.91">27679 12101 758 0,'0'0'325'0,"0"0"89"16,0 0-157-16,0 0 25 0,-31 37 172 16,25-18-261-16,4-5-45 0,2 4-6 15,2-6-62-15,1 2-38 0,8-3-33 16,-3-1 14-16,5-3-23 16,0-1 16-16,0-2 0 0,3-3-16 15,0-1-24-15,-3-1 24 0,3-3 0 16,-3-5 1-16,-2 1-1 15,0-3 7-15,-3 2 2 0,-3-6 30 16,0 2-8-16,-5-2-11 0,0 3 63 16,0-4-26-16,-2 2-25 0,-6-1 41 15,-3 2-73-15,-2 0 6 16,0 2-34-16,-1 1 2 0,1 3-180 16,2 3 206-16,3 0 0 0,1 4 3 15,1 0 1-15,1 0-4 0,2 0-55 16,-2 3 36-16,0-1-32 0,2 4-152 15,0 0 65-15,3 0-56 0,0 0-262 16,0 1 21-16,6-1-47 0,-4-2-603 16</inkml:trace>
  <inkml:trace contextRef="#ctx0" brushRef="#br0" timeOffset="209045.63">27857 12115 401 0,'0'0'629'16,"0"0"-241"-16,0 0 99 0,0 0-334 16,0 0 67-16,0 0 142 0,26 38-246 15,-23-31-29-15,0 0-26 0,-1-1-13 16,1 2-48-16,0-5 3 16,2 3 9-16,-2-4-8 0,-1 0-4 15,1-1 35-15,2-1 0 0,-2 0-22 16,-1-2 54-16,4-1-19 0,-1-4-48 15,0-3 45-15,1-2-45 0,2-1 3 16,-3 1-3-16,3 0 0 0,-3 3-35 16,0 3 19-16,1 0 16 0,-4 4-73 15,4-3 73-15,-1 1 0 0,0 2 0 16,1 2 0-16,-4 0 44 16,1 2-9-16,0 4 55 0,-1-2-26 15,1 3-36-15,-3-1 30 0,5 3-58 16,-2-1 0-16,-1-4 0 15,1 1 0-15,0 0-20 0,-1-3 20 16,1 0 0-16,2-2 0 0,1 0 0 16,-1-2 0-16,0-1-57 0,3-2 54 15,0 0-70-15,-3-1-154 16,3 1 127-16,-2-5-19 0,2 3-93 16,-3 1 105-16,0-2 0 0,-2 2-19 15,2 0 103-15,0 3 4 0,-2 1 19 16,-3 1 33-16,3 1 113 0,-3 0 83 15,0 3-13-15,0 5-36 0,0 4-10 16,0 0-46-16,0 2-47 0,0-3-74 16,0 0 54-16,0-2-57 0,2-3-49 15,1 1 49-15,0-3-60 0,-1 5-241 16,1-4 19-16,2 1-167 16,1-1-698-16,-1 1 316 0</inkml:trace>
  <inkml:trace contextRef="#ctx0" brushRef="#br0" timeOffset="209445.43">28262 12136 1333 0,'0'0'332'0,"0"0"-27"16,35-3-198-16,-20-3-22 0,4 1 119 15,-3-4-107-15,0 3-49 0,-6 1 20 16,-2-1 0-16,0 2-29 0,-5 2-30 16,0-2 4-16,-1 1 13 0,1-1-7 15,-3 1 45-15,0-1-28 0,0 1 6 16,-3 1 25-16,-7-1-67 16,-1 1-6-16,-5 2 6 0,3 2 0 15,0 1 1-15,-1 2 47 0,6 1 29 16,-2 0 41-16,2 5 7 15,0-1-24-15,0 3-2 0,3 1 28 16,2-2-20-16,3 2-47 0,0-2 15 16,0 1-75-16,3-3-37 0,5 0 24 15,0 0 13-15,2-3-196 0,3-1 143 16,3-2-30-16,0 1-136 16,-3-5 88-16,3 0-132 0,-2 0-441 15,-6-1 169-15,-1-3-6 0,-1 2-482 16</inkml:trace>
  <inkml:trace contextRef="#ctx0" brushRef="#br0" timeOffset="209766.23">28445 12109 434 0,'0'0'1562'16,"0"0"-1140"-16,0 0-196 16,0 0 66-16,0 0-96 0,0 0-43 15,0 0-41-15,3 35-36 0,-1-28-76 16,1 0-6-16,5-1 6 15,0-1 0-15,8-3-41 0,-1-1 40 16,7-1 1-16,-6-3-31 0,-1-3 15 16,-1 2 3-16,-4 0-134 0,1-3 80 15,-3 5-22-15,-3-3-94 0,-2 1 150 16,2 2 31-16,-2-3-33 0,2 1 35 16,-2 2 0-16,-1 2 3 15,-2 0 20-15,0 0 60 0,0 1 122 16,0 7-32-16,-5 3-33 0,0 2 0 15,2-1-1-15,3 0-139 0,0-6 6 16,0 0-25-16,0-1-63 0,3 0-320 16,2 0 98-16,6 2-247 0,-3-4-687 15</inkml:trace>
  <inkml:trace contextRef="#ctx0" brushRef="#br0" timeOffset="210119.11">28726 12139 650 0,'0'0'1968'0,"0"0"-1730"15,0 0-129-15,0 0-54 16,0 0 31-16,0 0-60 0,0 0-4 16,39-33-22-16,-31 28 0 0,0-1-2 15,-2 1 2-15,1-3 16 0,-4 4-16 16,0-2 70-16,-3 1-22 0,0 0-9 15,-3 1 40-15,-2 1-50 0,-3 0-10 16,-5 3 3-16,-3 2 23 0,3 4-1 16,2 1 67-16,0 3-35 0,3 3 9 15,0-2 68-15,3 2-45 16,0 2-30-16,2 0 53 0,3-1-100 16,0-1 15-16,3-1-24 0,5-2-22 15,2 0-68-15,6-4 46 0,3 0 22 16,5-2-224-16,-1 0 169 15,4-3-73-15,2-1-197 0,-2 0 128 16,2-1-148-16,0-4-811 0,-11 2 5 16,4-3 418-16</inkml:trace>
  <inkml:trace contextRef="#ctx0" brushRef="#br0" timeOffset="210669.11">29194 12066 841 0,'0'0'323'16,"0"0"-24"-16,0 0 202 0,0 0-258 16,0 0-36-16,0 0 87 0,0 0-130 15,0 0-32-15,-8-33 57 16,6 29-52-16,-3 2-54 0,-1-2-74 16,1 4 61-16,-3 0-54 0,0 0 9 15,0 1-3-15,0 4-22 0,0-1-80 16,3 1 67-16,0 1 4 0,2-1-88 15,0 1 95-15,1 1-24 0,2 0-105 16,2 0 118-16,4 1-6 0,2 0-16 16,5 1 35-16,-3 2 0 0,1-5 3 15,-3 2 10-15,-3-4-4 16,1 2 4-16,-4-1 22 0,3 1-3 16,-2 3-6-16,0-2 44 0,-1-1-3 15,-2-1 6-15,0 2 41 0,-2-3-28 16,-4 2-11-16,1-3 61 15,-3 1-73-15,0-1-51 0,-2-1 48 16,2-2-60-16,0 0 34 0,-3 0-23 16,6-3-11-16,-3 0-180 0,3-2 107 15,-3-3-78-15,5-2-307 16,3-3 128-16,0-2-138 0,11 1-639 16,-6 4 472-16,6 0 25 0</inkml:trace>
  <inkml:trace contextRef="#ctx0" brushRef="#br0" timeOffset="211132.26">29213 12081 465 0,'0'0'414'0,"0"0"-59"0,0 0 140 16,0 0-274-16,0 0-10 0,40 45 106 16,-38-27-140-16,4 1-28 0,-4-3-8 15,4 2-48-15,-4 0-32 16,1-1-4-16,2 1-2 0,0 1-55 16,1-1 9-16,2 1-9 0,0-2 0 15,-3 1-3-15,0-4 3 0,1-3 0 16,-1-2-23-16,0-4 10 15,-2-1 13-15,2-2-80 0,0 0 80 16,1-1 16-16,-1-1 26 0,0-4 25 16,1-7-67-16,-6-7 3 0,0-1-16 15,-3-7-6-15,-2 1-164 0,-1 0 94 16,4 1-21-16,2 2-141 16,0 0 102-16,2 3 43 0,4 6 64 15,-1-1 42-15,3 3 74 0,2 1 162 16,1 1-146-16,0 4 4 0,2-2-1 15,-3 3-16-15,1 2-19 0,0-1-4 16,-3 3 23-16,0 0-32 0,-3 0-32 16,-3 3 28-16,4 0-9 0,-4 2-25 15,1 1 66-15,0 2-28 16,-3-2 21-16,0 2 96 0,-3-2 31 16,-5 3 23-16,-5 0-43 0,0 0-79 15,-3 0-88-15,0-3 84 0,3 1-90 16,2-4 9-16,0 1-9 0,1-3 0 15,5 1-181-15,-1-1 122 16,4-1-77-16,-1 0-238 0,0 0 187 16,1 0-135-16,2 0-568 0,2-1-130 15,6-5 12-15</inkml:trace>
  <inkml:trace contextRef="#ctx0" brushRef="#br0" timeOffset="211547.09">29623 12143 927 0,'0'0'622'0,"0"0"-310"16,0 0-94-16,0 0-102 0,0 0 7 16,0 0 68-16,0 0-52 0,0 0-36 15,0 0 29-15,0 0-17 0,35-13-34 16,-25 7-14-16,-2-2 29 15,0 1-17-15,0-1-40 0,-2-1 31 16,-1 1-39-16,-2 1-18 0,-1-3 63 16,-2 3-44-16,0-1-19 0,-2 1 40 15,-1 2-53-15,-5 1 29 16,0 2-16-16,0 1-13 0,0 1-31 0,-2 3 31 16,-1 5 0-16,-2 4 19 15,-1 4 13-15,7 2 9 0,-1-2-38 16,2 0 75-16,4-2-78 0,2 1-28 15,0-2 12-15,2 0 16 0,6-3-186 16,0-2 113-16,5-2-57 0,1-3-157 16,4-1 200-16,1-2 49 0,-1 0-323 15,3-3 48-15,1-2-73 16,-4-2-342-16,3-2 317 0,1-2-19 16</inkml:trace>
  <inkml:trace contextRef="#ctx0" brushRef="#br0" timeOffset="211881.75">29917 12073 37 0,'0'0'437'0,"0"0"-212"16,0 0 29-16,0 0 274 0,0 0-291 16,0 0-26-16,-10-35 62 0,2 33-199 15,0 2-48-15,0 0-24 0,0 0-2 16,3 3 0-16,-1 0 23 0,4 0-17 16,-1 2-6-16,3 0-48 15,0-1 6-15,5 1 19 0,1-1-3 16,4 3 26-16,6-1-1 0,0 2-12 15,0-4-39-15,0 4 26 0,-5-6 21 16,2 4-11-16,-3-1 16 0,-2-1 168 16,0 2-29-16,-2-3 7 0,-4-1 99 15,3 2-129-15,-2-1-36 16,0-1-16-16,-1 3 13 0,-2-2-4 16,0 2-37-16,-2-1 50 0,-1-1-23 15,-5-1-18-15,3 1 41 0,-3 1-77 16,0-2 23-16,-3-1-19 15,6 0-13-15,-5 0-19 0,2 0 0 16,2-1-3-16,4 0-173 0,-4 0 125 16,6-1-96-16,0-1-417 0,3-1-3 15,2-3-179-15</inkml:trace>
  <inkml:trace contextRef="#ctx0" brushRef="#br0" timeOffset="212088.22">30127 12084 1922 0,'0'0'233'0,"0"0"-29"0,0 0 145 15,-8 42-169-15,5-30-58 16,0 2-42-16,3-3-25 0,0 1-55 16,0-3-8-16,0-1-8 0,0-3-51 15,0-1-335-15,3-1 186 0,0 0 25 16,-1-1-501-16,4-2 21 0</inkml:trace>
  <inkml:trace contextRef="#ctx0" brushRef="#br0" timeOffset="212275.93">30111 11947 2790 0,'0'0'401'0,"0"0"-185"0,0 0-76 15,0 0-73-15,0 0-67 0,0 0-144 16,0 0 144-16,0 0-48 0,32-5-272 16,-14 11 73-16,1 2-98 0,2 2-439 15,0 0 227-15,-5-4-78 16</inkml:trace>
  <inkml:trace contextRef="#ctx0" brushRef="#br0" timeOffset="212600.74">30429 12101 234 0,'0'0'453'0,"31"26"-271"15,-15-15-19-15,-5 1 147 0,-3-4-141 16,0 0 26-16,-3-4 55 0,0 0-146 16,-2 0 6-16,2-1 62 0,-2-2-85 15,-3 0 10-15,3-1 248 16,-3 0 24-16,0-2-108 0,-6-6-116 16,1-1-15-16,2 1-48 0,-5-2-73 15,3-1 73-15,0-1-79 0,-6-8 31 16,-2 0 4-16,2-1-38 0,-2 2-22 15,3-2 21-15,-1 1 1 0,0 1-126 16,1 0 101-16,2 2-60 0,3 1-101 16,2 4 173-16,3 1-9 0,0 1-73 15,0 4 82-15,0 2 13 16,3 2-111-16,-1-1 107 0,9-2-37 16,2 0-64-16,6-2 69 0,-1 3-47 15,3-1-146-15,3 2 126 0,-5 1-6 16,2 2-24-16,-3-1 46 0,1 1-78 15,-1 0-387-15,-4 1 70 16,-4 1-114-16</inkml:trace>
  <inkml:trace contextRef="#ctx0" brushRef="#br0" timeOffset="212936.64">30495 12084 1776 0,'0'0'512'0,"0"0"-218"0,0 0-65 15,0 0-136-15,0 0-29 16,40-25-60-16,-25 18-4 0,1 0 0 16,0 2-36-16,-3 0 34 0,1 1 2 15,-1 1-38-15,0-1 37 0,-5 4 1 16,-3 0-45-16,3 0 44 15,-5 3-19-15,0 1 20 0,-1 2 49 16,4 4 21-16,-1 7 17 0,-5-2-1 16,3 4-25-16,-3-5-32 0,2 1 9 15,1-1-38-15,-1 1-32 0,4-4 31 16,2 0-53-16,0-2-251 16,0-3-1-16,2-1-108 0,1-5-561 15,-3 0 231-15</inkml:trace>
  <inkml:trace contextRef="#ctx0" brushRef="#br0" timeOffset="213390.33">30942 11822 2469 0,'0'0'339'15,"0"0"-21"-15,0 0-19 0,0 0-178 16,0 0-99-16,0 0-12 0,-8 42 85 16,8-19-7-16,-2 1-25 0,4-3 31 15,-2 3-94-15,0-1 19 0,0-2-19 16,6 0 0-16,2-4-100 16,-3-1 98-16,3-3-47 0,0-3-131 15,-3-5 179-15,6 3-24 0,-3-7-93 16,2 1 106-16,1-2-49 0,0 0-172 15,-6-1 89-15,0-1-64 0,-2-4-83 16,2 1 188-16,-2-2-26 0,-1 1-102 16,1-4 141-16,0 4 60 0,-3 1 30 15,0 2 62-15,0 1 194 16,0 2 271-16,0 0-235 0,0 5-81 16,-3 3-39-16,0 4-20 0,3-2-54 15,0-1-98-15,0-3 44 0,6 0-44 16,2 0-155-16,5 4 83 0,5-5-11 15,-2 0-230-15,3-5 124 16,-1 0-88-16,-4-7-204 0,4 2 81 16,-5-4-81-16,1-1-438 0</inkml:trace>
  <inkml:trace contextRef="#ctx0" brushRef="#br0" timeOffset="213904.56">31250 11873 2431 0,'0'0'560'0,"0"0"-294"16,-14 50-40-16,12-29 17 0,2 2 28 15,0-3-133-15,0 1-122 16,5-5 34-16,0 2-38 0,3-5-12 16,3-1-62-16,-1-1 59 0,6-5 3 15,-2 0-47-15,1-4 32 0,-1-1 15 16,2-1-180-16,-3 0 177 15,0-1-51-15,-5-1-151 0,0-2 148 16,-3 1-22-16,-5 0-86 0,6 0 142 16,-4-1-31-16,-2 1 54 0,3 2 67 15,-3 0 64-15,0 1-8 16,0 0-12-16,0 1-16 0,0 2-73 16,0 2 50-16,0-2-72 0,5 3-31 15,3-3 31-15,11-2 0 0,2-1 22 16,3-4-25-16,2-2 3 0,-5-2-136 15,1 3 134-15,-4-3-9 0,-5-1-68 16,-2 2 79-16,-3 0 0 0,-3-1 13 16,0-3 28-16,-2 0-16 0,-3 2-12 15,0 0 22-15,-5 6-35 16,2 0-19-16,-5 0 19 0,-2 3 31 16,-4 3-28-16,-1 4 152 0,1 5-39 15,1 2-50-15,5 2 59 0,3-2-100 16,2 3 9-16,3-1 16 15,3-1-50-15,2 1-56 0,6-2 18 16,2-2 23-16,3-1-324 0,2 1 213 16,4-6 3-16,-1-1-89 0,-3-2 34 15,1-2-136-15,-6-1-464 0,-2-2 246 16,-6 0-41-16</inkml:trace>
  <inkml:trace contextRef="#ctx0" brushRef="#br0" timeOffset="214185.93">30860 11826 2151 0,'0'0'765'0,"0"0"-486"15,0 0-107-15,0 0-121 16,0 0-51-16,0 0-45 0,0 0-194 16,0 0-50-16,0 0-204 0,0 0-963 15</inkml:trace>
  <inkml:trace contextRef="#ctx0" brushRef="#br0" timeOffset="-214102.89">32155 11977 674 0,'0'0'687'0,"0"0"-306"0,0 0-238 16,0 0 35-16,0 0 85 0,0 0 108 15,3 45-232-15,-3-30-52 0,0 0-17 16,0-5-19-16,0 0-35 0,0-4-3 16,0-1 3-16,0-1-16 0,0 0 13 15,0 0-6-15,0 0 2 16,-3-2 1-16,3-2 34 0,0 0 24 16,0 0 104-16,0-3-20 0,0-4-136 15,0-4 19-15,0-2-35 0,0-2 0 16,0-1-36-16,0 1 36 15,3 0 0-15,0-1-85 0,2 2 82 16,0-2-45-16,3 5-149 0,-2 4 152 16,-1 2 10-16,-3 0-48 0,4 3 83 15,-1 0 38-15,-2 2 17 0,-1 0-17 16,1 2-22-16,0 6-13 0,2 2 64 16,0 4-29-16,-2 0-28 15,2-2 15-15,-2-1-25 0,0-7 16 16,-1 1-16-16,-2-3 0 0,3-1-27 15,2 1 27-15,-2 0 0 0,2-2 12 16,0-1 20-16,6-3-32 0,2-5 16 16,0 0-16-16,1-1 0 0,-6 2 0 15,0-2 0-15,2 0 0 16,-2 1-50-16,-3 1 49 0,1 1-37 16,-1 3-35-16,-2 0 73 0,-1 1 0 15,1-1 0-15,0 2 22 0,-3 2 80 16,0 0-13-16,0 2-35 15,0 6-54-15,-3 7 0 0,-2 1 29 16,2 4-29-16,0-5-19 0,6 1 0 16,-3-2-7-16,3-1-273 0,2-2 97 15,6-2-174-15,-4-5-646 16,1 1 273-16</inkml:trace>
  <inkml:trace contextRef="#ctx0" brushRef="#br0" timeOffset="-213789.7">32494 11952 956 0,'0'0'788'15,"0"0"-473"-15,0 0-85 16,0 0 145-16,0 0-102 0,0 0-80 16,-29 38-69-16,29-23-79 0,6 0-45 15,4-4-44-15,3-3 44 0,3-3 0 16,0-3-38-16,0-1 38 15,3-1 0-15,-3-1 23 0,-1-2 2 16,1-3 4-16,-5 2-4 0,-3-2 36 16,-3 1-33-16,-2 2-2 0,-1-4 88 15,-2-1 19-15,0-3-23 0,-5-1-18 16,-5 0-92-16,-1 0 3 0,-5 2-19 16,0 3-12-16,3 0-199 15,0 4 160-15,2 1-41 0,6 0-259 16,2 2 91-16,3 0-172 0,0 0-921 15</inkml:trace>
  <inkml:trace contextRef="#ctx0" brushRef="#br0" timeOffset="-212857.11">32735 11933 657 0,'0'0'1025'15,"0"0"-693"-15,0 0 134 0,0 0-182 16,-29 39-30-16,24-25-27 0,2-1-90 16,3-2-137-16,0-6 16 0,3 1-19 15,5-2 3-15,3 2-51 16,4-3 51-16,7-2 0 0,1-2-28 16,4-8 6-16,-1 0 19 0,4-4-33 15,-1-1 36-15,-5 0 0 0,-3-3 13 16,-5 1 26-16,-3-3-1 0,-5 0-29 15,-3-2 49-15,-2-2-58 0,-1-2-134 16,-2 0 57-16,0-1-22 0,-2 2-167 16,-1 2 127-16,0 5 39 0,-2 4 100 15,3 7 78-15,-4 1 166 0,4 3 70 16,-6 1-139-16,-3 1-44 16,-5 9-62-16,3 4 26 0,0 6-38 15,2 1-38-15,3 1 94 0,0 2-34 16,3 0-35-16,0 0 75 0,5-1-119 15,0 1 25-15,5-2-25 16,5-1 0-16,4-2-103 0,-1 0 87 16,5-3 3-16,-2-4-106 15,3-2 106-15,-3-2 13 0,2-6-47 0,-2-1 47 16,-3 0 0-16,3-5 19 16,-2-1-16-16,-6-1-3 0,-1 0-86 15,-1-4 84-15,-1-1 2 0,-2-4-123 16,-3 1 69-16,0 2-89 0,-3 2-262 15,0 0 229-15,1 5 73 0,-1 2 103 16,0 2 32-16,-2-1 58 0,-3 2 83 16,3 1-48-16,-3 3-42 0,3 6-35 15,-3 7 60-15,2 4-32 16,1 0-50-16,3 0 75 0,2-3-35 16,2-1-59-16,3-1 42 0,6 2-49 15,0-6-133-15,5 0 95 0,-3-1-44 16,5-6-157-16,1-1 137 15,2-3-3-15,-2-2 47 0,-1-3 58 16,-2-4 0-16,0-2-33 0,-5 1 33 16,-1-4 0-16,-5-2 3 15,1-1 48-15,-4-4-25 0,1-3-26 16,-3-1-19-16,-3-5-62 0,1 0-135 16,-4-1 16-16,1-2-153 0,2 2-264 15,3 3 279-15,0 7 243 0,3 4 95 16,-3 6 342-16,0 4 48 0,0 4 181 15,0 2-249-15,0 1-29 0,0 0-6 16,0 1-287-16,0 5 20 0,-5 9 24 16,0 7 109-16,-1 7-43 0,-2 9-62 15,6 0 40-15,-1-4-88 0,3-4 22 16,3-4-22-16,5-2 0 16,0-3-169-16,2-2 124 0,3-4-21 15,3-3-106-15,0-4 137 0,0-5-41 16,0-3-116-16,0-1 147 15,2-4 29-15,-4-6-153 0,-1-1 5 16,-3-1 2-16,-2-5 14 0,-5-1 115 16,0-1-61-16,-3-5-451 0,0 2 86 15,-3 5-82-15</inkml:trace>
  <inkml:trace contextRef="#ctx0" brushRef="#br0" timeOffset="-212701.94">33371 11783 70 0,'0'0'564'0,"0"0"-105"0,0 0 390 15,0 0-570-15,0 0-59 0,0 0 109 16,0 0-117-16,-34 3-74 0,20 16-10 15,4 7-23-15,-1 5-12 0,6 3-59 16,2-6 14-16,3-3-48 0,3-4-87 16,5-3 17-16,2 0-32 0,4-3-168 15,2-1 65-15,-1-5-182 16,1-7-545-16,0-2 336 0,-2 0 9 16</inkml:trace>
  <inkml:trace contextRef="#ctx0" brushRef="#br0" timeOffset="-212411.75">33443 11970 955 0,'0'0'450'0,"0"0"-40"0,0 0-258 15,0 0 7-15,0 0 71 16,0 0-159-16,8 46-19 0,2-33 10 16,1-3-39-16,2-4-20 0,-2-1-3 15,2 0 0-15,-3-5-3 0,4 0 3 16,-6 0 3-16,0 0-3 0,-3-1-129 15,-3-3 13-15,1 1 69 0,0-2 47 16,-1-3 49-16,1-4-36 0,-3-2 42 16,0-5 3-16,-5 2-26 0,-1-1-32 15,1 6-13-15,5 3-3 16,-2 4 16-16,2 1 52 0,0 1 54 16,0 1 10-16,2 0-115 0,1-2-1 15,-1 1-93-15,4 1 61 0,-1 1-59 16,0-2-706-16,1 1-244 15,4 1 367-15</inkml:trace>
  <inkml:trace contextRef="#ctx0" brushRef="#br0" timeOffset="-212031.02">33594 11484 1805 0,'0'0'684'16,"0"0"-368"-16,0 0-120 0,0 0-27 15,0 0 45-15,0 0-109 0,0 0-80 16,47-9-6-16,-31 21 32 15,0 11-22-15,3 5-26 0,-6 1 148 16,-5 4-119-16,0-2 21 0,-3 7-53 16,3 8 0-16,-5 3 19 0,-1 2 13 15,1-4-32-15,-3 1-19 0,0-2 3 16,0-1 16-16,0-4-208 16,0-3 186-16,0-5-70 0,0-2-108 15,0-5 178-15,0-2-33 0,0-3-236 16,-3-7 8-16,3-3-114 0,-2-2-701 15,-1-7-102-15</inkml:trace>
  <inkml:trace contextRef="#ctx0" brushRef="#br0" timeOffset="-185073.95">29809 10213 1067 0,'0'0'267'0,"0"0"-45"16,0 0 83-16,0 0-207 15,0 0-24-15,0 0 23 0,0 0-67 16,0 0 15-16,-11 28 133 0,11-28-68 16,0 0 6-16,3-2 87 0,0-4-55 15,2-4-13-15,3-7 31 16,2-1-23-16,1-6-25 0,2-2 18 16,0 2-16-16,1-6-45 0,2-2-71 15,2-2 90-15,3-5-85 0,1-3 29 16,1-4-13-16,4-1-25 0,-1-4-22 15,3-5 22-15,1 0 0 0,-1 0-41 16,0-2 40-16,0 1 1 0,0 0-72 16,0 2 72-16,-5 1 0 0,3 1-58 15,-6-2 46-15,-3 1 12 0,1 5-41 16,-6-1 41-16,0 3 0 16,-2 3 25-16,-3 1 0 0,-3 1-25 15,0 5 19-15,-2 1 3 0,5 2-22 16,-3 2 32-16,1 2-32 0,2 3 0 15,0 3-57-15,-1 0 56 0,-1 4 1 16,-1 1-41-16,0 6 13 16,-5 1 28-16,3 4-187 0,-3 5 152 15,0 0-50-15,0-1-245 0,-3 3 67 16,1 0-65-16,-4 1-518 0,-2 5 266 16,3 0 20-16</inkml:trace>
  <inkml:trace contextRef="#ctx0" brushRef="#br0" timeOffset="-184591.16">30108 8918 1820 0,'0'0'269'16,"0"0"104"-16,0 0-128 0,0 0-4 15,0 0 22-15,0 0-88 0,0 0-76 16,-5-39-64-16,10 22 34 16,6 0-69-16,-1-2 26 0,4-1-4 15,-1 1-22-15,3-3 25 0,2-4 0 16,3 1-25-16,1 0 4 0,1-4-4 16,-1 1 0-16,1-2-1 15,1 3 1-15,0 0 0 0,3 1-58 16,-4 2 35-16,4 0 20 0,-6 5-79 15,-2 2 82-15,-6 6 0 0,-2 1-7 16,-4 6 7-16,-4 0 0 0,0 2 12 16,-1 1 45-16,1 0-51 0,-3 0-6 15,0 1 0-15,3 0-50 0,-3 0-10 16,2 3 60-16,1 1 0 0,5 2 22 16,3 4-22-16,2 1 0 15,3 2 3-15,2-1 13 0,-2-1-16 16,-3 1 19-16,-2-2-19 0,2-1 0 15,-5-2 0-15,0 1 0 0,0-3 0 16,0 0 3-16,-3-2-3 16,3 3 0-16,-3-2-38 0,1 0-13 15,2 1-57-15,-3-1-269 0,0 2 55 16,-2-1-192-16,2 2-797 0</inkml:trace>
  <inkml:trace contextRef="#ctx0" brushRef="#br0" timeOffset="-175756.65">30765 7272 34 0,'0'0'352'15,"0"0"-150"-15,0 0-75 0,0 0 137 16,0 0-127-16,0 0 0 0,0 0 81 16,0 0-62-16,-32-24-71 0,27 21 25 15,2-1-48-15,1 2-17 0,2-1 62 16,-3 2-42-16,0-2-13 0,1 2 13 16,-1 0-33-16,0-1-15 0,1 1 41 15,-4 0-39-15,4 1-6 16,-4 0 21-16,4 0-31 0,-4 0 32 15,1 1-1-15,0 1-12 0,0 0-2 16,-1 2-17-16,-2-2 13 0,0 2 0 16,3 0 17-16,-5 0-1 15,2 4-10-15,-6-1-5 0,1 1-2 16,0 1-15-16,2 1 0 0,1-5 3 16,2 1 19-16,0-1-18 15,0 1 28-15,3 0-29 0,-3 1 16 16,2-3 4-16,-2 3-23 0,0-1-14 15,0 5 13-15,-2-1 1 0,-1 5-7 16,1-1 7-16,-1-2 0 0,3 0 4 16,0-1-4-16,3 1 0 0,-3-2-17 15,5 1 14-15,1 1-22 0,-4 0 4 16,6-1 19-16,-2 1 1 0,2-2-31 16,0 0 32-16,0 0 0 0,0-1-22 15,0-1 21-15,0 0 2 16,0-4 1-16,0 0 2 0,2 1-2 15,1 0 4-15,0 1 17 0,-3 1-20 16,5-1 0-16,-2-1-2 0,2 2-1 16,-2 0 1-16,-1 0-1 15,3 0 10-15,-2 0-7 0,0 0 7 16,-1 2-10-16,4-2-14 0,-1 0 14 16,-2 1 0-16,-1 2-3 15,4-3 3-15,-4 1 0 0,4 1-3 16,-4 1 3-16,4-3 0 0,-1 1-20 15,0 1 20-15,0 1 0 0,1-3 3 16,-4 1 10-16,6 2-13 0,-5-3 3 16,2 1 0-16,1 0-3 0,-1 3 0 15,3-4 3-15,-3 0-3 0,0 1 0 16,1 0 2-16,-1-1-2 0,0 0-5 16,3-1 5-16,-2 0 0 15,-4 0-5-15,6-1 5 0,-5-1 0 16,2 2 3-16,0-2-3 0,-2 4 0 15,2-3 1-15,-2 0 5 0,0-1-6 16,2 0-16-16,-2 0 15 16,2 1 1-16,-3-1-11 0,4 1 11 15,-4-2 0-15,6 2-1 0,-2-2 1 16,-1 1 0-16,0 1 3 0,1 0 1 16,-1 1-4-16,0-2-9 15,0 1 9-15,1 1 0 0,-1-1 3 16,3 2-3-16,-3-2 0 0,1 0 1 15,-1 0 6-15,3 0 9 0,0-2-7 16,-3 1 8-16,3 2-17 0,3-3-23 16,-3 2 23-16,2-2 0 0,1 1-6 15,-3 1 6-15,0-1 0 0,2-2 3 16,-4 1-3-16,1 1 16 0,-1-3-10 16,2 2 4-16,0-1-10 15,-3 1 0-15,3-1 0 0,-3 1 0 16,3 0-3-16,-3 2 3 0,1-2 0 15,-1 1-14-15,3 0 12 0,-3-2 2 16,1 1-10-16,-1 0 10 16,3 1 0-16,-3-3 3 0,0 2 13 15,1 0-14-15,2 1 5 0,-3-3 15 16,3 2-22-16,-3-2 0 0,3 2 13 16,-3 0-13-16,3-1 2 15,0-1 18-15,-2 1-20 0,2-1 2 16,-3 1 14-16,3 0-16 0,0-2 2 15,0 0 30-15,-3 0 4 0,3 0-23 16,-3 0 25-16,3-2-3 0,-3 1-6 16,1-2 26-16,2 1-20 0,-3-1-32 15,0-2 65-15,1 1-14 0,-1 0 13 16,0-2 32-16,-2 3-39 0,-1-1-53 16,4-1 15-16,-4 2 3 15,1-4-15-15,0 3 53 0,-1-4-12 16,1 2-48-16,-3 0 73 0,3-2-76 15,-1 1 29-15,-2-1-23 0,0 0 4 16,0 0 12-16,3 0 47 16,-3-1-57-16,-3 1 14 0,3-2 8 15,0 2-34-15,-5-4 16 0,2 1 3 16,1 2-19-16,-4-2 22 0,1 2-22 16,0 0 0-16,0 2 6 15,-1-2-6-15,4 3 0 0,-4 0 10 16,4-3-10-16,-4 2 0 0,4 0 12 15,-1-1-12-15,0 1 0 0,1 0 3 16,2 0-3-16,-3 0 0 0,3-1-15 16,-3 1 15-16,3 0 0 0,0-3-20 15,0-1 20-15,0-1 0 0,-2-1-4 16,-1-1 4-16,3 2 0 0,0 1 12 16,0-1-12-16,-2 1 0 0,2-1-21 15,0-1-1-15,0 2 22 16,0-1-44-16,0 0 44 0,0 0 0 15,0 1-5-15,0-1 5 0,0 0 0 16,-3 1 19-16,3 0-10 0,-3 1-9 16,1 1 16-16,2 1-16 15,-3-3 0-15,0-3-3 0,3 0 3 16,-2 2 0-16,2 1-25 0,0-1 25 16,0 1 0-16,0 1-38 15,0 0 38-15,0-2 0 0,0 2-11 16,0 0 11-16,0 1 0 0,0 2 19 15,0 3-13-15,0-1-6 0,-3 0 26 16,0 0 5-16,1-2-31 0,-1 1 22 16,0 0-22-16,-2 1 0 0,2-1 10 15,-2 0-10-15,0 1 0 0,0 0-7 16,-1 0 7-16,1 0 0 0,0-1 25 16,-3-1-25-16,0 0 0 0,0 1 22 15,3 1-22-15,-3-2 0 16,0-1 16-16,0 2-16 0,0 1 0 15,0-1 0-15,-3 0 0 0,1-1 0 16,2 2-19-16,0 0 19 0,0 2 0 16,0-2-12-16,0 1 12 15,-3 2 0-15,3-3 15 0,-2 3-2 16,-3 1-13-16,-1-1-25 0,4 1 25 16,-1 1 0-16,3-1-13 0,5 1 13 15,-2 0 0-15,-3 0-28 16,3 0 28-16,0 0 0 0,-1 0-107 15,1 0 94-15,2 2-113 0,1 0-269 16,-1 2 136-16,3 3-195 0,0-3-1033 16</inkml:trace>
  <inkml:trace contextRef="#ctx0" brushRef="#br0" timeOffset="-170783.73">31393 7171 85 0,'0'0'290'0,"0"0"36"16,0 0-196-16,0 0 14 0,0 0 107 15,0 0-108-15,0 0-3 0,0 0 75 16,0 0-124-16,0 0-4 0,2-15 63 16,-2 14-92-16,0 1-3 0,0-1 10 15,-2-1-30-15,2 1 8 0,-3 0 21 16,0-1-48-16,3 1 14 0,-2 0 9 16,-1 0-36-16,0 0-3 0,1 1-18 15,-1 0 15-15,-2 0-10 16,2 0-14-16,1 0 11 0,-1 0 13 15,0 0-9-15,1 0 12 0,-1 0 0 16,0 0-1-16,1 0 1 0,-1 0 0 16,3 1 14-16,-3 0-13 15,-2 0-1-15,2 1-16 0,-2 1 14 16,0 0 2-16,2 0 2 0,-5 2 17 16,3-1 17-16,-3 2 45 0,0-1-59 15,-3 2-9-15,1 2-6 16,-3 2 38-16,2-2 3 0,3 0-47 15,3-4-1-15,-1 2 0 0,1-2 7 16,0 3-4-16,-6 4-3 0,6-2-15 16,0-1 15-16,2-1 16 0,-2-3-13 15,2 3 33-15,0-1-4 0,1 1-10 16,-1-1 14-16,0-1-1 0,3 2 4 16,-2-4 6-16,2 4-45 15,0-4 3-15,0 3-3 0,0-3 0 16,0 1-10-16,2 0 10 0,-2 1 0 15,3-2 3-15,-3 0 0 0,3 0-3 16,-3 0 3-16,2-1 3 16,1 3-6-16,-3-2-4 0,3 1 4 15,-3-1 0-15,2 2 3 0,-2-1 29 16,0 0-12-16,0 2-17 0,0 1 39 16,0 3-33-16,0 4-6 15,-5-1 33-15,2 1-36 0,1 0 6 16,-1-2-6-16,3 0 0 0,-3 0 2 15,1-1-2-15,-1 1 0 0,3-2-16 16,0 0 16-16,0-1 0 0,0 0-18 16,-2-1 18-16,2-3 0 0,0-1 6 15,0 0-6-15,0 2 0 0,0-1-3 16,0 1 1-16,0 1 2 0,0 0-19 16,0-2 19-16,0 2 0 0,2-3-7 15,-2 2 6-15,3-1 1 16,-1 0-29-16,4 1 29 0,-6 0 0 15,2 2-9-15,1 1 9 0,0 1 0 16,-3 3-8-16,2 0 8 16,-2 1 0-16,0-1 0 0,0-5 7 15,0 3-7-15,0-1 13 0,-2 0-10 16,2 1-3-16,-3-1 1 16,0 3 9-16,1-2-10 0,-1-1-8 15,3 1 8-15,0-1 0 0,-3-1-6 16,3-2 6-16,0-1 0 0,0-2 2 15,0-1-5-15,0 0 3 0,3 3-13 16,-3-2 12-16,3 2 1 0,-1-3-7 16,1 1 7-16,0-2 0 0,-1 3-16 15,4-1 16-15,-4-1 0 0,1 1-7 16,2-1 7-16,-2 0 0 0,2 1-6 16,0 0 6-16,-2 1 0 15,2-3-1-15,3 1 1 0,-2 0 0 16,-1-2 4-16,3 1 2 0,0 0-6 15,0 2 13-15,5-3-7 16,-2 1-6-16,5 2-4 0,-1-3 4 16,-1 0 0-16,-1 2 2 0,0-1 6 15,-2-1-8-15,2 0-10 0,-2 0 10 16,2 0 0-16,-3-1 1 0,1 2 21 16,0-2-22-16,-1 0 4 15,-4 0 8-15,-1 0-12 0,0 0-32 16,0 2 30-16,1 0 2 0,-1-1-6 15,0 0 6-15,3 0 0 0,-2 0-2 16,-1 1 2-16,0-2 0 0,-2 0 16 16,2 0-6-16,3 2-10 0,-3-1 0 15,1-1 7-15,-4 1-7 0,4-1-1 16,-1 0 0-16,0 0 1 0,0-1-7 16,1 3 6-16,2-2 1 15,0 1-3-15,0 0 3 0,0 0 0 16,-1-1-15-16,1 1 15 0,0-1 0 15,0 1 2-15,0-1 21 16,0 1-20-16,0-2 16 0,0 0 0 16,0 0-6-16,-3 0-10 0,3 0 10 15,0 0-13-15,0 0 3 0,3 0 23 16,-1-3-26-16,4 1 6 16,-4 0-6-16,1 0 0 0,-1-2 26 15,1 1-23-15,0 0 4 0,-1-2 9 16,1 1-7-16,-1 1-9 0,-2 0 3 15,0-2 13-15,0 4-16 0,-5-1 2 16,2-1 7-16,3-1-6 0,-3 0 13 16,3-1 19-16,0-1 1 0,-2 2-30 15,2-3 39-15,-3 1-42 0,3 1 19 16,-3 1 13-16,0-4-3 0,3 2-29 16,-5 0 70-16,2 1-19 15,1-1-35-15,-1-3 60 0,0 1-37 16,-2 0-27-16,2-1 70 0,-2 1-37 15,-1 1-48-15,1-1 85 16,0-1-38-16,-1 1-44 0,-2 1 104 16,0-3-44-16,0 1-57 0,0 0 110 15,-2-2-104-15,-4-3 22 0,4 1 13 16,-4 0-47-16,1 1 37 16,0 2-34-16,0-1-3 0,-1 0 28 15,1 1-16-15,0-1-12 0,-1 1 16 16,-2 0-16-16,0-2 0 0,3 2 9 15,-5-3-9-15,4 2 0 0,-2 1 10 16,0-2-10-16,0 1 0 0,0-2-10 16,1 1 10-16,-1-1 0 0,-3 1-43 15,0 1 43-15,1 0 0 0,2-1-53 16,-5 0 53-16,5 3 0 0,0 1-12 16,0 0 12-16,0-2 0 15,-3-1-13-15,1 0 13 0,2 1 0 16,0 0-9-16,0 0 9 0,3 1 0 15,-3-3-40-15,2 2 39 0,1 1 1 16,2-3-116-16,1-2 91 16,-1 3 25-16,3-4-101 0,0 3 98 15,-3-2 3-15,3 1-72 0,0-2 69 16,3 1 3-16,0 0-69 0,-1 2 69 16,1 0 0-16,0 1-27 15,-1 0 27-15,1 3 0 0,-3 2 18 16,3-2-2-16,-3 1-16 0,0 2-16 15,2-2 16-15,-2 1 0 0,3 1-22 16,-3-2 22-16,3 1 0 0,-3 1 19 16,2-2-19-16,-2 3 0 0,0-1 19 15,0 0 6-15,0 3-25 0,0-2 35 16,-2 0-4-16,-1 2-31 0,0-4 22 16,-2 2-16-16,2 1-6 15,-5-3 13-15,-2 1-13 0,-4-2 0 16,1 0-44-16,0 2 44 0,0-1 0 15,2 2-34-15,-2 0 34 0,2 0 0 16,-2-2 12-16,3 0-3 0,-4 0-9 16,4-2 19-16,-4 0-3 15,4 1-16-15,-1-1 16 0,1 1-16 16,2 1 0-16,-3 0-10 0,6 2 9 16,0 1 1-16,-1 2-91 0,4-1 76 15,-4 0 15-15,1 1-237 16,2 1 69-16,1 1-128 0,-1 3-612 15,0-1-203-15,3 2-42 0</inkml:trace>
  <inkml:trace contextRef="#ctx0" brushRef="#br0" timeOffset="-168190.29">32664 7214 767 0,'0'0'209'0,"0"0"172"16,0 0-196-16,0 0-28 0,0 0 60 15,-29-34-54-15,21 28 2 0,3-1 61 16,-1-2-122-16,1 2-27 0,-3 0 10 16,0-1-29-16,3-1-32 0,-3 3-4 15,0-3 49-15,-3 2-26 16,-2-2-29-16,0 2 26 0,0 1-33 15,-1 1 1-15,4 1 3 0,-4 1 25 16,4-3-19-16,-6 2 33 0,5 2-52 16,-2 0 25-16,0 0-22 15,0 2 4-15,-3-1 9 0,3 1-16 16,-3 0 0-16,0 0-12 0,0 0 12 16,0 0 0-16,-3 0-20 0,1 0 20 15,-1 0 0-15,1 0 13 16,2 0-1-16,0 0-12 0,0 0-16 15,0 1 16-15,3 1 0 0,0 0 0 16,0-1 0-16,5 0 0 0,2 0-16 16,-2 1 15-16,3-1 1 0,-3 0-38 15,0 0 38-15,3 1 0 0,0 0-6 16,-3-1 6-16,2 1 0 0,4 0-52 16,-4 0 50-16,1 1-15 0,0 0-37 15,2 0 50-15,-2 1 4 16,0 0-51-16,-1 2 49 0,1 0 2 15,-3 0-7-15,0 3 6 0,0 2 1 16,-2 0-3-16,-4 2 3 0,4-1 26 16,-1-1-26-16,0 1 58 15,4-3-42-15,-1 2-13 0,0 2-3 16,-3-3 0-16,6 3-10 0,-3 0 10 16,3-2 0-16,-1 2-19 15,1-3 19-15,0 0 0 0,2 1 1 16,-2-1 9-16,2-4-10 0,0 1 0 15,1 2 31-15,2-4-31 0,-3 3-16 16,0-1 16-16,1-1 0 0,-1 4 3 16,0 2 10-16,-2 2 16 0,0 1-29 15,0 0 25-15,-1-4-25 0,4 0 16 16,-1-2-13-16,0 1-3 0,1 0-11 16,-4-4 11-16,4 5 0 15,-1-4 3-15,-2 4-3 0,5 1 0 16,-3-2-4-16,1 1 4 0,-1-1 0 15,3 0-29-15,0 2 29 0,0-1 0 16,-3-1-6-16,3 1 6 16,0-3 0-16,0-3-19 0,0 1 19 15,0-3 0-15,3 1 2 0,-3 3 2 16,3-3-4-16,2 1 3 0,-3-1 6 16,4 0-9-16,-1 0 13 15,0-2 0-15,3 0-13 0,0 2 19 16,-2-3-19-16,1 2 0 0,-1-2 10 15,2 0-10-15,-3 0 0 0,3 1-11 16,-3 0 11-16,3-1 0 0,0 3-21 16,-3-3 18-16,6 2 3 0,-6 2-42 15,3-2 41-15,0 1 1 0,0 3-7 16,3-2 6-16,2 3 1 0,0 2-25 16,1-3 25-16,-1 0 0 15,0-1 0-15,-2-2 9 0,2 2-9 16,0-1 4-16,0 0 5 0,1 0-9 15,-1-1 16-15,0 3-13 16,0-2-3-16,1 1-16 0,-4-2 16 16,1 2 0-16,-1-3 7 0,-2 3-7 15,0-2 0-15,0 1-13 0,-3-2 13 16,-2 1 0-16,2 1-21 16,1 1 19-16,-1 1 2 0,0 0-22 15,-2 1 22-15,2-2 0 0,-2 0 1 16,-3 1 9-16,3-1-10 0,-1 1 3 15,-2-2 23-15,3 3-26 0,-3 0-13 16,0-2 13-16,0 2 3 0,2 0 10 16,-2 0 5-16,3-1-18 0,-3-2 0 15,3 2 3-15,-3-1-3 0,5 1 13 16,-2-4-13-16,-1 2 10 0,1-2-1 16,2 1 20-16,1 1-29 15,2-3 16-15,-1 3 26 0,4 0-42 16,5-1 16-16,0 2 6 0,-3-3-22 15,3-1 29-15,-3 1-29 16,0 0 0-16,1-1 9 0,-4 0-9 16,4-1 0-16,-1 1 3 0,0-2-3 15,-2 0 0-15,2 0 20 0,0 0-1 16,0-1-19-16,1-1 22 16,-1 2-22-16,-3-3 0 0,4 0 19 15,-4 0-12-15,1 1-7 0,2-1 3 16,-2-1 3-16,-1 0-6 0,1 0 13 15,-1-3-4-15,4 0-9 0,-4 1 19 16,1 0-3-16,0-1-16 0,-1-1 19 16,1 3-6-16,-6-1-13 0,0 2 16 15,1-5 9-15,4-3-9 0,1-1-6 16,-3-5 50-16,0 4-41 16,-3-3-6-16,0 4 37 0,1-2-43 15,-1 1 24-15,0-2-8 0,0 2-23 16,1 0 3-16,-1-1-3 0,3 0 0 15,-3 1-22-15,3 1 22 0,-2-2 0 16,-1 1 6-16,-3 2-6 16,4-1 0-16,-4 1 2 0,1 0 17 15,2 0-19-15,-2 1 22 0,-3 0-22 16,3 0 25-16,-1 0-15 0,-2 0 18 16,6-1-28-16,-4 2-35 15,1-1 33-15,0-1 2 0,-1 1-44 16,1-1 42-16,0 1 2 0,-1 1 0 15,-2 0 0-15,0 1 16 0,0 2 12 16,0-2 35-16,0-2-63 0,-2 1 25 16,2-2-6-16,-3 3-19 0,3 3 35 15,0 2-23-15,0-1-12 0,0-1 19 16,-3 0 38-16,3-2-57 0,0 2 6 16,-2-2-6-16,-1 0 0 15,3 0 22-15,-3 0-22 0,1 0 0 16,-1 0 9-16,-2-1-9 0,-1 1 0 15,1 0 29-15,2 0-13 0,-2 1-16 16,0-1 3-16,0 1 0 16,-1-2-3-16,4 3 29 0,-6 0-29 15,2-2 0-15,1 1 21 0,0 0-21 16,-1 0 0-16,1 1 25 0,0-2-3 16,0 0-22-16,-1 2 16 15,1-2-10-15,-3 1-6 0,0-2 15 16,3 0-15-16,-3 2 0 0,-3-2 0 15,6 0 0-15,-3 1 0 0,0 1-15 16,3 0 15-16,-3-1 0 0,0 4-66 16,3-1 66-16,-1 0 0 0,-2 2-129 15,3 1 126-15,0 2-31 0,2 0-275 16,0 1 62-16,3 3-156 0,0 0-949 16,0-1-138-16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11T09:39:34.435"/>
    </inkml:context>
    <inkml:brush xml:id="br0">
      <inkml:brushProperty name="width" value="0.05292" units="cm"/>
      <inkml:brushProperty name="height" value="0.05292" units="cm"/>
      <inkml:brushProperty name="color" value="#FFFFFF"/>
    </inkml:brush>
    <inkml:brush xml:id="br1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19588 6379 57 0,'0'0'300'0,"0"0"16"15,0 0-186-15,0 0-35 0,0 0 58 16,0 0-68-16,0 0-1 0,0 0 14 16,0-5-69-16,0 5-15 15,0 0-14-15,0 0 0 0,0 0 29 16,0 3 130-16,3 1-48 0,-3 1-11 16,0 3-48-16,0 4-35 15,0 1 246-15,0 9-56 0,0 2-159 16,0 2 17-16,0 1 35 0,0-2-22 15,0 2-10-15,0 0 2 0,0-2 8 16,-3 0-11-16,3-1-25 16,-2-5 9-16,2 0-15 0,0-4-33 15,0-1 35-15,2-3-38 0,1-2-3 16,-3-1 2-16,3-3 1 0,-1-2-90 16,1 0 77-16,0 1-35 0,-1-4-106 15,1 0 41-15,-1 0-48 0,1-5-124 16,0-4 67-16,-3-5 17 0,0-5-118 15,0-1 127-15,0-3 3 16,0 1-143-16,-3-1 71 0,0 5-23 16</inkml:trace>
  <inkml:trace contextRef="#ctx0" brushRef="#br0" timeOffset="575.58">19551 6426 535 0,'0'0'195'16,"0"0"11"-16,-10-33 51 0,7 26-140 15,3 1 36-15,-3 2 78 0,3-1-78 16,0 0-10-16,0-3 81 16,0 3-95-16,0-1-25 0,0 2 41 15,0 0-64-15,0 0-14 0,3 2 1 16,0-1-20-16,-1 0-48 0,1 1-6 16,0 2 5-16,-1 0-25 0,4 0-23 15,1 0 49-15,1 2 9 0,6 3 4 16,4-1-7-16,3 0-6 0,6-1 3 15,-1-2 16-15,1-1-19 0,7 0 3 16,1 0 13-16,7-4-15 16,3-1 3-16,5-3 37 0,6-1-21 15,2 1 28-15,6 1 26 0,-3-2-33 16,2 4-31-16,-4 3 15 0,-4-1-25 16,-2 2 3-16,-5 0-3 15,-3 1 0-15,0 0-1 0,-5 1 1 16,-1 0 0-16,-4 2-68 0,-3-1 7 15,-1 0-32-15,-4 2-87 0,-3-2 122 16,-3 2-26-16,-5-2-74 16,-3 0 41-16,0 1 36 0,-7-2 16 15,-4 0 49-15,1 0 0 0,-1 0-55 16,-2 1 25-16,0 1 46 0,0-2 16 16,-2 2 30-16,-3 0 48 0,-1 1 29 15,1 3-71-15,-3 2 6 0,0 5 52 16,0 3-68-16,0 4-16 0,3 0-4 15,0 0 20-15,-1 4 13 0,1 0-45 16,2-2 3-16,-2 2-13 0,0-1 0 16,2 0 6-16,3 0-3 15,-3-2-3-15,3 4 17 0,-2-5-17 16,2 1-3-16,0-3-77 0,0-1-69 16,0-5-229-16,0 0 53 15,0-4 19-15,-3 1-195 0,-2-7 126 16,2 2-147-16</inkml:trace>
  <inkml:trace contextRef="#ctx0" brushRef="#br0" timeOffset="997.6">19591 6819 836 0,'0'0'241'16,"0"0"3"-16,0 0-195 15,0 0-49-15,0 0-26 0,0 0-7 16,0 0 25-16,0 0 8 0,0 0 78 15,-16 34-62-15,24-32 17 16,3 0 2-16,2-2 63 0,5 1 123 16,-2-1-101-16,3 0-3 0,2 0 168 15,3-1-152-15,2-3 12 0,9-1 100 16,2-3-87-16,5 2-40 0,6 1-63 16,5-3 2-16,2 3-57 0,1 0-3 15,2 3 2-15,1 2 1 0,-4 0-19 16,-2 5 19-16,-5-1 0 0,0 5-101 15,-6-1-211-15,-2 1-91 16,-9-3-721-16,-7 0-37 0</inkml:trace>
  <inkml:trace contextRef="#ctx0" brushRef="#br0" timeOffset="1809.4">20714 6618 1095 0,'0'0'616'15,"0"0"-616"-15,0 0-59 0,0 0 56 16,0 0 3-16,45-5 91 16,-24 3 84-16,0-1-90 0,0-1 18 15,3 2 134-15,3 0-101 0,-1 2-65 16,1 0-13-16,2 0-23 0,-3 0-31 16,1 4 9-16,-3 0 7 15,0 1-20-15,-6 1-26 0,1 2 26 16,-3 1 0-16,-3 3-12 0,-3 0 12 15,1 1-22-15,-3 0-49 16,0 0 58-16,-3-1 13 0,0 1-43 16,-2-1 41-16,0 0 2 0,-1 1 0 15,-2 1 43-15,0-1 57 0,0 3 45 16,0-1-55-16,-2 1-13 0,-1 0-10 16,0 1 20-16,1 0-52 0,-1-1-29 15,3 1 33-15,-2-2-39 0,2 1 19 16,0-2-13-16,2 1-6 0,1-1 3 15,-1-1 7-15,1 2-10 0,0-2 3 16,-1 0-3-16,-2 0 0 16,0-1-16-16,3 0-3 0,-3 0-3 15,0-2-132-15,0-2 83 0,0 1-48 16,0 2-187-16,-3-3 86 16,3 2-55-16,0-5-284 0,-2 1 158 15,-1-4-101-15</inkml:trace>
  <inkml:trace contextRef="#ctx0" brushRef="#br0" timeOffset="2281.92">21212 7098 935 0,'0'0'462'0,"0"0"-169"0,2 41 174 16,1-18-318-16,0-1-64 0,-1-1 99 16,1 3-97-16,2-1-13 0,1 1 32 15,-1 0-51-15,-2-1-17 0,5-3-28 16,-3 1 25-16,-3-2-25 0,6-5-10 15,-5 0-45-15,2-2-61 16,-2-5-155-16,0-3 87 0,-3 1-24 16,2-4-175-16,-2 0 45 0,3-1-57 15,-3 0-573-15</inkml:trace>
  <inkml:trace contextRef="#ctx0" brushRef="#br0" timeOffset="2775.09">21265 7073 2552 0,'0'0'187'0,"0"0"-52"0,0 0-80 16,0 0-7-16,0 0 26 0,0 0 35 16,0 0-1-16,0 0-108 0,0 0 19 15,50-24-19-15,-23 19 36 0,2 0-14 16,3-1 54-16,5 0-3 0,5 0-12 15,6 1 37-15,2 0-60 16,0 3-16-16,1-2 0 0,-1 4-22 16,-2 0-59-16,-1 0 58 0,1 4 1 15,-6-2-48-15,3 2 32 0,-8 1 16 16,1-1-133-16,-4 3 114 16,-2-3-22-16,-6 4-86 0,1-5 114 15,-6 4-13-15,-3-3-82 0,-2 0 73 16,-5 1-42-16,-6-4-84 0,0 3 145 15,-2-3 13-15,0 0 0 16,-1 0 3-16,1 1 16 0,-3-1 6 16,3 1 90-16,-3 0 7 0,0 0-23 15,0 0-19-15,0 1-17 0,0 1 13 16,0 4 13-16,0 2-41 0,0 3-42 16,0 5 92-16,0-1-64 0,0 3-15 15,0 0 44-15,2 0-60 0,-2 3-13 16,3 0 13-16,0-1 0 0,-1-1-36 15,4-1 14-15,-4 1-23 16,4-5-199-16,-4 0 129 0,-2-2-73 16,0 0-330-16,0-4 133 0,-2-1-180 15,-1-5-780-15</inkml:trace>
  <inkml:trace contextRef="#ctx0" brushRef="#br0" timeOffset="3081.55">21328 7465 1324 0,'0'0'218'0,"0"0"7"16,0 0-223-16,0 0-4 0,-34-1 4 15,31 1 40-15,1 0 46 16,2 0 39-16,0 0-63 0,2 0-46 16,4 0-16-16,4 0 18 0,3 0 58 15,6 0 74-15,2 0-100 0,3 1-16 16,-3 0 18-16,6 2-25 16,-1-1-13-16,9 1-10 0,-4-1 7 15,6 0-13-15,3 0-157 0,-3-1-245 16,-8 0-248-16</inkml:trace>
  <inkml:trace contextRef="#ctx0" brushRef="#br0" timeOffset="3878.07">22298 7473 391 0,'0'0'809'0,"0"0"-263"0,0 0-445 16,0 0-59-16,0 0 49 15,0 0 10-15,0 0 19 0,39-25 74 16,-17 20-94-16,4-2 0 0,3 1 87 16,0 3-36-16,3-1-19 0,3 4-36 15,-1 0-20-15,0 1-76 0,-2 4-6 16,3 0 6-16,-1 4 0 0,-5-1-23 16,0 2 23-16,0-2 0 0,1 3 2 15,-7-2-2-15,1 2 0 0,-3 1-58 16,-5 0 42-16,0 1 13 0,-5 2-99 15,-1-2 85-15,-2 1-50 16,-2 1-49-16,-1 1 75 0,-2-1 37 16,-3 4-25-16,0 0 28 0,0 0 1 15,0 2 0-15,0 1 2 0,-3 0 0 16,3-1 9-16,0-1 38 16,0 0-17-16,0-1-16 0,3 3 3 15,-1-4-18-15,4-1-1 0,-4 0 38 16,6-3-38-16,-3-4-119 15,1-2 25-15,-1-2-86 0,-2-3-286 16,2 0-15-16,0 0-73 0</inkml:trace>
  <inkml:trace contextRef="#ctx0" brushRef="#br0" timeOffset="4374.83">22896 7895 1178 0,'0'0'420'0,"0"0"-297"16,35-7 82-16,-17 3-75 0,3 1-4 15,3-3 250-15,3 2-167 16,7-4-48-16,6 4 2 0,8-2-41 16,5 2-29-16,2-1-14 0,1 4 20 15,2 1-20-15,-8 1-47 16,1 4 12-16,-9 2-44 0,0 1-97 15,-4 1 40-15,-4-1-80 0,-2-1-260 16,-6-1 30-16,1 0-98 0,-9-2-644 16</inkml:trace>
  <inkml:trace contextRef="#ctx0" brushRef="#br0" timeOffset="5150.1">23002 7935 1432 0,'0'0'195'0,"0"0"-123"0,0 0 22 16,0 0 72-16,-5 36 48 0,2-19 19 16,1 6-114-16,-1-1-64 0,3 0 31 15,-5 1-34-15,2 2-27 0,0-1-21 16,-2-1 21-16,2-1-25 15,1-2-58-15,2 1 10 0,-3-5-42 16,3 2-114-16,0-3 91 0,0-1 13 16,0-2-82-16,0-6 33 0,3-1 9 15,-1-1 10-15,4-2 87 16,-1 1 27-16,3 0 13 0,3-2 3 16,4-1 0-16,4 0 6 0,0 0-5 15,-1 0-1-15,3 0-2 16,3 0 2-16,3 0 95 0,4 1 246 15,4 2-211-15,2 3 51 0,0-1 107 16,0 5-165-16,0 0-78 0,0 2-36 16,0 1-6-16,0 1-3 0,-2 2 0 15,-1-1-68-15,-2-1-81 0,0-1-106 16,-3 0 31-16,-5-3-13 0,0-3-82 16,-3 0 186-16,-3-4 52 0,-2-1 81 15,-3-2 2-15,-5 1 21 16,-5-1-23-16,2 0-89 0,-2-1-71 15,2-4 160-15,-2-3 130 0,0-3 98 16,-3-7 91-16,-3 2-179 0,0-5 35 16,1 1 133-16,-1 3-172 15,0-4-17-15,3-2 78 0,0 2-24 16,3-3-64-16,0 0-32 0,2-1-16 16,0-3-61-16,1 2 0 0,1-5-1 15,-4 1 1-15,2 2-3 16,-2-1 3-16,0 3 32 0,-3 3-26 15,0-1 48-15,0 5-54 0,-3 2-3 16,3 1-16-16,0 3 19 0,0 3-247 16,0 3 67-16,0 2-110 0,0 0-647 15,3 4-116-15</inkml:trace>
  <inkml:trace contextRef="#ctx0" brushRef="#br0" timeOffset="5856.15">23725 8584 430 0,'0'0'590'0,"0"0"-423"0,0 0 57 15,0 0-126-15,0 0-7 0,0 0 104 16,0 0-114-16,0 0-16 0,0 0-23 16,0 0-41-16,6-25 3 0,-4 23-1 15,6 1-2-15,3 1 0 16,2 0 64-16,3 0-16 0,0 0 9 15,2 1 65-15,3 1-32 0,3 1-1 16,5-1 33-16,1-1-33 0,4 1-32 16,3 0 13-16,5-1 10 15,3-1-17-15,6 0-10 0,-1 0 4 16,0-1-23-16,-2 1-32 0,-3 0 26 16,-2 1-29-16,-6 4 3 0,-6-1-22 15,-1 1-13-15,-7-2-418 0,-1-1 143 16,-7 1-46-16,-4 2-408 0,-6-3 223 15,-2 0-88-15</inkml:trace>
  <inkml:trace contextRef="#ctx0" brushRef="#br0" timeOffset="6122.89">24493 8671 414 0,'0'0'414'16,"0"0"238"-16,3 49-272 15,-3-26-137-15,-5 2 101 0,2 1-154 16,-2 2-22-16,-1 0 47 0,4 1-81 16,-4-2-73-16,4 0-55 0,-1 0 17 15,1-2-23-15,2-5-41 16,0-1 22-16,0-3-109 0,0-5-209 15,0-5 159-15,0-2-32 0,2-3-325 16,1-1 28-16,-1 0-132 0</inkml:trace>
  <inkml:trace contextRef="#ctx0" brushRef="#br0" timeOffset="6526.6">24628 8601 2496 0,'0'0'329'0,"0"0"-300"15,37-17 6-15,-15 9 30 0,1 1 18 16,-1 1-3-16,7-2 6 0,0 3 13 16,3-2-25-16,7 3-17 0,4 0 44 15,-1 2-82-15,3 0 19 0,-2 2-31 16,-4 0-7-16,-2 1-27 0,-5 2 2 15,-3 2 25-15,-2-1-229 16,-3 3 153-16,-3-1-23 0,-5 2-172 16,0 2 142-16,-6 0-35 0,-2 2-137 15,0 0 143-15,-3 1 44 0,-5-2 64 16,0 3 50-16,0 3 52 0,0-1 159 16,-2 3-120-16,-1 1 6 0,3-1 38 15,-3 3-41-15,3 0 9 16,0 2 19-16,6 0-73 0,2-2-49 15,0 1 3-15,2-1-1 0,3-1-2 16,1 0-1-16,-4 0-1 16,-2-3-73-16,0 1-377 0,0-4 37 15,-5 1-176-15,-1-6-694 0</inkml:trace>
  <inkml:trace contextRef="#ctx0" brushRef="#br0" timeOffset="6861.86">24493 9084 2090 0,'0'0'256'15,"0"0"-159"-15,0 0 29 0,0 0-71 16,0 0 134-16,0 0-96 0,0 0-48 16,0 0 10-16,0 0 25 15,24-29-22-15,-5 28-39 0,5 1 22 16,-1 0-41-16,4 1 26 0,2 0 6 16,8 3-3-16,8-2-29 0,5-1 76 15,1-1-28-15,7 0-32 0,-5 2 35 16,0-1-51-16,-3 1 9 0,-5 3-31 15,-5-2 22-15,-3-1-453 16,-13 0-143-16,-3 0-629 0</inkml:trace>
  <inkml:trace contextRef="#ctx0" brushRef="#br0" timeOffset="8186.84">21667 6095 1165 0,'0'0'618'0,"0"0"-335"16,0 0 76-16,0 0-359 0,0 0 0 16,-42 25 31-16,23-9 8 15,1 2 84-15,-1 2-23 0,1 2-17 16,-3 3-12-16,-3 3-19 0,0 2 15 15,-3 1-48-15,1-1-3 16,2 1 7-16,-2-2-20 0,2-2 23 16,3-1-52-16,-1-4 26 0,7-3-167 15,-1-1 83-15,2-3-51 0,4-4-159 16,2-1 64-16,0-4-84 0,3-3-327 16,-1 0 315-16,4-2-39 0</inkml:trace>
  <inkml:trace contextRef="#ctx0" brushRef="#br0" timeOffset="8475.45">21220 6436 333 0,'0'0'1114'15,"0"0"-571"-15,0 0-222 0,0 0-95 16,0 0 42-16,0 0-117 0,0 0-45 16,0 0-46-16,0 0 7 15,0 0 26-15,-11 2-64 0,6 13 19 16,-6 1-48-16,3 1 15 0,3-2-8 15,0-1-7-15,-1-1-26 16,1-1 26-16,3-1 0 0,-1-4-16 16,0-2 16-16,3-1 0 0,0 0 2 15,0 2-2-15,0-4 0 0,0-1 3 16,3 0 38-16,2-1-9 0,3 0-32 16,5-2 67-16,9-5-67 0,4 0 22 15,6-3-23-15,-3 0 1 0,5 2-191 16,-2-1 60-16,0 1-164 0,-3-3-769 15,-8 3-296-15</inkml:trace>
  <inkml:trace contextRef="#ctx0" brushRef="#br0" timeOffset="9322">21959 5532 901 0,'0'0'989'0,"0"0"-898"0,0 0-91 15,0 0 0-15,-11 40 147 0,6-20-27 16,2-2 87-16,1 2-32 0,-1 2-66 16,3-2-28-16,0 1-11 15,0-2-50-15,0 1 2 0,0-5-22 16,0-1 0-16,3-7-3 0,-3 0 3 15,2-4 19-15,1-1 61 0,-1-1-19 16,4 1-6-16,-4-2 15 16,9-3 26-16,0-9-39 0,4-3-44 15,4-4 25-15,-3 1-38 0,-3 0-22 16,-2 4 9-16,-3 3 13 0,-3 2-108 16,-2 4 66-16,-3 1-3 0,2-1 45 15,1 1 10-15,-3 1-10 0,3 2-19 16,-3 1 16-16,0 0-33 0,0 4-82 15,-6 5 118-15,4 5 93 0,-1 4-26 16,0-1-6-16,1-1-61 0,2-2 12 16,0-1-13-16,5 1 1 15,0-3-57-15,1 0 38 0,-1-4-77 16,3 0-190-16,2-3 138 0,4 1-7 16,2-5-101-16,-3 0 23 15,0-6-108-15,-2-3-418 0,-1 4 140 16</inkml:trace>
  <inkml:trace contextRef="#ctx0" brushRef="#br0" timeOffset="9586.15">22202 5717 1421 0,'0'0'368'0,"0"0"-54"0,0 0 7 16,0 0-279-16,0 0 42 0,0 0 177 16,0 0-62-16,0 0-58 0,0 0-71 15,-31 33-20-15,31-28-50 0,2 0 0 16,6 0 39-16,5-3-36 0,3-2 10 15,3 0 60-15,-1-4-25 0,-2-4-33 16,-2 0 43-16,-4 2-58 0,-5-1 6 16,1 3-6-16,-1-3 0 15,-2 1 2-15,-1-2 4 0,4-1-6 16,-6 4-165-16,0-2 95 0,0-1-35 16,0 3-184-16,0 0 93 15,0 1-65-15,0 2-381 0,0 1 112 16,2 0-96-16</inkml:trace>
  <inkml:trace contextRef="#ctx0" brushRef="#br0" timeOffset="9897.33">22409 5716 730 0,'0'0'408'0,"0"0"165"16,0 0-366-16,0 39-48 0,0-34-9 15,3-2-89-15,-3 1-19 0,0 0-22 16,2 1 2-16,1-3 1 0,2 0 19 15,3-2 19-15,3-1-3 0,2-6-25 16,3-1-33-16,0-2-78 16,-3-1-116-16,0 0 84 0,-2 0 26 15,2 1-7-15,-8 3 49 0,1 2 16 16,-4 2 3-16,4-1 23 0,-4 1 16 16,1 2 114-16,0 1-62 15,-3 0 0-15,2 1 172 0,-2 2-85 16,0 3 22-16,0 4 86 0,0 2-151 15,0-2-109-15,0 0 10 0,0-3-26 16,3-1-38-16,2-1-263 16,0 1 117-16,6-4-45 0,8-2-277 15,-4-6 15-15,-1-1-209 0</inkml:trace>
  <inkml:trace contextRef="#ctx0" brushRef="#br0" timeOffset="10160.56">22724 5429 2845 0,'0'0'283'0,"0"0"-210"16,0 0-38-16,0 0-35 0,-5 34 39 16,5-13-36-16,0 2 38 15,0 1-41-15,0-3-21 0,2 3 21 16,1 0 0-16,0 1-136 0,2-1 49 15,-2 0-60-15,2-2-120 0,0-2 96 16,1-5-172-16,-1-4-401 16,-2-2 372-16,-1-5 79 0,1-2-85 15,-3-1 114-15</inkml:trace>
  <inkml:trace contextRef="#ctx0" brushRef="#br0" timeOffset="11043.04">22801 5715 524 0,'0'0'394'0,"0"0"46"16,0 0-326-16,26-45-72 0,-15 37-19 15,-3 1-7-15,-3 1 27 0,1 1 93 16,-1 4-16-16,0-2 14 0,0 1 86 16,1 1-120-16,-1 1-48 15,-2 0-6-15,-1 3 21 0,4 1 1 16,-4 6 61-16,4 0-35 0,-1 3-11 16,0 4-54-16,0-3-3 15,-2-2-23-15,0-5 4 0,-1-1 28 16,-2-2-22-16,3 1-13 0,0-1 22 15,-1 2-9-15,-2-3-3 0,3-2 22 16,2-1-16-16,-2 0-13 16,5-5 36-16,0-5-39 0,8-2-128 15,-3-5 29-15,3 4-56 0,0 1-171 16,-6 0 80-16,4 3-14 0,-4 4-133 16,-2-1 266-16,0 5 75 0,-5 0-7 15,-1 0 43-15,4 1-3 0,-6 0 16 16,2 1 3-16,-2 1 114 0,0 4 287 15,-2 0-109-15,-1 1-23 0,-2 3 22 16,2-4-149-16,0 2-20 16,-2-1 23-16,2-1-72 0,3 3-73 15,0-5 13-15,0 2-13 0,6-3 19 16,-1-1 17-16,6 0 40 0,2-2-2 16,3-4-17-16,0-2 4 15,0-2-61-15,-3-1 6 0,-3 0-6 16,1 0 0-16,-3-2-12 0,0 0 10 15,-3 0 2-15,3-5-99 0,-5 3 97 16,2-4-58-16,-2-1-145 16,-3-2 186-16,2-1-29 0,-2 1-194 15,0 1 152-15,3-1 19 0,0 5 25 16,-1 0 46-16,1 5 26 0,-3 2 82 16,3 2-24-16,-3 3 22 0,0-1 68 15,0-1-24-15,0 3-9 0,0 2-23 16,0 0-118-16,0 6-16 0,-3 6 16 15,0 8 86-15,-2 6 24 0,2 3-49 16,3 2-8-16,0-5-53 16,0 1-15-16,3-2 15 0,2-5 0 15,1 0-7-15,2-5 7 0,2-5 0 16,-2-4 1-16,3 0 25 0,2-5-26 16,0-1 22-16,3-4 12 15,-3-4-18-15,3-4 9 0,-3-4-37 16,1-2 12-16,-4-1-66 0,-2-3 34 15,0-2 29-15,0-2-146 0,-3-2 95 16,1 0-57-16,-4 0-221 0,1 4 33 16,-3 3-98-16,3 10-131 15,-3 4 528-15,0 3 198 0,0 3 333 16,-3 1-208-16,0 0-61 0,1 6-175 16,-4 6-7-16,1 9 5 0,2 7-8 15,3 3 50-15,3-1-77 0,2-2-31 16,3-2 10-16,3 2-29 0,2-2 6 15,3-2-6-15,0-1 0 0,3-4-44 16,-4-1 18-16,4-3-53 16,-3-1-48-16,-3-3 108 0,-2-1-60 15,-3-6-366-15,-6 0 6 0,1-3-222 16,-3-1-717-16</inkml:trace>
  <inkml:trace contextRef="#ctx0" brushRef="#br0" timeOffset="11261.8">22552 5491 2342 0,'0'0'731'16,"-42"-7"-536"-16,28 5-96 0,6 1-80 15,6 0 48-15,2 1-42 16,0 0-25-16,5 0-63 0,11 0-176 16,16-1-195-16,13-1 60 0,-6-1-265 15</inkml:trace>
  <inkml:trace contextRef="#ctx0" brushRef="#br0" timeOffset="12525.32">21800 7496 479 0,'0'0'258'0,"0"0"-79"0,0 0 88 16,0 0-78-16,0 0 3 0,0 0 136 16,0 0-162-16,0 0-17 0,0 0-81 15,-11 0-67-15,11 0-1 0,0 0 23 16,0 0 0-16,3 0 22 0,-1 2 29 16,6 1-54-16,3-1-1 0,5 0 26 15,2-2-3-15,6 0 10 0,3 0-30 16,-1-2-8-16,1-1-14 15,2-1-29-15,0 1 29 0,0-1 13 16,0 2-13-16,-2 0-3 0,-1 1-187 16,-2-2-335-16,-11 2-74 0,-2-1-374 0</inkml:trace>
  <inkml:trace contextRef="#ctx0" brushRef="#br0" timeOffset="13918.64">23630 6841 450 0,'0'0'368'0,"0"0"-260"0,-42 39-40 15,20-21 24-15,1 2-40 16,-3 2-3-16,-2 3 71 0,-6 3-3 16,-2 4 46-16,-1 3 178 0,-5 5-123 15,-2 2-24-15,-3 5 148 0,5 0-213 16,1 2-36-16,4-4 23 15,9-3-81-15,4-5-35 0,4-6-75 16,7-7-15-16,3-3-3 0,0-6-97 16,6-3 106-16,-1-3-23 0,1-4-135 15,2-2 11-15,0-1-103 0,2-2-396 16,-2 0 287-16</inkml:trace>
  <inkml:trace contextRef="#ctx0" brushRef="#br0" timeOffset="14231.72">23021 7292 16 0,'0'0'1547'0,"0"0"-1407"15,0 0-108-15,0 0 154 16,-6 49-53-16,4-27 9 0,-1 0 30 15,1-3-107-15,-1-1-33 0,0 0 58 16,1-3-86-16,-1 0 12 0,3-3 0 16,-3-3 10-16,3-2 0 0,-2-1 25 15,2-2 4-15,0 0-20 0,0 0-32 16,0 0 23-16,0-3-13 0,2-1-3 16,4 0 48-16,4-5-36 0,6-3-9 15,5-4-11-15,3 0-2 0,3-2-74 16,-1 3 13-16,1 0-94 15,-1-2-291-15,-5 6-112 0,-2-3-269 0</inkml:trace>
  <inkml:trace contextRef="#ctx0" brushRef="#br0" timeOffset="15223.82">23810 6393 834 0,'0'0'495'0,"0"0"-297"15,0 0-120-15,0 0 88 16,0 0-85-16,0 0-16 0,0 0 124 16,0 0-21-16,0 0 13 0,0 0 129 15,16 39-133-15,-13-16-100 0,-1 2 0 16,1 1-10-16,-3 0-6 0,2-2-61 16,1 2 33-16,0-1-33 0,2-5 0 15,0 0 0-15,-2-4 0 0,0-5-90 16,-1-3 74-16,1-3-6 0,-3-1-52 15,0-2 73-15,3 1 1 16,-1-2-16-16,1-1 16 0,8-7 0 16,4-9-13-16,4-2 13 0,2-4 0 15,0 2-59-15,-2 5 59 0,2 2-16 16,-5 4-61-16,2 2 76 16,-4 2-18-16,-1 0-33 0,-5 4 40 15,0-1 8-15,-6 2-18 0,1 0 22 16,0 2 13-16,-3 1-7 0,0 3 20 15,-6 4-4-15,-4 2 11 16,-3 3-33-16,-3 0-23 0,-3-1 23 16,6-1 29-16,0-2-10 0,2 2-6 15,3-4 26-15,3-2-7 0,2-1-29 16,3-2-3-16,0 1 16 0,0-1 22 16,3 0 22-16,2 0-60 0,8 1-73 15,3-2 53-15,6-1-9 0,-1-2-228 16,0 0 15-16,0-6-94 0,-2 1-545 15,-6 1 167-15</inkml:trace>
  <inkml:trace contextRef="#ctx0" brushRef="#br0" timeOffset="15775.76">24165 6679 966 0,'0'0'781'15,"0"0"-349"-15,0 0 82 0,-29 34-334 16,26-23-19-16,3-4 43 15,0-1-89-15,5 0-77 0,3 0-28 16,8 0 19-16,3 0-29 0,2-5 3 16,-2-1 22-16,2-4-25 0,-3-4 29 15,-2 1-7-15,0 0-22 0,-3-3-103 16,-5 2 103-16,-2 0-32 0,-4 1-95 16,1-2 82-16,-3 3-47 0,0 0-114 15,-3-3 123-15,1 3-36 0,-4-3-175 16,1 2 142-16,-3 1 61 0,3-3 91 15,-1 6 12-15,4-3 17 16,2 3-29-16,0 1-64 0,2 2-43 16,4-2-6-16,2 1 70 0,5 1 43 15,3 3 36-15,2 0 19 0,-2 5 52 16,-3 0 172-16,1 1-150 16,-1-1-61-16,0 1-45 0,-5-2 12 15,-3 0-34-15,1-4 16 0,-1 1 18 16,0 0-9-16,3-1 0 15,-2 1 25-15,4-1-6 0,-5-3 13 16,6 0 13-16,0-7-30 0,2-1-41 16,3-3 39-16,-3-2-39 0,0 6-20 15,-5-2 17-15,0 3 3 0,-5 1-67 16,5 2 67-16,-6-1 0 0,4 1 0 16,-4 1 16-16,1 2 39 0,0 0-4 15,-3 1 19-15,2 7-9 0,-2-2 54 16,3 2-45-16,0 1-70 0,-1-3 0 15,1 1 0-15,2-1 0 16,-2-2-102-16,2-2 70 0,3-1-35 16,3-1-153-16,-1-6-2 0,6-6-175 15,-3-2-655-15,-5 0 59 16</inkml:trace>
  <inkml:trace contextRef="#ctx0" brushRef="#br0" timeOffset="16006.47">24806 6352 2333 0,'0'0'632'0,"0"0"-328"0,0 0-304 15,0 0-12-15,0 0 12 0,0 0 149 16,10 50 67-16,-10-26-86 0,3-2-115 16,0 2 36-16,-1-1-51 0,4 2-30 15,-4-2 2-15,1 0 28 0,0 1-237 16,-1-3 145-16,1-1-55 0,-3-1-301 15,3-4 161-15,-3-4-46 16,0-5-336-16,0-2 285 0,0-3 48 16,0 0-332-16</inkml:trace>
  <inkml:trace contextRef="#ctx0" brushRef="#br0" timeOffset="16882.93">24896 6611 296 0,'0'0'697'0,"0"0"-514"16,0 0 22-16,0 0 156 0,34-6-212 15,-28 12-12-15,2-3 73 16,0 5-80-16,-1 0-17 0,-1 2-19 16,-1-3-62-16,-2 2-19 0,-1-5-10 15,1 1 26-15,-3 1-16 0,3-3 13 16,-3 2 6-16,0-5-9 0,0 1-4 16,0 0 26-16,0-1 13 0,2 0 73 15,-2-2-79-15,6-6-52 0,2-3-135 16,2-2 97-16,3 0-1 0,1 3-51 15,-1 1 67-15,0 5 1 16,0-2-33-16,-2 3 52 0,0 2-23 16,-4 1-6-16,-1 0 19 0,-4 0-20 15,-2 0-38-15,3 1 49 0,0 2 6 16,-3 3-5-16,0 0 21 16,0 4 74-16,-3 3 165 0,-2-1-59 15,5 3-26-15,0-6-74 0,0-3-35 16,0-1-45-16,0-1 0 15,5 0 26-15,3 0 41 0,3-1-29 16,2-2 26-16,3-1-39 0,-3-6-3 16,-2 1-22-16,-1-1 0 0,1 2-136 15,-9-1 81-15,4 1-37 0,-4-2-81 16,1 0 96-16,-3-5-42 0,3-1-178 16,-3-2 135-16,-6 2 65 0,1 1-101 15,-3 0 172-15,3 1 26 0,2-2 14 16,1-1-14-16,2 0-19 0,0-4 19 15,5 0 2-15,3-2-1 16,0-1-1-16,5-2-26 0,0 1 26 16,0 1 23-16,3-1 55 0,0 5-13 15,-5 3 106-15,-1 5-58 0,-4 5-22 16,-1 2-35-16,-2 1-40 16,-1 0 55-16,4 10 55 0,-6 10 44 15,0 6 38-15,0 5 149 0,-6 1-120 16,1-4-92-16,0 1-104 0,2 0 47 15,0-5-88-15,3-2 9 16,3-1-9-16,2-7 0 0,1-2 26 16,2-3-16-16,0-4-10 0,5-5 50 15,3 0-32-15,0-4-18 0,2-3-58 16,-2-5 57-16,0-1-77 0,-6-3-142 16,1 0 217-16,0-4-57 0,-3-2-187 15,0-3 155-15,-3-2-81 0,0 2-392 16,0 1 83-16,1 6-89 0,-4 5-204 15,-2 6 775-15,3 4 140 16,-3 3 739-16,0 0-409 0,0 3-157 16,-3 7 70-16,1 10-79 0,2 4-72 15,0 3-42-15,0 1-29 0,5-6-73 16,6 1-82-16,-1-2 60 16,3-3-66-16,3 1 29 0,3-5 21 15,-3 0-50-15,0-4-101 0,-6 0 85 16,1-5-12-16,-6-2-170 15,0-1 170-15,-2 0-48 0,0-2-124 16,-1 0 140-16,-2 0-55 0,0-5-343 16,-2-6-104-16,-4 4-511 0</inkml:trace>
  <inkml:trace contextRef="#ctx0" brushRef="#br0" timeOffset="17085.5">24822 6344 2725 0,'0'0'216'16,"0"0"-216"-16,34-16-77 0,-5 12 48 15,0 2 6-15,3 1-19 0,3 1 13 16,-4-1-264-16,-7 1-883 0</inkml:trace>
  <inkml:trace contextRef="#ctx0" brushRef="#br0" timeOffset="42664.44">19345 10137 121 0,'0'0'649'15,"0"0"-395"-15,0 0-10 0,0 0 104 16,0 0-162-16,0 0-57 16,31-38-129-16,-25 34 4 0,-4-3 268 15,4 1 55-15,-4 0-156 0,-2 2-10 16,0 1 15-16,0-1-51 0,0 1-26 15,-2 1-22-15,-1 1 5 16,0 1-82-16,-5 0-152 0,-2 6 107 16,-6 4 0-16,0 5-44 0,-3 1 86 15,4 2 3-15,-1 1-96 16,2 2 74-16,-1 2-20 0,-1 1-51 16,0 1 77-16,0 4 3 0,3 1-11 15,-1 1 22-15,4 3 2 0,2 2-3 16,5 1 3-16,3-1 48 0,0-3-48 15,8-1 0-15,0-3-26 0,5-4-70 16,3-2 31-16,3-3 17 0,5-4-20 16,-1-4 67-16,1-4-25 0,3 0-31 15,-1-4 31-15,1-1-58 0,-3-2-392 16,-9-1-55-16,-1 0-166 0</inkml:trace>
  <inkml:trace contextRef="#ctx0" brushRef="#br0" timeOffset="43308.16">19602 10232 764 0,'0'0'609'0,"0"0"-358"0,0 0-95 0,0 0 48 15,0 0-129-15,0 0-75 0,0 0-13 16,0 0 13-16,0 0 23 16,0 0 158-16,2 18-38 0,-2 1-33 15,3 5 22-15,-3-1-45 0,2 2 13 16,-2-5-65-16,3 2 29 15,0-2-31-15,-1-1-27 0,-2-2 23 16,6-2-29-16,-4-3-35 0,1-5-4 16,0-2-32-16,-1-1-70 0,1-1 34 15,0-1-77-15,-1 0-289 16,-2-2 135-16,3 0-10 0,-3-6-376 16,0 0 195-16</inkml:trace>
  <inkml:trace contextRef="#ctx0" brushRef="#br0" timeOffset="43750.63">19599 10268 459 0,'0'0'567'16,"0"0"-274"-16,0 0-49 0,0 0 127 15,0 0-199-15,16-37 3 0,-3 30-1 16,3 3-87-16,5-3 10 16,0 4 34-16,3 0-57 0,-3 2-74 15,0 1 16-15,1 2-18 0,-4 4 2 16,-2 2-44-16,0-1 43 15,-5 2-14-15,-3 1-11 0,-1 0 26 16,-4 1 0-16,-3 1 4 0,0 0 15 16,-5 0-16-16,-3 2 10 0,-3 2-3 15,-2-3-10-15,-3 3-103 16,0-3 29-16,0-1 28 0,3-2-60 16,0-3 51-16,5-2 3 0,3-2 28 15,-1-1 24-15,6-2 10 0,-2 1-10 16,2-1-71-16,0 0 19 0,2 1-32 15,4 1 68-15,4 0 16 0,1 3 170 16,-1-2-79-16,-2 3-49 0,0 1-12 16,-2 0-4-16,2 4-3 0,-6 0 31 15,1 1-8-15,-3-1 2 0,-3 0 26 16,1-1-13-16,-6 1 10 16,0 0 12-16,0 0-6 0,-3-3-22 15,1 0-45-15,-4-2 34 0,4-1-44 16,2-1-54-16,0-1-1 15,3-3-54-15,-1 0-196 0,4 0 117 16,-4 0-97-16,4-2-361 0,2-5 148 16,0 2-79-16</inkml:trace>
  <inkml:trace contextRef="#ctx0" brushRef="#br0" timeOffset="44226.34">19933 10435 672 0,'0'0'352'15,"0"0"-215"-15,0 0-17 0,0 0 313 16,0 0-160-16,0 0-14 0,0 0 103 16,0 0-214-16,0 0-54 0,10 39-24 15,-10-33-25-15,3-1-45 0,2 2-9 16,0-3 9-16,1-2 0 16,2 1 0-16,-3-1 38 0,3-2-6 15,0 0-16-15,0-3 32 0,0 0-25 16,0-2-20-16,0-2 35 15,-3 3-38-15,0-2 23 0,-2 1-1 16,0-2-22-16,-1 3-54 0,-2-1 54 16,3 2 0-16,-3 1-55 0,0 1 39 15,2 1-32-15,-2 0-86 16,3 2 105-16,0 3 25 0,2 3-31 16,0 3 35-16,1 0 0 0,2 4 0 15,-3-3 26-15,3 1-13 0,2 1 3 16,-4 0-10-16,2 1-6 0,-3 0-2 15,0 0 2-15,-2 1 0 0,2-1 1 16,-2 0 5-16,-3 0-6 0,0 1 4 16,0-2-1-16,-3 1-1 0,1-3 8 15,-4-2 15-15,1-1-12 16,0-2-13-16,2-3-3 0,-2 0-39 16,2 1-106-16,0-3 113 0,-2 2-65 15,3-3-175-15,-1-1 100 0,0 0-48 16,3-5-457-16,0 0 9 15,0-6 76-15</inkml:trace>
  <inkml:trace contextRef="#ctx0" brushRef="#br0" timeOffset="44638.64">20256 10504 1208 0,'0'0'410'16,"0"0"-267"-16,0 0 85 0,0 0 235 15,0 0-221-15,0 0-55 0,0 0 17 16,0 0-73-16,0 0-67 0,-21-29-3 16,10 29 21-16,0 3-9 0,-2 2-19 15,5-3 44-15,3 4-98 0,0-3 10 16,2 0-23-16,0 0-3 16,3 1-107-16,0-2 82 0,0 0-29 15,6 1-99-15,4 0 168 0,6-1-22 16,3 0-85-16,-4 0 82 15,4-1-29-15,-6 3-86 0,0 0 109 16,-2 2 6-16,0 0-18 0,-1 4 43 16,-4 0-20-16,2 2-47 0,-3 3 67 15,3 0-18-15,-6 1 9 16,1 1 10-16,0 1 29 0,-1 1 26 16,1 0 0-16,-3 0-10 0,3 0-42 15,-3 0 32-15,0-2-25 0,0-2 3 16,-3-1 3-16,0-3 6 0,1-2-22 15,-4 2 42-15,4-3-42 0,-1-2-100 16,0-3-51-16,1 0-113 0,-1-2-154 16,1-1-37-16,-1 1-170 0</inkml:trace>
  <inkml:trace contextRef="#ctx0" brushRef="#br0" timeOffset="45199.58">20441 10477 1382 0,'0'0'202'0,"0"0"-49"0,0 0 2 15,0 0-41-15,0 0-13 0,0 0 41 16,0 0-96-16,0 0-46 0,0 0-5 15,3-8 5-15,-9 11 23 0,4 0 93 16,-1 3-45-16,1-2-12 0,-4 3 41 16,4-3-1-16,-1 2 1 0,-2-2 41 15,2 1-54-15,0 0-64 0,1 0-20 16,-1 1-5-16,3-1 2 16,0 2-50-16,0-2 48 0,0 1-12 15,3-3-53-15,-1 1 67 0,4-1 0 16,2-1-14-16,-3-1 1 15,8-1 10-15,3 0-80 0,0-3 38 16,2-1-29-16,-2 0 36 0,-5 2 37 16,5 1-1-16,-6 1-40 0,1 0 41 15,0 1-25-15,-1 2-16 16,-2 1 40-16,-3 1 2 0,3 2 3 16,-2 2 46-16,2 5 2 0,0-1 23 15,-3 0 0-15,0 0-26 0,-2-1 17 16,-1 0 5-16,1 2-15 0,0 2-30 15,-3-2 33-15,0 3-58 0,0-2 19 16,-3 1 7-16,-2-1-26 0,0 0 16 16,-1-2-10-16,-2-3-6 0,3-3-67 15,2-3-23-15,-2-2 36 16,2 2-49-16,-2-1-22 0,0-1-75 16,-1 0-279-16,1 0 102 0,3-2-117 15,-1 0-747-15</inkml:trace>
  <inkml:trace contextRef="#ctx0" brushRef="#br0" timeOffset="45602.97">20687 10578 1776 0,'0'0'415'0,"0"0"-130"16,0 0-282-16,0 0 36 0,40-36 135 15,-21 25-26-15,-3 0-26 0,-1 0 26 16,-1 2-97-16,-1 1-51 16,-2-1 1-16,-6 4-1 0,0 0 0 15,-2 2 3-15,-1-1 0 0,-2 1-3 16,3 1-67-16,-3 2-26 15,-5 0-71-15,-3 1-113 0,-3 5 229 16,-2 1 48-16,0 5 16 0,0 1 68 16,2-2-13-16,3 2 25 0,3-2-9 15,2 0 6-15,0 0 0 16,3-3-45-16,0 0-48 0,3-3-12 16,0 0 12-16,5 0 0 0,0 3-76 15,5-1 12-15,3-2-55 0,2-2-271 16,-2-1 192-16,-5-2-285 0,-1 0-1282 0</inkml:trace>
  <inkml:trace contextRef="#ctx0" brushRef="#br0" timeOffset="50071.8">21018 10266 323 0,'0'0'316'0,"0"0"-29"15,0 0-170-15,0 0 320 0,0 0-18 16,0 0-189-16,0-33-39 0,0 29 62 16,0-1-102-16,3 3 10 0,-3 0 10 15,0 1-78-15,0 0-93 16,0 1-26-16,0 0-9 0,0 1-22 16,3 4 18-16,2 6 39 0,-2 7 45 15,-1 4 6-15,4 2 23 0,-1 2-30 16,-2-1-40-16,-1 3 53 15,4 0-57-15,-4-1 3 0,4-1 1 16,-1-4-4-16,-3-2-22 0,4-5 21 16,-4-3 1-16,1-5-38 0,0-3 35 15,-1-2 3-15,1-1-45 16,0 1 45-16,-1-2 0 0,-2 0 3 16,3-5 42-16,0-4-45 0,-1-6-85 15,4-3 66-15,-4 1-23 0,3 0-61 16,-2 3 100-16,2 2-10 0,3 1-32 15,-2 2 45-15,-1 3-1 0,0 0 3 16,1 3 40-16,-1 0 25 0,5 0-25 16,1 3 0-16,0 0-13 0,2 6-29 15,-3 3 35-15,1 1-26 16,-3 3 4-16,0 1 16 0,0 0-7 16,-3 2-19-16,0-1 39 0,1 0-42 15,-1 0 25-15,-5-2-25 0,3 0 0 16,-3-4 13-16,0-2 3 15,0-1 6-15,-6-2-15 0,-2 4 44 16,-2-3-7-16,-6 0-44 0,3-3 54 16,-6-2-54-16,3 0-47 0,0-3 18 15,3-1-67-15,-3-1-198 16,0-2 128-16,6 2-56 0,-1-1-377 16,6 1 76-16,2 1 113 0,3-1-95 15,6-1 283-15,-4 1 72 0</inkml:trace>
  <inkml:trace contextRef="#ctx0" brushRef="#br0" timeOffset="50683.04">21307 10556 155 0,'0'0'398'16,"0"0"137"-16,0 0-281 0,0 0-13 16,29 37 158-16,-23-33-243 0,-4 1-23 15,4-1 71-15,-1-1-72 0,-3-1 3 16,1 0 41-16,0-2-28 15,-1 0-4-15,1-5 15 0,0-1-51 16,2-3-66-16,0-6-33 0,1 0 45 16,-4-3-54-16,1 0 28 0,-3-1-12 15,3 2-16-15,-1-3-130 16,4 0 51-16,-1 2-39 0,5 1-154 16,4 3 170-16,-1 2-4 0,0 2-36 15,3 2 139-15,0 4-20 0,0 0-29 16,-3 1 33-16,3 3 6 0,-3 3-46 15,0 0 59-15,-2 1-23 0,0 0-41 16,-6 1 62-16,0-2-2 0,-2 1-30 16,0 0 34-16,-1 1 2 0,-2 2 37 15,0 1 16-15,-5-1-4 16,-3 5 8-16,-3 2-21 0,-5 1-2 16,6-3 41-16,-1-2 29 0,1 1-9 15,4-2-1-15,1-1-3 0,2 1-74 16,3-3 0-16,0-1-35 15,0-3 16-15,0 2-35 0,8-2 35 16,0-1 32-16,6-1 16 0,1-4 64 16,1-3-65-16,-2-4-43 0,-1 3 37 15,-3 0-41-15,-2-2-72 16,-2 1 71-16,-4 2-27 0,4 3-71 16,-6-2 99-16,2 3 0 0,1 0 3 15,0-3 17-15,-3 4 11 0,0 1 56 16,0 1 18-16,0 0-105 0,2 0-105 15,-2 5 105-15,3 4 30 0,-1 2-20 16,1 4 44-16,2-2-54 0,3-1-25 16,0-2 22-16,0 0 3 0,0-3-66 15,0 1 53-15,-3-4-3 16,1 1-246-16,-1-2 98 0,-2 0-135 16,5 0-580-16,-6-2 160 0,4-1-109 0</inkml:trace>
  <inkml:trace contextRef="#ctx0" brushRef="#br0" timeOffset="50990.66">21757 10501 1100 0,'0'0'813'0,"0"0"-492"15,0 0-88-15,0 0-26 16,0 0-156-16,0 0-35 0,0 0 13 16,0 0 13-16,0 0-16 0,0 0 0 15,45-16 80-15,-31 12-68 0,-1 0-25 16,-2 1 19-16,-1 1-32 0,-5 1 2 15,1 1 14-15,-1 0 16 0,0 0-6 16,1 1 25-16,-1 1-3 0,0 5 0 16,0 3 47-16,1 2-18 0,-1 0-42 15,-2 2 50-15,2-4-69 16,0 0 16-16,-2-2-13 0,0-2-19 16,-1-2-30-16,1 0 28 0,0-1 2 15,2-1-104-15,0 3 81 0,-2-3-114 16,5-2-250-16,-3 0 108 15,0 0-122-15,-2-5-678 0,0 2 277 16</inkml:trace>
  <inkml:trace contextRef="#ctx0" brushRef="#br0" timeOffset="51481.9">22226 10423 751 0,'0'0'391'0,"0"0"-104"16,0 0-193-16,0 0-26 0,-37-12-29 16,19 12-9-16,-1 5 2 0,3 0 49 15,3 2-6-15,2 0 26 0,3-2 51 16,3 0-71-16,0-1-35 0,5-1 9 15,0 3-26-15,0-1-13 0,2 2-16 16,6-2 1-16,3 3 40 0,2-2 53 16,0 0-20-16,-2-3-13 0,-3 0-22 15,-3 0-36-15,-2-1-3 16,0 1 4-16,2 2 15 0,-5 1-6 16,3 1 32-16,-3-2 7 0,0 3-20 15,-6 2-16-15,-2-3-16 0,3 1-87 16,-6-2-178-16,3-2 104 15,3 2-37-15,-3-3-247 0,3-1 48 16,2-1-118-16</inkml:trace>
  <inkml:trace contextRef="#ctx0" brushRef="#br0" timeOffset="52331.07">22364 10473 435 0,'0'0'587'0,"0"0"41"16,11 33-371-16,-11-15-53 0,0-2 142 16,0 2-158-16,0-1-37 0,0 4 87 15,0-1-161-15,0-1-1 16,0 4-28-16,0-2 7 0,-3 1-55 16,0 0 3-16,1-3 6 0,-1-4-9 15,-2 0-44-15,2-6 31 16,-2-1-35-16,2-5-96 0,-5 3 115 15,3-2-41-15,-3-2-98 0,0 1 94 16,0-3-29-16,0-1-142 0,0-5 122 16,0-5 12-16,0-3-112 15,3-4 122-15,5 2-10 0,0-2-84 16,5 4 88-16,3-1 57 0,5 0 50 16,1 1 124-16,1 2 58 0,4-2 100 15,0 1-119-15,4 0-37 0,1-1 62 16,3 1-62-16,2-1 16 0,0 2 128 15,-3-1-71-15,1 4-87 0,-6 1-87 16,-2-2 7-16,-3 2-32 0,-1 2 3 16,-7 0 0-16,-2 2 1 0,-4 1 21 15,1 0 16-15,-3-2-28 16,0 3-13-16,-3-1-3 0,-7 0-67 16,-3 1-115-16,-3 2 183 0,0 0-18 15,0 6 8-15,3-2 12 0,5 3 22 16,-3-2 64-16,6-1 20 15,2 1-40-15,0-2-59 0,1 3 12 16,2 0-19-16,0 2-41 0,2-3 41 16,4 1 0-16,4 0 19 15,4 0 6-15,1-4-25 0,1 0 29 16,-2-2-17-16,-4 0-12 0,3 0-173 16,-5-2 90-16,-2 1-54 0,-1-1-120 15,0 1 183-15,-2-2 19 0,2 2-32 16,-2 0 87-16,0 1 12 0,2-1 111 15,-3 1-11-15,1 0-15 0,0 0 24 16,2 0-25-16,3 0-16 0,5 0 16 16,3 0-32-16,0-2-52 0,3-1 1 15,-1-2 32-15,1 0-45 16,-1-1 6-16,1-2-44 0,-1 1 9 16,-4 0-194-16,1 0 175 0,-4 0 3 15,-6 1-64-15,1 3 64 0,-4 0-67 16,4 1-23-16,-4 0 135 15,1 0 38-15,0 1 194 0,-3 0-50 16,2 1-63-16,-2 2-49 0,0 3 76 16,0 4-16-16,0 5-25 15,0 0-8-15,0 1-97 0,3-4-6 16,-3-3 5-16,2 0 1 0,1 0-91 16,0-2 87-16,-3-1-125 0,2 3-261 15,-2-4 169-15,0 0-136 0,0 0-508 16,-2-2 116-16</inkml:trace>
  <inkml:trace contextRef="#ctx0" brushRef="#br0" timeOffset="52588.65">22295 10246 16 0,'0'0'2422'0,"0"0"-1804"16,0 0-429-16,0 0-189 0,0 0-35 16,0 0 34-16,0 0 1 0,0 0-109 15,0 0 71-15,34-18-116 0,-23 25-446 16,0 2-23-16,-3-3-396 0</inkml:trace>
  <inkml:trace contextRef="#ctx0" brushRef="#br0" timeOffset="53542.72">23262 10080 1277 0,'0'0'211'0,"0"0"199"15,0 0-297-15,0 0-74 16,0 0 0-16,0 0-3 0,0 0 52 16,0 0 90-16,0 0-59 0,39 26 7 15,-20-8 29-15,-6 8-88 0,3 2-15 16,-5 7-1-16,-3 3 0 15,0 3-35-15,-3 3 0 0,-5 2 0 16,0 4-16-16,0-2 16 0,-5-1-22 16,-3-3 6-16,-3-4-308 15,-2-2 143-15,-8-5-48 0,-1-4-250 16,7-8 37-16,-4-6-226 0</inkml:trace>
  <inkml:trace contextRef="#ctx0" brushRef="#br0" timeOffset="76518.07">24213 10142 698 0,'0'0'446'0,"0"0"-91"0,0 0 100 16,0 0-309-16,0 0-23 0,0 0 33 15,0 0-127-15,-40-9-29 0,29 13-37 16,-5 3 18-16,0 5 6 0,1 0-17 15,1 3 26-15,1 1-12 0,-3 1 16 16,3 2 2-16,-3 4 11 16,0 1 2-16,0 5 63 0,-2 1 3 15,2 2 193-15,5 4-142 0,1 2-61 16,4 0 22-16,6 1 6 0,0-2-99 16,8-6-17-16,6-1 14 15,4-3-10-15,6-3 10 0,0-4 3 16,2-2 32-16,6-3-32 0,-3-2-1 15,3-5-2-15,0 1-93 16,-6-4 29-16,-2 0-55 0,-3-2-213 16,-5-2 47-16,-5-1-79 0,-6 0-541 15,0 0 234-15</inkml:trace>
  <inkml:trace contextRef="#ctx0" brushRef="#br0" timeOffset="83682.73">24459 10183 905 0,'0'0'153'0,"0"0"-113"16,0 0 155-16,0 0 208 0,0 0 0 15,0 0-270-15,0 0-33 0,0 0 20 16,0 0-52-16,8-20-68 0,-8 20 0 15,0 0-16-15,0 1 16 16,2 2 9-16,-2 6 56 0,3 5 9 16,-3 4 80-16,3 3-55 0,-3 2 7 15,0 0-58-15,0 3-6 0,0 2-20 16,0 2-18-16,0 0 47 0,0-2-51 16,-3-1-1-16,3-2 1 15,0-4 0-15,0-6 3 0,0-4-16 16,0-3 13-16,3-3-9 0,-3-3 9 15,0 1 3-15,2-1 6 16,-2-1 17-16,3 0-10 0,0-1 9 0,2-1 77 16,0-5-73-16,6-1-7 0,2-6-24 15,3 2 2-15,0 1-54 16,-3 1 41-16,-2 3 13 0,-3 4-54 16,-3 0 52-16,0 0 2 0,3 1-45 15,-2 1 29-15,1 0 16 0,-1 0-28 16,2 1 28-16,-3 1 0 0,0 1-21 15,1 1 21-15,2-1 0 16,-3 1 4-16,0 0 12 0,0-1-16 16,3-1 1-16,-2 0 2 0,2-1-3 15,0 0-166-15,-3 1 38 0,3-2-59 16,-3 0-239-16,0 0 27 16,1-2-180-16,-4 0-686 0</inkml:trace>
  <inkml:trace contextRef="#ctx0" brushRef="#br0" timeOffset="83920.52">24763 10348 1098 0,'0'0'231'0,"0"0"162"16,0 0-136-16,0 0-27 0,0 0 139 16,0 0-214-16,0 0-155 0,0 0 38 15,0 0-38-15,19 7 71 0,-16 10 29 16,-1 2-10-16,1 1-87 0,-3-2-3 15,5-1-3-15,-2 0 0 16,-3-1-40-16,5-1 42 0,-2-4-40 16,-1-2-181-16,1-3 122 0,-3-2-32 15,3-2-134-15,-1 0 46 0,1-1-124 16,0-1-438-16,-1 0 234 16</inkml:trace>
  <inkml:trace contextRef="#ctx0" brushRef="#br0" timeOffset="84183.67">24952 10165 1294 0,'0'0'462'0,"0"0"-108"0,0 0 89 15,0 0-365-15,0 0-78 0,0 0 13 16,0 0 109-16,0 0 10 0,2 49-7 15,1-25-13-15,-3-1-32 16,2-2-51-16,1 2 44 0,2 1-70 16,1 0 10-16,-4 2-10 0,4 0-3 15,-1-1-41-15,3 3 38 0,-3-5 3 16,3-1-265-16,-3-4 40 16,3-4-52-16,-2-5-289 0,-1-4 91 15,-5-3-212-15</inkml:trace>
  <inkml:trace contextRef="#ctx0" brushRef="#br0" timeOffset="84554.12">25028 10451 2098 0,'0'0'408'0,"0"0"-147"0,0 0-110 16,0 0-77-16,0 0 25 0,43-16 13 15,-25 9-6-15,3-3-30 0,-2 2-6 16,-3 0 9-16,0-2-53 0,0 2-4 15,-6 3 0-15,-4-1-22 16,-1 3 2-16,0-1 5 0,0-2-7 16,-2 2-42-16,0-2 42 0,-3 3-41 15,0-1-134-15,-3 3 118 0,-5 1-16 16,-5 1-78-16,0 6 148 0,-1 3 3 16,1 2 0-16,5 0 67 15,0 3-9-15,3-2-49 0,2 2 65 16,3-3-52-16,0 0-6 0,3 0 29 15,2-1-13-15,3-2-13 0,3-1 41 16,2-3 0-16,0 0 1 0,3-2 8 16,0-1-69-16,0-2-92 0,-3 0 77 15,-2-1-52-15,-3-2-255 16,-3 1 111-16,-2-1-95 0,-1-2-503 16,1 0 67-16,-3-4-320 0</inkml:trace>
  <inkml:trace contextRef="#ctx0" brushRef="#br0" timeOffset="84843.66">24864 10228 2195 0,'0'0'317'16,"0"0"-133"-16,0 0-90 16,0 0-46-16,0 0 13 0,48-16 13 15,-27 15-13-15,-5 1-61 0,2-1 13 16,-4 1-10-16,-1 0-3 0,-3 0-55 16,-4 0 52-16,-4 1-10 0,6-1-174 15,-5 1 71-15,0-1-39 0,-1 0-263 16,-2 0-49-16,-5 0-191 0</inkml:trace>
  <inkml:trace contextRef="#ctx0" brushRef="#br0" timeOffset="84986.09">24748 10124 2580 0,'0'0'258'16,"0"0"-258"-16,0 0-122 0,0 0 25 15,0 0 39-15,0 0-42 0,39 20-117 16,-23-9-306-16</inkml:trace>
  <inkml:trace contextRef="#ctx0" brushRef="#br0" timeOffset="85818.47">25759 10327 1039 0,'0'0'199'0,"0"0"-37"0,0 0 95 16,0 0 33-16,0 0-47 0,-18 51 16 16,18-33-169-16,0-2-9 0,0-1-7 15,8-4-71-15,-3-2 39 0,0-4-19 16,1 2 12-16,-1-5 4 0,5 0 60 15,4-2-12-15,2 0-23 16,2-5-29-16,-2-6 39 0,-3 1-71 16,-2-1 19-16,-1-1-6 0,-2 1-16 15,-2-2-105-15,-4 2 92 0,1 0 12 16,0 0-69-16,-3 4 47 16,0 3-44-16,0 0 15 0,0 1 52 15,0 1 20-15,0 1 25 0,0 1-36 16,0 0-9-16,-3 6-74 0,0 5 74 15,1 6 65-15,2 0-40 0,0 2 17 16,2-2-42-16,4-2-9 16,2-2 9-16,2 0 0 0,1-2-7 15,-1 1 7-15,4-3 0 0,-1-4-210 16,3-1 94-16,-6-4 36 0,4 0-150 16,-1-1 30-16,0-7-131 0,0 1-362 15,-5-2 233-15,0-1-71 0</inkml:trace>
  <inkml:trace contextRef="#ctx0" brushRef="#br0" timeOffset="86117.56">26117 10304 246 0,'0'0'984'0,"0"0"-668"0,0 0-46 16,0 0 77-16,0 0-169 16,0 0-94-16,0 0 3 0,0 0-83 15,-32-18-4-15,27 24-11 0,-1 1-5 16,4 3-20-16,2-1-5 0,0-2 41 15,0 4 0-15,5-2 13 0,6-1 3 16,-1 4-16-16,6-1-8 0,3 0 8 16,-1 2 19-16,-4-3-16 15,-4-3 9-15,-2 0-12 0,-3-2-13 16,1 0 13-16,-4-1 0 0,4 1 2 16,-4 0-2-16,1-1 3 0,-3 2-3 15,0-3 2-15,0 0 36 0,-5 0 8 16,-3 0-8-16,0-3-38 0,-3 0-64 15,1 0-130-15,4 0-101 16,-2-4-482-16,3 1-212 0</inkml:trace>
  <inkml:trace contextRef="#ctx0" brushRef="#br0" timeOffset="86322.96">26329 10323 183 0,'0'0'1338'0,"0"0"-1046"0,-3 35 17 15,0-20-215-15,1 0-65 0,2-1 5 16,0-3-31-16,0-1-1 0,0-4-2 16,0-1-84-16,2-2-79 0,1 0-204 15,0 0 81-15,-1-2-167 0</inkml:trace>
  <inkml:trace contextRef="#ctx0" brushRef="#br0" timeOffset="86738.59">26437 10220 2026 0,'0'0'191'15,"0"0"-39"-15,-2 41 74 0,2-27-123 16,0-3 4-16,0-1-27 0,0-1 0 16,0-2-22-16,2-4-19 15,-2 0 34-15,3 0-41 0,0-1-13 16,2 1 42-16,0-2-61 0,6-1 22 16,-1 0-34-16,4 0 12 0,-6-1-167 15,0 0 113-15,-6 0-1 0,3 1-40 16,1 0 94-16,2 0-11 0,-6 1-20 15,1 0 32-15,0 4 1 16,-3 2 67-16,2 0 31 0,-2 0 13 16,3 1-45-16,0 1-15 0,-1 1-52 15,1-3 28-15,2 0-18 0,0 1-10 16,1-5-10-16,4-1 10 16,-4-2 0-16,2 0-3 0,0 0-16 15,0-3 16-15,-3-2-138 0,3-3 35 16,-3-3-38-16,0-2-295 0,1-4 122 15,-1 3-11-15,-5-5-313 0,0 8 155 16,0-3 7-16</inkml:trace>
  <inkml:trace contextRef="#ctx0" brushRef="#br0" timeOffset="87107.09">26654 10201 435 0,'0'0'824'0,"0"0"64"16,0 0-704-16,0 0-113 0,0 0 185 15,0 0-41-15,-10 52-13 0,10-31 19 16,-3-2-59-16,3 2-60 0,3-1-17 15,0-4 38-15,-1 2-79 16,3-5 1-16,3-1-30 0,0-1 1 16,-2-4-3-16,2-1 52 0,-6-2-65 15,6-2-6-15,3 1 6 0,2-3 0 16,3 0-25-16,-3-5 6 16,0-2 19-16,-2-2-135 0,0-1 132 15,-1-2-89-15,-2 2-247 0,3 2 144 16,-6-1-20-16,0 3-12 0,-2 3 185 15,0 1 26-15,-1 0 16 16,-2 2 3-16,0 0 49 0,0 0-17 16,0 7 117-16,-2 4 53 0,-4 5 47 15,4 2-96-15,2-2-64 0,0 0-64 16,2-4 48-16,1-1-76 0,2 0 7 16,1-3-7-16,-4-4 0 0,1 1-115 15,5-2 26-15,-3 1-38 0,0 1-113 16,3-2 71-16,-2-2-169 0,2-1-732 15,-6 0-93-15</inkml:trace>
  <inkml:trace contextRef="#ctx0" brushRef="#br0" timeOffset="87545.67">26933 10383 1379 0,'0'0'263'16,"0"0"-84"-16,50-12 223 0,-32 7-214 15,-4-1-88-15,-1 0-6 0,-5 1-62 16,-3 2-12-16,0 0-1 16,-5-1 23-16,3 2 0 0,0-1 19 15,-3-1 51-15,-6 3-25 0,-1 1-58 16,-7 7 28-16,-2 2-2 0,3 2 34 16,-3 4 13-16,8 0-54 0,-2 1-39 15,4-1 23-15,1 1-32 0,5-2-99 16,0-1 98-16,0-2 1 0,5 0-67 15,3-1 67-15,0-4-99 16,3 2-225-16,2-2 214 0,0-2 10 16,-2 0-252-16,2-3-37 0,-5 2 18 15,0-2-264-15,-3-1 378 0,-2 0 94 16,2 0 163-16,-2-2 62 16,2-1 257-16,-5-2 352 0,3-2-323 15,0-3-46-15,-3-3 34 0,0-2-203 16,0-4-37-16,0 1 78 0,0-2-68 15,0-1-39-15,5 2-57 0,0 0-10 16,3 4-46-16,3 2-86 0,-3 2 110 16,0 5-10-16,-3 0-39 0,3 2 55 15,-5 1-29-15,4 2-73 16,-4 1-63-16,5 0-195 0,-5 0-573 16,-3 0 140-16</inkml:trace>
  <inkml:trace contextRef="#ctx0" brushRef="#br0" timeOffset="87798.79">26215 10056 706 0,'0'0'1639'0,"0"0"-1584"15,0 0-55-15,0 0-129 0,0 0-459 16,0 0 12-16,0 0-440 0</inkml:trace>
  <inkml:trace contextRef="#ctx0" brushRef="#br0" timeOffset="88795.46">27258 10172 1104 0,'0'0'410'16,"0"0"-159"-16,3 48 5 0,2-30-107 15,1 2-74-15,-1 1-36 0,0-3 9 16,0 0-37-16,1 1-11 0,-1-6 0 15,0-2 25-15,-2-2-25 16,0-4 1-16,-1-1 10 0,1-1-8 16,0-1 20-16,-1 0 19 0,4-2-13 15,-1 0 31-15,0-2-21 0,8-4-17 16,1-1-19-16,4-4-3 16,-2 2-13-16,0 2-94 0,-3 2 20 0,-2 0-33 15,-3 3-45-15,-3 0 116 16,-2 2 20-16,2 2 12 0,-2 2 17 15,-1 4 13-15,1 3 129 16,-3 6-19-16,0 1-19 0,3 0 41 16,-3-2-103-16,2-5-3 0,1-3 0 15,0-1-37-15,2-4 30 0,5 1 39 16,4 0 22-16,-1-4-48 0,5-3-13 16,1-3 29-16,-6-2-48 0,0 0 10 15,-5-1-14-15,0-1-9 0,-2 2-28 16,-4-2 25-16,1 1 3 0,-3 2-112 15,0 0 67-15,0 5-29 16,-3-1 13-16,1 0 61 0,-4-1 16 16,1 3 13-16,-3 1 16 0,3 0 23 15,-3 8 12-15,3 1-10 0,-1 6-25 16,4 2 19-16,2 1 26 16,2-5-39-16,6 1-42 0,3-2 55 15,2-3-16-15,3 0 19 0,2-3 12 16,4-3-66-16,2-3 9 0,-1-4 19 15,4-5 3-15,-1-4-37 0,-2-2 49 16,0 1-56-16,-3-3-33 0,-2-1 32 16,-1-2-84-16,-5 1-162 15,-2-3 138-15,-6-4-86 0,-2 0-329 16,-3-5 87-16,0 7-226 0</inkml:trace>
  <inkml:trace contextRef="#ctx0" brushRef="#br0" timeOffset="89001.08">27788 10093 1920 0,'0'0'372'16,"0"0"-158"-16,-13 42-82 0,10-14 23 16,3 2 86-16,8-1-69 0,3 0-34 15,-1 0-40-15,6 0 4 0,3-1-96 16,-1-5-6-16,3-1 0 0,-2-1-28 16,2-7-103-16,-5 2 109 15,3-5-35-15,-6-3-93 0,-3 0 92 16,-4-5-76-16,-4-3-246 0,1 0 121 15,-3 0-117-15,0-2-434 0,-3-4-14 16</inkml:trace>
  <inkml:trace contextRef="#ctx0" brushRef="#br0" timeOffset="89139.22">27764 10269 2223 0,'0'0'440'0,"0"0"-240"16,0 0-197-16,48-4 3 0,-27 6-3 15,3 1-5-15,0 2 2 16,5-1-46-16,0-1 44 0,0 3-102 16,0-2-397-16,-5 0-103 0,0 0-125 0</inkml:trace>
  <inkml:trace contextRef="#ctx0" brushRef="#br0" timeOffset="90130.75">28371 10427 1131 0,'0'0'339'0,"0"0"-59"0,0 0 5 16,0 0-197-16,0 0 3 0,0 0-17 16,0 0-3-16,0 0 46 0,0 0 202 15,13 18-85-15,-13-23-64 0,3-1-55 16,-1-5-26-16,1-5-32 0,2 1-34 15,-2 0 24-15,2 2-47 16,0-2-60-16,-2 4 38 0,5-2 15 16,0 0-187-16,0 1 66 0,5 2 0 15,0 1-33-15,6 4 136 0,-3-2-40 16,2 3-106-16,-2 2 110 0,-2 2 3 16,-1 0-94-16,-3 2-17 15,-4 2-9-15,-1-3 45 0,-2 4 104 16,2 0 9-16,-2 0-32 0,-1 2 50 15,1 1 2-15,-3 2 70 0,0 2 96 16,0 3-10-16,-3 0 77 0,3 2-120 16,0-4-10-16,3-2-25 15,-1 0-52-15,4-2-26 0,-1-4 2 16,-2 1 17-16,2-3 23 0,3-1 130 16,3-2-47-16,2 0-26 0,0 0-3 15,-2-6-29-15,-1 0-64 0,-2 2 16 16,0-4 10-16,-3 2-29 0,1-1-62 15,-1-2 60-15,0 4-33 16,-2-1-69-16,2 0 103 0,1 0 1 16,-4 3-35-16,1 2 35 0,-3 0 22 15,3 1-22-15,-3 0 0 0,2 2 13 16,-2 2-10-16,3 3 48 16,-1-2-51-16,1 2 26 0,2-1-10 15,-2 0 9-15,2-2-22 0,3-2 64 16,-2-1-3-16,7-1-16 0,0-1 25 15,3-4-73-15,-3-2-11 16,0 0 9-16,1 0-21 0,-4-4-12 0,1 4 35 16,-1-2 0-16,-2 1-48 15,-2 2 47-15,-1 2-34 0,-2 3-16 16,2-2 51-16,-2 2 13 0,-1 0 19 16,1 1 28-16,0 1-60 0,-1 3 0 15,1 7 42-15,-1 2-42 0,4 3 19 16,2-1-19-16,-3-3 0 0,3-1-102 15,0-1 0-15,0-3-61 16,2 1-190-16,4-3 120 0,-1-3-142 16,-5-2-1014-16,2 0 641 0</inkml:trace>
  <inkml:trace contextRef="#ctx0" brushRef="#br0" timeOffset="90620.07">29197 10335 307 0,'0'0'1800'0,"0"0"-1112"16,0 0-502-16,-37-1-13 0,21 6 73 15,-2 4 20-15,4 1-36 0,6 1-31 16,3-1-65-16,2 1-134 0,3 0 34 16,0-3-34-16,0-1 41 0,3-1-26 15,5-1 53-15,0 0-68 0,8-2-6 16,0-1 6-16,0-2 0 0,2-8 22 15,-5 0 9-15,3-4-31 16,-5 1 40-16,2-4-6 0,-2 2-34 16,-1-3-71-16,-2-1 40 0,0-1 31 15,-3-2-236-15,1-1 145 0,-1-1-41 16,-2 4-320-16,-3 3 169 16,2 4 36-16,-2 3 228 0,0 5 19 15,-2 1 154-15,-1 2 89 0,-2 1-87 16,-3 7-115-16,3 8-3 0,-3 5 129 15,2 2-16-15,6-1-31 0,0 0 24 16,0-1-137-16,6-1 43 16,2-1-13-16,2-3-37 0,3-3 19 15,3-3 6-15,3-4 71 0,-1-1-81 16,6-5 84-16,3-1-99 0,-1-6 37 16,-2-1-21-16,0-2-16 0,-3-2-81 15,-2-1 66-15,-4-2-25 0,-1-4-203 16,-4-3 206-16,1-2-58 0,-3-3-289 15,-3-3 26-15,-2 0-184 16,-1 2-764-16,1 8 59 0</inkml:trace>
  <inkml:trace contextRef="#ctx0" brushRef="#br0" timeOffset="90809.08">29576 10107 1518 0,'0'0'526'16,"0"0"-118"-16,0 0-143 0,0 0-82 0,-27 43-3 16,19-16 117-16,6 6-47 15,2 0-86-15,0-1-66 0,5 0 28 16,3-2-44-16,3 0-23 0,2-4 44 15,3-1-41-15,-3-3-62 0,3-3 96 16,0-4-96-16,0-2-89 0,-3-3 73 16,-3-4 10-16,1-4-225 15,-6-1 161-15,1-1-46 0,-4 0-143 16,-2-2 257-16,3-6-89 0,-3-4-554 16,-5-5 154-16,-3 0-222 0</inkml:trace>
  <inkml:trace contextRef="#ctx0" brushRef="#br0" timeOffset="90959.88">29520 10266 2381 0,'0'0'313'0,"0"0"-62"15,0 0-24-15,0 0-118 16,0 0-103-16,0 0-2 0,40 2-8 16,-19 3-5-16,-5 0-49 0,0-1 17 15,0 3-142-15,0-1-439 0,-6-2 16 16,3-3-579-16</inkml:trace>
  <inkml:trace contextRef="#ctx0" brushRef="#br0" timeOffset="91748.45">30243 10380 699 0,'0'0'1212'0,"0"0"-946"15,0 0-243-15,0 0 48 16,0 0 23-16,0 0-26 0,0 0-10 16,0 0 45-16,0 0 26 0,0 0-7 15,13 13 16-15,-10-19-61 0,0-4-41 16,-1-1-33-16,4-3 32 16,-4-1-35-16,4 1-35 0,-4 2 32 15,4-1-52-15,-1 2-208 0,3 3 128 16,0-1 15-16,-3 7 47 0,0-1 73 15,1 1 29-15,-4 2 53 16,4 0-37-16,-1 4-10 0,3 6 74 16,0 3-19-16,0 4-6 0,-3-2 12 15,0 0-10-15,1-4-79 0,2 0 15 16,-3-2-6-16,0-5-16 0,-2 1 13 16,-1-3 6-16,1 0 16 0,2-1-28 15,1 0 76-15,-1-1-32 0,3-1-32 16,0-4 47-16,0-2-66 0,2-4-25 15,4-1 9-15,-6 1 13 16,2-2-96-16,1 1 55 0,-3 1-68 16,2 1-241-16,1 2 188 0,-3 5 43 15,-3-1 119-15,-2 3 3 0,2 0 113 16,-2 1 109-16,2 0-91 16,0 2-50-16,-2 4-24 0,2 5 39 15,-2 4-13-15,2 1-51 0,-5-1 35 16,6-3-67-16,-4-2-35 0,4 1 32 15,1-1-112-15,4-4-253 0,0 0 110 16,2-3-14-16,0-1-490 0,-2-2-226 16</inkml:trace>
  <inkml:trace contextRef="#ctx0" brushRef="#br0" timeOffset="92123.18">30847 10305 323 0,'0'0'1603'16,"0"0"-984"-16,0 0-365 0,0 0-67 16,-48-1 112-16,35 4-63 0,5 0-62 15,3 0-80-15,2-1-9 0,1 2-85 16,-4-1-85-16,6 0 70 16,0-1 15-16,0 1-32 0,0-2 29 15,0 3 3-15,6-3-136 0,-1-1 136 16,0 1 0-16,3-1-81 0,0 0 80 15,-3 1-36-15,-2-1-91 0,0 1 126 16,-1 2-29-16,1 1-30 16,0 0 61-16,2 3 25 0,0 2 49 15,1-3 34-15,-1 5-51 0,8-2-47 16,0 2 56-16,8-3-66 0,1-5 35 16,-1-3-64-16,-3 0 29 0,1-4-231 15,-1-3 109-15,-2-1-63 0,-2-1-246 16,-1-1 192-16,0-2-85 0,-5-2-160 15,0 0 178-15,-3-3-101 16,1 3-310-16</inkml:trace>
  <inkml:trace contextRef="#ctx0" brushRef="#br0" timeOffset="92510.85">31070 10131 1877 0,'0'0'590'15,"0"0"-322"-15,0 0-262 0,0 0 88 16,-19 47 12-16,14-24 16 0,5 0-46 15,0-3-24-15,0-3-14 0,5 1 45 16,0-1-10-16,3-2-19 16,5-2 89-16,1-2 31 0,2-4-86 15,2-1-3-15,1-2-66 0,2-2 9 16,-3-2 8-16,-2 0-36 0,0-2-169 16,0-2 147-16,-8 1-44 0,0-1-140 15,-3 0 130-15,-2 2-64 0,0-2-204 16,-3 0 183-16,0 2 23 0,-3 0-14 15,-8 2 133-15,1 0 19 16,-4 3 248-16,1 6-68 0,3-1-32 16,4 2-11-16,1-2-32 0,5 2-22 15,0-3-54-15,0-2 60 0,3 1-32 16,5 1 3-16,8 3 44 16,5-3-57-16,3-3-37 0,-1-4 59 15,4 0-69-15,-1-3 9 0,1-2-10 16,-1-2 1-16,-2-3-56 0,0 1 34 15,-3-4 22-15,-2-1-206 0,-3-4 137 16,0 0-49-16,-6-7-310 0,-2-2-3 16,-5-5-249-16,-1 8-1140 15</inkml:trace>
  <inkml:trace contextRef="#ctx0" brushRef="#br0" timeOffset="92705.46">31504 10106 1860 0,'0'0'418'0,"0"0"-169"0,-27 35 183 16,17-13-224-16,5 5 12 0,5 1-23 15,0 0-26-15,2 2-67 16,3-2-51-16,6-3 69 0,0-2-122 16,2-3 48-16,3-1-41 0,-3-4-7 15,0-4-3-15,-2-1-39 0,-1-4 42 16,-4-3-324-16,-1-2 223 16,-2-1-16-16,-1 0-183 0,-2-2 121 15,0-6-133-15,-5-8-789 0,0 3-219 16</inkml:trace>
  <inkml:trace contextRef="#ctx0" brushRef="#br0" timeOffset="92819.21">31552 10227 1284 0,'0'0'482'0,"37"3"-287"0,-19 2-108 16,-5-1-83-16,-2 1-4 0,-3-2-257 15,-5-2-270-15,-1 1-271 0</inkml:trace>
  <inkml:trace contextRef="#ctx0" brushRef="#br0" timeOffset="93069.9">30688 10080 2621 0,'0'0'769'0,"0"0"-667"0,0 0-102 16,0 0-14-16,0 0 12 0,53-10-69 16,-32 10 43-16,0 0-141 0,-5-1-471 15,-2 1-105-15,-4-3-802 0</inkml:trace>
  <inkml:trace contextRef="#ctx0" brushRef="#br0" timeOffset="93613.33">31917 10012 2045 0,'0'0'159'15,"0"0"-65"-15,0 0 84 0,0 0-91 16,0 0-6-16,0 0 9 16,0 0 0-16,40 0-13 0,-19 16 55 0,3 3-7 15,-3 8-39-15,-2 6-45 16,-6 1 7-16,-3 7-10 0,-2 1-31 16,-2 3 50-16,-6 5-57 0,0-3 13 15,-6 0-14-15,-4-1 1 0,-4-5-87 16,-4-2 85-16,-1-4 2 0,-4-4-221 15,-7-3 135-15,4-1-229 16,-6-5-624-16,11-8-463 0</inkml:trace>
  <inkml:trace contextRef="#ctx0" brushRef="#br1" timeOffset="120225.7">23805 8512 260 0,'0'0'316'16,"0"0"0"-16,0 0 95 0,0 0-255 15,0 0-10-15,0 0 95 0,0 0-137 16,0 0-26-16,0-8 13 0,0 4-43 16,2 2 7-16,1 0 20 15,0-1-43-15,2-3 4 0,0 1 12 16,3-3-12-16,3-1-7 0,7-5 24 16,1-3-15-16,2-3-2 0,6 0-1 15,2-4 1-15,5-6 15 0,8-3 65 16,3-3 6-16,8-6 0 0,11 0 3 15,5-6-13-15,5-2-27 16,8 0-18-16,8-3 19 0,8 2-64 16,3 1 3-16,5 2 10 0,5 1-35 15,3 3 10-15,5-2-10 0,3 3 0 16,-3 5 2-16,0 2-2 0,-5 6 0 16,-5 6-81-16,-6 0 62 15,-10 4-89-15,-11 4-207 0,-8 1 129 16,-10 5-39-16,-11 1-526 0,-16 3-55 15,-8 1-359-15</inkml:trace>
  <inkml:trace contextRef="#ctx0" brushRef="#br1" timeOffset="121304.83">26599 7181 776 0,'0'0'3'0,"0"0"-2"0,0 0 364 16,0 0-98-16,3 44-6 0,-3-21 93 15,2 1-182-15,1 3-40 0,-1-1 46 16,1 0-97-16,0-3-33 16,-1 1-25-16,1 0 9 0,0-3-32 15,2-5 13-15,-2-2-7 0,2-7-2 16,-5-2 5-16,3-4 36 0,-1 0 7 16,4-1 63-16,-4 0 46 15,6-6-1-15,3-10 40 0,-1-3-73 16,1-7-48-16,2-3-50 0,-2-1 59 15,2-3-88-15,0 0 28 0,6 0-28 16,-3 1 0-16,0 2-63 0,-1 2 44 16,-1 4-15-16,-1 5-217 15,0 4 143-15,-5 5-32 0,0 2-261 16,-5 5 124-16,2 2-128 0,0 1-424 16,1 0 220-16,-1 4-64 0</inkml:trace>
  <inkml:trace contextRef="#ctx0" brushRef="#br1" timeOffset="121533.07">26938 7323 1166 0,'0'0'543'0,"0"0"-289"0,3 36-21 16,-3-23 75-16,0 3-144 15,0-4-41-15,0 2 17 0,0-1-66 16,0-1-52-16,0 0-6 0,2-4-6 15,-2-1-10-15,0 0-14 0,3-4 11 16,-3 1-93-16,0 0-239 0,0-2 54 16,2-2-102-16,-2 0-453 0,0-1 439 15,0-8-194-15</inkml:trace>
  <inkml:trace contextRef="#ctx0" brushRef="#br1" timeOffset="121655.19">26975 7203 1546 0,'0'0'188'0,"0"0"46"0,0 0-110 16,16-35-124-16,-11 33-43 0,3-1-38 16,5 3 42-16,3 0 13 15,3 4-198-15,-6-1-196 0,3 2-215 0</inkml:trace>
  <inkml:trace contextRef="#ctx0" brushRef="#br1" timeOffset="122062.64">27600 7145 1613 0,'0'0'254'0,"0"0"-53"15,-40-5-133-15,27 9-68 0,0 0-36 16,0 3 20-16,-1 1-4 0,4 0-12 16,-1 2 19-16,6 2 10 15,0 1-20-15,-1 1 4 0,6 1 18 16,0-2-24-16,3 1-11 0,5-4 10 16,2 1-55-16,1 1-4 15,2-2-2-15,3 1 25 0,-3-2 60 16,1-1-11-16,-4 0 9 0,3 0 4 15,-2-2 4-15,-6 0 44 0,1-3-35 16,-4 3 17-16,-2-2-14 16,3 2 0-16,-3 1 20 0,-3 1 22 15,-5 2-12-15,-5 2-1 0,-3-1-45 16,0-4-53-16,0 1-93 0,3-3-274 16,0 0 55-16,2-3-49 0</inkml:trace>
  <inkml:trace contextRef="#ctx0" brushRef="#br1" timeOffset="122854.55">27754 7016 1620 0,'0'0'19'16,"0"0"56"-16,-8 51 214 15,8-28-150-15,0 1-25 0,0 2 9 16,0 1-65-16,2 0-6 0,4 3 14 16,-4 3-37-16,4 1-29 0,-1 0 1 15,-2-2-2-15,-1-3-52 0,3-6-238 16,-2-8-108-16,2-5-14 0,-2-5 45 15,0-3 267-15,-3-2-23 0,0 0-189 16,0-2 296-16,2-9-45 16,1-8-257-16,2-4 257 0,-2-1 62 15,5 1 245-15,-3 3-34 0,6 3-90 16,-1-3 94-16,4 4-75 0,-1 0 0 16,3 1 23-16,0 4-91 15,2-1 13-15,-5 3 103 0,3 2-64 16,0 1-27-16,-3 2 79 0,-2 2-95 15,-3 1-13-15,-3 1 3 0,-2 0-71 16,0 1 0-16,-3 1-12 16,0 2 12-16,0 1 32 0,-3 1 150 15,-5 2-8-15,-3 3-45 0,-5 3 80 16,3 0-49-16,-3-2-42 0,6-1-13 16,2-2-12-16,5-2-93 0,1-2 44 15,-1-1-41-15,3-2-3 0,0 0-7 16,0 0 7-16,3-1 0 0,4-1-127 15,4 0 111-15,5-1-16 0,2-5-153 16,-2 2 101-16,-2 0-21 16,-1 1-104-16,-3 1 102 0,1 1-9 15,-3 1-23-15,-3 0 120 0,1 3 6 16,-1 0 6-16,0 1 4 0,3 2 3 16,3 1 147-16,-3 1 17 15,2 2-9-15,-2-1-43 0,0 0-31 16,-3-1-33-16,3-5 6 0,-5 1 20 15,2 0-30-15,1-2-40 16,-4-2 60-16,1 0-29 0,0 0-7 16,-3-6 58-16,0-4-60 0,0-6-1 15,0-3-25-15,-3 0 0 0,3-1-36 16,0 2 14-16,0-1 19 0,8 2-160 16,0 2 86-16,0 2-22 0,0 5-23 15,0 0 120-15,-3 4-23 0,-2 1-139 16,2-1-69-16,0-1-139 0,1 2-609 15,-4 2-35-15</inkml:trace>
  <inkml:trace contextRef="#ctx0" brushRef="#br1" timeOffset="123052.59">28074 6994 1984 0,'0'0'299'16,"0"0"-28"-16,0 0-23 16,0 0-132-16,0 0 0 0,0 0 9 15,-3-35-52-15,3 31-73 0,0 3-83 16,3 1 13-16,0 0-59 0,2 4-309 16,6 2-57-16,-3 0-315 0</inkml:trace>
  <inkml:trace contextRef="#ctx0" brushRef="#br1" timeOffset="123843.21">28771 7031 978 0,'0'0'456'16,"0"0"-144"-16,0 0-23 0,0 0 61 15,0 0-156-15,0 0-68 0,0 0 4 16,0 0-69-16,0 0-45 0,0 0 42 16,-11 1 99-16,8 18 41 15,-2 6 24-15,2 2-95 0,1 1-96 16,-1-4-5-16,1 2 8 0,-1 1-34 16,3 0 10-16,0-3-10 15,-3-4 0-15,3-4 12 0,0-5-12 16,3-4 0-16,0-2 29 0,-1-4-64 15,3 1-34-15,-2-2 12 0,8 0 57 16,2-5 0-16,5-6-82 0,1-2 67 16,0-3-17-16,-1 0-133 15,-5 1 104-15,1 1-51 0,1 0-179 16,-1 3 107-16,-4 3-35 0,-4 3-82 16,-1 1 269-16,-2 3 30 0,-3-1-24 15,0 2 0-15,0 0 26 0,0 3 74 16,-3 5 156-16,0 2-56 0,1 3 42 15,-1 3-106-15,3-2-53 0,3 2-21 16,2-5 5-16,3 3-41 16,5-7-3-16,-2 0 3 0,5-2 0 15,-1-2-45-15,1-3 43 0,0 0-39 16,-3-5-27-16,-2 0 36 16,-3-3-29-16,-3-2-87 0,-2 0 41 15,-3-1 10-15,0 1-145 0,0 2 57 16,-3 1-69-16,1 3-133 0,-4-2 387 15,1 1 0-15,-3-2 355 0,0 4-69 16,0 2-85-16,0 1 45 0,3 0-114 16,-3 5-35-16,3 3-30 15,5 2-41-15,0 4-26 0,5 4-5 16,6-4 5-16,5 0 0 0,-1-4-98 16,1 0 40-16,3-1-52 0,-1-4-168 15,4 1 71-15,-4-4 77 0,-2-1-332 16,-3 0-124-16,-2-1-43 0</inkml:trace>
  <inkml:trace contextRef="#ctx0" brushRef="#br1" timeOffset="124034.27">29226 7330 289 0,'0'0'799'0,"0"0"-174"15,0 0 66-15,0 0-433 0,0 0-59 16,0 0 80-16,0 0-84 16,3-34-48-16,-3 23-8 0,2-4 3 15,1-1-44-15,5-1-70 0,0 3 60 16,0-1-88-16,5 1-50 0,0 1 34 15,1 1-9-15,2 0-167 0,2 3 97 16,-5 3-38-16,6 1-183 0,-6 2 130 16,3 3-119-16,0 0-586 15,-5 0 120-15</inkml:trace>
  <inkml:trace contextRef="#ctx0" brushRef="#br1" timeOffset="124522.67">29679 6844 1938 0,'0'0'311'0,"0"0"-230"0,0 0-81 16,0 0-2-16,0 0 2 0,0 0 68 15,42-35-19-15,-26 30-27 0,3 1-19 16,-1 2 26-16,-4 0 10 0,-6 2-23 15,-3-1-16-15,0 1 16 0,-5-1 17 16,3 0 38-16,-1 1-29 16,-2 0-17-16,3 0 17 0,-3 0 3 15,0 0 45-15,0 0 0 0,0 0-42 16,0 0-48-16,0 0 0 0,0 0-25 16,0 0-65-16,0 0 70 15,-3 0-5-15,3 0-35 0,0 0 59 16,-2 0-11-16,2 0-78 0,0 0 41 15,-3 0-31-15,3 0-62 0,0 0 87 16,0 0 0-16,-2 2-107 16,2-2-33-16,-3 1 17 0,3 1-105 15,0-1 39-15,0-1-190 0,10-6-422 0</inkml:trace>
  <inkml:trace contextRef="#ctx0" brushRef="#br1" timeOffset="125364.22">29806 6849 999 0,'0'0'228'15,"0"0"120"-15,0 0 78 0,0 0-277 16,0 0 19-16,0 0 72 0,0 0-108 15,0 0-36-15,0 0-25 0,0 0-71 16,-8-19-29-16,6 23-90 16,2 4 119-16,-3 6 45 0,3 3 100 15,-3 2 15-15,1 0 32 0,2 1-36 16,-3 1-44-16,3-3-43 0,0 3-62 16,0-1 53-16,0-1-60 0,0-4-10 15,0 0 10-15,3-3 0 0,2-2-26 16,-2-1 26-16,2 1 0 0,-2-3-292 15,-3-1 71-15,2-2-106 0,-2-1-553 16,3-2 80-16</inkml:trace>
  <inkml:trace contextRef="#ctx0" brushRef="#br1" timeOffset="125650.69">29735 7370 2368 0,'0'0'226'0,"0"0"-26"0,0 0-14 16,0 0-157-16,0 0-29 16,24-33-106-16,-19 32-39 0,-3 1-287 15,1 0-1357-15</inkml:trace>
  <inkml:trace contextRef="#ctx0" brushRef="#br1" timeOffset="142142.12">23781 8544 36 0,'0'0'329'0,"0"0"59"15,0 0-228-15,0 0-134 0,0 0 313 16,0 0-215-16,0 0-14 0,0 0 79 16,0 0-105-16,16-19 4 0,-16 17 32 15,2 1-71-15,1 0-1 0,-3 0 21 16,3 1-27-16,-3 0-3 15,0-1 12-15,0 0-28 0,0 0 9 16,0 1 27-16,2-1-11 0,-2 1-3 16,0-3 20-16,0 3-36 0,0-1-6 15,0 0-17-15,0 0-3 0,0 1 20 16,0-1-13-16,0 1 15 16,0 0-25-16,0 0 0 0,0 3-19 15,-2 3-26-15,-6 3 16 0,0 5 29 16,-8 6 0-16,0 1 0 0,-3 3-1 15,1-1 1-15,-1 2 0 16,-2 2 6-16,0 1 13 0,-3 0 48 16,3 0-22-16,-3-3-13 0,3 0 23 15,2-3-23-15,4 0-25 0,1-5 6 16,1 1-7-16,2-6-6 0,4 1 2 16,-4-3 5-16,3-1-7 0,3-5 2 15,2 3 33-15,0-5-32 16,1-1 1-16,-1 1 40 0,0 0-12 15,3 0 23-15,-2-1 67 0,2-1 21 16,0 0 89-16,0-1-67 0,0-2-61 16,2 0-82-16,-2 0 31 0,3-3-53 15,-3 3 22-15,3-1-18 16,-3 0-4-16,0 2 9 0,2 1-9 0,-2 0 0 16,0 0-19-16,0 0 19 15,0 1 0-15,0 0-72 0,0-1 69 16,0 1 3-16,0 0-73 0,0 0 73 15,0 0 0-15,0 0 2 16,0 0 1-16,0 0-3 0,0 0 19 16,0 0 25-16,0 0-31 0,0 0 12 15,0 0 25-15,0 0-50 0,0 0 26 16,0 0-26-16,0 0 0 0,0 0 15 16,0 0-12-16,0 0-3 0,0-1 10 15,-2-1-10-15,-1 0 0 16,0 1-69-16,1 1 56 0,-3-1 13 15,-1 1-56-15,1 0 56 0,0 0 0 16,-6-3-7-16,3 3 7 0,-3-2 0 16,-4 1-3-16,-1-2 3 0,0 3 0 15,-3 0-32-15,6 0 13 0,-6 0 19 16,4-1-106-16,-1 0 106 16,0-1 0-16,-3 0 4 0,1-3 11 15,-1 2-15-15,-2-1 26 0,0-3-23 16,-3 2-3-16,0-2-136 0,0 2 134 15,-2-4 2-15,-3-1 0 16,0 0 9-16,-3 0-9 0,-5-2-20 16,2 1 20-16,-4 0 0 0,-1-3-28 15,-3 1 27-15,-2-4 1 0,0 3 0 16,-5-2 3-16,0-1-3 0,-1-1 19 16,-2 0-10-16,-2-1-9 0,-1 0 16 15,1-1-3-15,-4-2-13 0,4 1 1 16,-6-1 8-16,3 1-9 0,-1 0 16 15,-2-2-13-15,3 3-3 16,0-2 16-16,0-2 6 0,2 1-22 16,0 2 26-16,1-2 12 0,-1 2-38 15,3 0 28-15,-3 0-16 0,6-1-12 16,-3 3 32-16,3 0-7 0,0-2-25 16,2 1 10-16,0 0-10 15,3 1 0-15,0 0 18 0,3 0-18 16,2 2 0-16,0-1 29 0,3 2-23 15,3-1 7-15,5 1 2 0,0 3 39 16,5 0-51-16,5 1 22 16,1 2 29-16,4 0-41 0,4 3 12 15,2 2 40-15,3 2-21 0,5 0-44 16,-3 0 115-16,3 2-115 0,-3 0-40 16,3 1 39-16,0 0-105 0,3 0-205 15,0 1 282-15,2 2 4 0,3 1-19 16,-3 0 19-16,0 0 22 15,3 2-213-15,-5-2 96 0,2 1-78 16,-2-1-300-16,0 1 75 0,-3 0-291 16,0-2-635-16</inkml:trace>
  <inkml:trace contextRef="#ctx0" brushRef="#br1" timeOffset="142710.35">20502 8018 760 0,'0'0'394'0,"0"0"-98"15,0 0 146-15,0 0-276 0,0 0 3 16,0 0 99-16,0 0-142 16,0 0-42-16,0 0 34 0,0 0-41 15,-8-19-6-15,8 19 2 0,0-1 14 16,0 1-17-16,0-1 0 0,0 1 39 15,0-1-23-15,0 0-29 0,0 1 31 16,0-4-78-16,0 3 15 16,0-1 10-16,3 1-35 0,-3 0-3 15,2 0 3-15,1-1 0 0,0-1 1 16,-1 0 12-16,1 0-13 0,2 0 22 16,-2-3 19-16,5-3-3 0,0-2-26 15,5-5 127-15,3-4-55 16,2-3-74-16,1-2 84 0,2 1-75 15,0-2 9-15,1-2 50 0,1 2-37 16,-1-4-41-16,-1 5 86 0,-5 0-86 16,-3 4 3-16,-5 2-3 0,0 3 0 15,-6 4-40-15,1 2 18 0,0 1 22 16,-3 6-183-16,0-2 181 0,0 2-61 16,0 1-179-16,0 1 141 15,0 1-95-15,-3 0-620 0,-5 5 160 16,-2 2-37-16,-1 2-506 15</inkml:trace>
  <inkml:trace contextRef="#ctx0" brushRef="#br1" timeOffset="143069.22">20637 7608 1542 0,'0'0'682'0,"0"0"-407"0,0 0-55 16,0 0-2-16,0 0-76 0,11-34-24 16,5 24-93-16,-1-2 7 0,7 2-12 15,1-1-11-15,1 2 74 0,-2 2-45 16,-1 0-31-16,0-1 34 16,-3 3-41-16,-4-1 25 0,2 2-18 15,-8 1-7-15,-3 1-13 0,0 1 13 16,-2 0 0-16,-1 0 2 0,1 1 62 15,2 0-64-15,-5 0-36 0,3 3 34 16,-3 3-12-16,0 4-12 0,-3 4 26 16,1 0 10-16,-4 3 6 15,1-5 35-15,0 1-51 0,2-1 19 16,3 1-19-16,0 1 0 0,0 0-66 16,3 0 47-16,-1 0-246 0,1 0-597 15,-3-4-454-15</inkml:trace>
  <inkml:trace contextRef="#ctx0" brushRef="#br1" timeOffset="145264.06">20470 8398 434 0,'0'0'283'0,"0"0"-74"16,0 0-186-16,0 0 16 0,0 0 81 15,0 0-22-15,0 0 39 0,0 0 104 16,0 0-140-16,-8 30-20 15,6-26 3-15,-1 1-55 0,3-2 17 16,-3 0 97-16,3-1-130 0,0 0 9 16,0-2 134-16,0 0 35 0,0 0 45 15,0-4 53-15,0 1-167 0,3 0-68 16,2-5-47-16,1-1-7 16,2-3 0-16,7-1-68 0,-1-1 65 15,-1 1-13-15,3 2-19 0,-8 4 33 16,-3 3 2-16,0 1-41 0,-2 1 40 15,2 2-24-15,-2 0-68 0,0 0 77 16,-1 2 16-16,1 3 122 16,-3 3-80-16,0 2-42 0,0 5 2 15,0 2 11-15,-3 0-13 0,1-3 19 16,2-2-16-16,0-2-3 0,-3-1 1 16,3-5 3-16,0-1-4 0,0 0-7 15,0 0 7-15,3-2 23 0,-3-1-4 16,5 0 80-16,-2-1-16 15,4-4-22-15,1-2-1 0,6-5-60 16,2 0 0-16,-3 0-25 0,3 1 18 16,-6 3-114-16,-2 2 119 0,0 2-27 15,-3 2-40-15,-2 1 68 0,0 1-1 16,-1 0-113-16,1 0 92 16,2 2-3-16,-5 3 26 0,3 3 45 15,-3 4-45-15,0 5 0 0,0-1 7 16,-5 1-7-16,2-1 16 0,0-5 6 15,1 1-22-15,-1 0-58 16,3-1-121-16,0-1-66 0,0-1-380 16,0-5 66-16,0 0-34 0</inkml:trace>
  <inkml:trace contextRef="#ctx0" brushRef="#br1" timeOffset="145646.07">20812 8518 1277 0,'0'0'380'16,"0"0"153"-16,0 0-290 0,0 0-63 15,0 0 4-15,-37-7-87 0,24 13-1 16,-1-2 7-16,6 2 18 16,0-2-28-16,6 0-74 0,-4 1-7 15,4-1-12-15,-1 4-101 0,3-5 100 16,0 1-36-16,3-1-11 0,7-1 48 15,6-2 0-15,0-1-195 16,3-4 121-16,-6 1 6 0,0 1-122 16,-2-4 64-16,-3 6 16 0,-3-1 30 15,-2 2 67-15,-1 0-7 0,1 0-22 16,-3 0 42-16,3 3 62 0,-3 7 199 16,0 0-219-16,-3 2 23 0,0 0 95 15,3-1-38-15,-2-3-45 16,-1-1-45-16,3-1-16 0,0-3-16 0,0 3-22 15,0-1 9-15,0 3 13 16,3-4-244-16,-1 0 60 0,4-1-55 16,-4-2-244-16,4-1 57 0,-4 0-56 15,1-1-495-15</inkml:trace>
  <inkml:trace contextRef="#ctx0" brushRef="#br1" timeOffset="145813.69">20897 8379 1702 0,'0'0'775'16,"0"0"-430"-16,0 0-140 0,0 0-70 15,0 0-106-15,0 0-29 0,0 0-240 16,0 0 51-16,0 0-111 0,0 0-466 16,26 6-31-16</inkml:trace>
  <inkml:trace contextRef="#ctx0" brushRef="#br1" timeOffset="146262.92">21262 8452 1125 0,'0'0'495'0,"0"0"-145"16,0 0 81-16,0 0-185 0,0 0-56 15,0 0-181-15,0 0 24 16,0 0 12-16,0 0 64 0,-45 39 12 16,32-21-25-16,0 3-32 0,2-1-7 15,-2-2-57-15,2 4-28 0,1-1 12 16,2-3 13-16,2-2-163 0,1-3 95 15,0-4-54-15,5-2-203 16,-3-4 137-16,3-1-87 0,0-2-443 16,0 1 232-16,0-1-49 0</inkml:trace>
  <inkml:trace contextRef="#ctx0" brushRef="#br1" timeOffset="146547.91">21164 8611 724 0,'0'0'433'0,"0"0"-39"15,0 0-36-15,0 0-183 0,0 0-36 16,43 1 46-16,-30 3-108 0,0-1-41 16,-2 0-26-16,-1-1-7 0,-2 1-3 15,-3 0-8-15,-2-1 8 0,5 1 2 16,-3 0-2-16,-2 3-12 16,2-2 8-16,-2 2-59 0,-3-2 63 15,0 4 22-15,0 1 11 0,-5 1-1 16,-1 3-16-16,-2 1-9 0,0-2 6 15,0 0-13-15,6-1-2 16,-1-2 1-16,1 0-2 0,-1-4-13 16,3 1 13-16,0-3-20 0,3-1-77 15,2 1-62-15,5-3-19 0,4 0-232 16,2-3 39-16,2-6 16 0,-5 4-552 16</inkml:trace>
  <inkml:trace contextRef="#ctx0" brushRef="#br1" timeOffset="146763.46">21503 8587 311 0,'0'0'603'15,"0"0"120"-15,0 0-570 16,0 0-14-16,0 0 211 0,-37 45-155 16,21-24-24-16,3 0 96 0,2-3-155 15,1 3-13-15,-1 1-25 0,1 0-42 16,2 1-32-16,0-3-74 15,2-3 4-15,1-1-1 0,0-8-195 16,2-1 147-16,0-4-69 0,1 3-545 16,2-4 37-16,-5 0-126 0</inkml:trace>
  <inkml:trace contextRef="#ctx0" brushRef="#br1" timeOffset="146937">21392 8497 1410 0,'0'0'683'0,"0"0"-683"16,0 0-10-16,0 0-78 0,0 0 49 16,0 0-6-16,0 0-212 0,0 0-172 15,34 14-207-15</inkml:trace>
  <inkml:trace contextRef="#ctx0" brushRef="#br1" timeOffset="147378.26">21548 8591 1025 0,'0'0'345'15,"0"0"120"-15,-5 42-199 0,0-23-75 0,-1-3 94 16,-2 5-156-16,0-1-52 15,0-3-41-15,1 3-14 0,-1-6-22 16,2 0-6-16,1-4 2 0,0-2 4 16,2-1-38-16,0-4 15 0,1 0-6 15,2 2-92-15,-3-3 89 0,3-2 32 16,0 0 8-16,0-2-8 16,3-6-161-16,2-2-202 0,8 0 188 15,1-1 94-15,-1 1-4 0,3 4 46 16,-3 0 26-16,0 3 13 0,0 1 12 15,1 1 151-15,-1 1 132 16,-5 1-124-16,0 1 7 0,-3 1 80 16,-2 2-122-16,2-1-18 0,0 4 10 15,-2-2-67-15,0 3-48 0,-3-2 6 16,0 0 26-16,0 0 3 0,-6-3 2 16,-2 4 52-16,-2-1-45 0,-3-2-41 15,-1-3 51-15,-2 0-51 0,6-2 3 16,2 0-38-16,0 0 0 15,3 0-296-15,2 0 165 0,0-2-52 16,1 0-381-16,2-2 2 0,0 0-112 16</inkml:trace>
  <inkml:trace contextRef="#ctx0" brushRef="#br1" timeOffset="147754.04">21805 8807 798 0,'0'0'300'0,"0"0"94"0,0 0 142 16,0 0-300-16,-42 14 7 0,28-9 128 15,4-3-86-15,2 1-21 0,3 2-35 16,-3-2-125-16,2 4-104 0,-2-2 31 16,6 3-18-16,-4-2-13 0,4 0-59 15,2-2 56-15,0 2 3 0,0-4-38 16,5 2 38-16,-2-1 0 15,2-1-19-15,0-1-12 0,1-1 31 16,-1 1-136-16,0-1 136 0,-2 1 0 16,0 0-89-16,-1 1 86 0,-2 2-7 15,3-1-22-15,0 0 32 0,-3 3 19 16,0-2 61-16,2 2-7 16,1-2-73-16,-1 0 25 0,1 2-3 15,0-4-22-15,2 0 29 0,3-1-58 16,3-1-82-16,4-3-166 15,1-5 152-15,0 1-93 0,0-4-311 16,-5 0 156-16,-1 0-72 0,4-3-252 16,-6 4 117-16</inkml:trace>
  <inkml:trace contextRef="#ctx0" brushRef="#br1" timeOffset="148235.79">21953 8803 1550 0,'0'0'471'0,"0"0"-111"0,-23 34 137 16,9-18-199-16,1 1-21 15,5-3-27-15,3-1-121 0,0-1-91 16,-1 3-9-16,4-6-7 0,2 0-22 16,0-1-4-16,0-4 4 0,0 1 0 15,0-2-154-15,5 0 85 16,0 3-42-16,0-4-270 0,3-1 154 16,0-1-21-16,0 0-415 0,0 0 176 15,-2 0 5-15,2 0-170 0,-3 1 398 16,-3 2 254-16,4 0 222 15,-4 0 345-15,-2 1 68 0,3 2 205 16,0-2-562-16,-1 3-34 0,4-1 38 16,-1 0-95-16,3-1-66 0,5 1-42 15,3-3 32-15,3-2-39 0,-4-1-50 16,1-1 66-16,-5-3-88 0,0 1-160 16,-4 0 138-16,-4 2-35 0,2-2-139 15,-2 1 119-15,-3-3-56 0,0 1-219 16,0-2 114-16,-8 2-153 15,-5 3-196-15,0 1 587 0,-3 0 16 16,0 5 328-16,5 4-43 0,-2 1-4 16,2 1 147-16,1 2-183 0,2 0-61 15,3 3-7-15,5-5-45 16,0 2-57-16,0-2-82 0,5-1 80 16,0-3-89-16,0 2 34 0,6-3-6 15,0-1-28-15,2-1-78 0,0 2 50 16,0-3-101-16,-2 1-342 15,0 0 146-15,-3-3-89 0,-1-1-1091 16</inkml:trace>
  <inkml:trace contextRef="#ctx0" brushRef="#br1" timeOffset="149511.35">22443 9145 1505 0,'0'0'393'0,"0"0"-20"16,0 0 121-16,0 0-324 0,0 0-12 15,0 0 65-15,0 0-42 16,0 0-29-16,0 0-35 0,-8-11 25 16,8 11-67-16,3-2-50 0,-3 0 0 15,3 2-25-15,2 0-58 0,0 0 56 16,6 5 2-16,2 3-41 15,6-1 41-15,-1 0 0 0,3 2-22 16,1-2-19-16,4-1 0 0,-2 1-427 16,-3-2 42-16,-5 0-332 0,-5-4-1418 0</inkml:trace>
  <inkml:trace contextRef="#ctx0" brushRef="#br1" timeOffset="151672.79">22973 9123 639 0,'0'0'290'0,"0"0"62"15,0 0-118-15,-18 50-6 0,10-32 71 16,-3 3-176-16,3 0-23 15,-3 0 20-15,4 0-120 0,-1-2 29 16,2-2 9-16,1-3-21 0,2-4-17 16,1-4 0-16,-1-1 10 0,3-1-7 15,0-4-3-15,0 2 2 16,3-2 2-16,2 0 25 0,8-4 42 16,6-6-39-16,2-1-29 0,3-1 9 15,-3 1-12-15,-2 2-14 0,-4 3 14 16,-4-2 0-16,0 5-27 15,-3 0 25-15,-6 0-27 0,1 2-116 16,-1 0 18-16,1 1-12 0,-3 0-88 16,0 0 110-16,-5 1-81 0,-6 4-30 15,-2 0 68-15,0 4 30 0,-3-3 91 16,3 1 39-16,5-3 23 0,0 1 117 16,2 0 29-16,1-3 26 0,0 4 199 15,2-2-193-15,-2 4-4 0,2-1 7 16,3 0-114-16,0 1-16 15,0 0-3-15,8-1-26 0,0 3-42 16,3 1 17-16,2-2-11 0,3 1-9 16,0-5-121-16,-3 0-79 0,0-3-75 15,0-2-426-15,-2 0 171 16,0 0-132-16</inkml:trace>
  <inkml:trace contextRef="#ctx0" brushRef="#br1" timeOffset="151949.81">23116 9380 1404 0,'0'0'779'16,"0"0"-423"-16,-29 34-104 0,26-24 27 16,1-4-103-16,2 4-58 0,2-5-102 15,1 1 51-15,2-1-67 16,3-1 19-16,3-1 38 0,5-2-3 15,0-1 3-15,-3-3 50 0,-3-2-31 16,-4 1-70-16,2-1 79 0,-3-6-85 16,3-1 34-16,0-4-2 0,-3 2-32 15,-2 1-94-15,-3 1 81 16,2 0-56-16,-2 1-270 0,3 2 78 16,-3 1-104-16,0 4-476 0,3 2 318 15,-1-2 47-15,-2 2-391 0</inkml:trace>
  <inkml:trace contextRef="#ctx0" brushRef="#br1" timeOffset="152287.79">23307 9345 492 0,'0'0'424'0,"0"0"-108"0,0 0 45 16,0 0-250-16,0 0 29 0,0 0 35 15,-35 17-110-15,27-12-33 16,3-1 7-16,0 2-35 0,0-1-4 15,5-1-23-15,0 2-13 0,0-2 34 16,7 2-9-16,1 0 11 0,8 2-13 16,-2-4-15-16,1 2 28 0,-1-3 16 15,-4 1 337-15,1-1-249 16,-6 2-27-16,0-3-28 0,1 2 54 16,-1 0-45-16,-2-1 13 0,2 4-11 15,-2-3-15-15,-1 5-38 0,-2-2 41 16,-5-1-22-16,-3 4-1 15,-3-1 26-15,-2-2-51 0,3-1 16 16,2-3-32-16,2 1 16 0,1-3-131 16,0 1 73-16,2 0-54 0,-2 0-201 15,2-1 29-15,3-1-125 0,0-1-571 16,3-4 152-16</inkml:trace>
  <inkml:trace contextRef="#ctx0" brushRef="#br1" timeOffset="152510.41">23524 9319 1273 0,'0'0'524'16,"0"0"-105"-16,0 0-144 0,0 0-165 16,0 0 22-16,-29 36 93 0,21-19-78 15,-3 6-41-15,3-3-46 0,0-2 1 16,3 1-61-16,2 2-32 15,-2-4-13-15,3 2-85 0,-4-4-198 16,4 0 64-16,-4-5-131 0,4-5-584 16,-1-1-59-16</inkml:trace>
  <inkml:trace contextRef="#ctx0" brushRef="#br1" timeOffset="153071.24">23405 9430 177 0,'0'0'1429'0,"0"0"-1026"16,0 0 102-16,0 0-317 0,40 0-18 15,-25 3-38-15,4-1-68 16,-1 0-64-16,4 2 13 0,-4-4-13 16,3 2 0-16,1-2-148 0,-4 0-61 15,1-1-59-15,-3 0-120 0,-1-4 105 16,-4 2-48-16,-3-1-191 15,0 2 275-15,-5 0 51 0,-3-1-101 16,2 0 297-16,-2 2 46 0,0-1 587 16,-2 1-187-16,-1 1-137 0,-2 1 136 15,-1 2-144-15,1 3-49 0,-3 4 57 16,-3 5-97-16,4-1-18 0,-1 5 7 16,2 0-62-16,4-4-111 0,-1-1 7 15,3-1-19-15,-3-3-16 16,3-3-23-16,0-2 23 0,0-4 0 15,0 2-38-15,3-2 37 0,0 0 1 16,2-1-114-16,0-4 114 0,3-2 0 16,3-3-108-16,-1-2 64 15,6-2-55-15,0 2-163 0,0 2 166 16,-3 4-36-16,3-2-3 0,-3 5 135 16,1 0-1-16,-1 2 1 0,-2 0 100 15,-6 0 9-15,0 2 45 0,-2 0-58 16,-1 5-7-16,1-1 99 15,-3 4-39-15,0 4-38 0,-5 0-105 16,-3-1 73-16,0-1-63 0,-3-3 6 16,1-2 32-16,-4 3-54 0,4-4 28 15,-3 0-16-15,-1-2-12 0,4 0 13 16,-1-1-35-16,3 0 22 0,3 1-312 16,0-4 137-16,5 0-54 0,-3 0-472 15,3 0-28-15,0-7-461 0</inkml:trace>
  <inkml:trace contextRef="#ctx0" brushRef="#br1" timeOffset="153551.26">23903 9550 1737 0,'0'0'376'15,"0"0"-20"-15,0 0 54 16,0 0-272-16,0 0-10 0,-35 2 89 15,19 2 15-15,6 5-56 0,2-4-78 16,3 2 15-16,2 0-113 0,-2 1 44 16,2 0-31-16,3-3-13 0,0 1-32 15,0-1 31-15,0-1 1 0,5-1-91 16,6-3 76-16,2 0-93 0,0-1-262 16,3-2 246-16,-3-1-100 0,-2 1-349 15,2 2 227-15,-5 1 44 16,0 0-91-16,0 0 292 0,-5 1 65 15,2 3 36-15,0 0 65 0,1 1 417 16,-1 2-41-16,0 1-212 0,1-2-3 16,-4 5 37-16,1-4-160 15,-3 1-30-15,0-2-60 0,3 1 45 16,-3-1-42-16,0-2 0 0,0 0 31 16,0-1-24-16,-3-3-11 0,3 1 74 15,-3-1-35-15,3 0-16 16,0-3-35-16,0-5-38 0,3-5-252 15,7 2 226-15,4-3 7 0,4 2-116 16,3 0 79-16,6-1-9 0,2 1 7 16,5-3 83-16,1 4-58 0,2 0-149 15,-5-2-16-15,2 2-203 0,-10 5-756 16</inkml:trace>
  <inkml:trace contextRef="#ctx0" brushRef="#br1" timeOffset="153726.84">24401 9513 589 0,'0'0'499'16,"0"0"347"-16,0 0-367 0,0 0-127 15,-40 29 126-15,19-15-176 0,0 5-74 16,2 0 20-16,6-2-16 0,-1 3-89 16,1 0-100-16,3 4 65 15,-1-1-108-15,3 1 19 0,3-4-19 16,2-1 0-16,1-3-161 0,-4-3 127 16,6-2-78-16,-2-2-176 0,2-4 219 15,-3-1-60-15,3-2-353 16,-3 0 187-16,1-1-55 0,-1-1-453 15,0-2 237-15,1-3-47 0</inkml:trace>
  <inkml:trace contextRef="#ctx0" brushRef="#br1" timeOffset="153883.84">24207 9661 339 0,'0'0'1911'16,"0"0"-1616"-16,0 0-76 0,0 0-10 15,43-9-75-15,-33 9-44 16,1 5-45-16,-1 2-17 0,4 1-28 15,-1 3-44-15,-5 1-75 0,0-1-163 16,0 1-422-16,-3-1 125 0,0-3-91 16</inkml:trace>
  <inkml:trace contextRef="#ctx0" brushRef="#br1" timeOffset="153971.84">24411 9816 2047 0,'0'0'631'15,"0"0"-153"-15,0 0-137 16,0 0-252-16,0 0-89 0,0 0-104 15,0 0-170-15,37 3-269 0</inkml:trace>
  <inkml:trace contextRef="#ctx0" brushRef="#br0" timeOffset="-189095.57">23021 12382 277 0,'0'0'166'0,"0"0"7"0,0 0 65 16,0 0-85-16,0 0 10 15,0 0 91-15,0 0-91 0,5 40 9 16,3-20 114-16,0 0-134 0,-3 3-29 16,3 0 0-16,-3 2-22 15,1 0 24-15,-1 1-3 0,0 3-45 16,-2-4-13-16,2 3-29 0,-2-2 7 16,2-2-32-16,1-3-4 0,1-1 9 15,-4-4-15-15,2-4-13 0,1-4 13 16,-4 0-29-16,1-5-99 15,0-1 54-15,-1-1-6 0,1 0-188 16,0-1 74-16,-1-4-79 0,-2-7-169 16,0-1 267-16,-2-8 2 0,-1 2-185 15,-2-2-73-15,-1 4 102 0</inkml:trace>
  <inkml:trace contextRef="#ctx0" brushRef="#br0" timeOffset="-188575.77">23029 12436 750 0,'0'0'313'15,"0"0"-20"-15,0 0-10 0,0 0-143 16,0 0-10-16,0 0 51 0,-14-36-119 16,14 34-7-16,0-2 16 0,6 1-54 15,-4 0-17-15,9 2 3 16,0 1 29-16,2-1 13 0,5 1 30 15,1 0-43-15,2 0-3 0,0 1-9 16,3-1 2-16,5 0-9 0,8-1 10 16,6-1 22-16,4-2-26 0,6-1-3 15,6-1-3-15,4-1-11 0,6 1 5 16,3 1 9-16,-1-3-15 0,-2 3 12 16,0-1 6-16,-6 2-19 0,-4 3 10 15,-6-1-10-15,-3 0 0 0,-8 2-2 16,-2 0 0-16,-6 0 2 15,-2 0-65-15,-5 0 7 0,-3 0-26 16,-6 0-35-16,-5 2 77 0,-5 0 13 16,-2-1-5-16,-4-1 18 0,1 2 3 15,-3 0 1-15,0 3-1 16,0-2 13-16,-3 1 13 0,1 3 39 16,-1-2 35-16,-5 2 52 0,5 6-61 15,1-1-17-15,-1 10 3 0,0 2-3 16,3 3-19-16,0-3 51 15,6-2-35-15,-1 0-23 0,3-2-35 16,0 1 29-16,0-1-29 0,0-4 13 16,0 2-13-16,-3 1 0 0,-2-4-82 15,-1 4 11-15,-2-4-45 0,-5 0-290 16,-3-2-2-16,-5-2-83 0,2-4-476 16</inkml:trace>
  <inkml:trace contextRef="#ctx0" brushRef="#br0" timeOffset="-188217.4">23137 12865 1099 0,'0'0'322'15,"0"0"-322"-15,0 0-33 0,0 0 33 16,0 0 40-16,43 0 12 0,-25 0 127 16,3-2-46-16,1 0 26 0,1 1 107 15,7-5-146-15,4 2-33 16,6 0 68-16,7-3-26 0,9 0-23 15,8 0 32-15,4-1-61 0,7 4-22 16,-1-1-55-16,0 5 29 0,0 0-29 16,0 6-45-16,0-1-80 15,1 1-239-15,-1 1-569 0,-21-1 102 16,2-2 16-16</inkml:trace>
  <inkml:trace contextRef="#ctx0" brushRef="#br0" timeOffset="-187308.6">25473 13362 1184 0,'0'0'287'0,"0"0"15"16,0 0 75-16,0 0-189 15,0 0-30-15,0 0 91 0,0 0-159 16,0 0-90-16,0 0 0 0,6 8 70 16,-4 10-9-16,6 4-3 15,0 5 25-15,-3-2-3 0,-2 1-25 0,2 3 15 16,-2-2-35-16,2 2-29 15,-2-1 32-15,0-3-38 0,2 3-9 16,-2-3 9-16,2-1 0 0,0-1-29 16,-2-4 13-16,2 1 7 0,0-5-144 15,-2-3 82-15,0-4-44 0,-1-4-178 16,1-2 83-16,-3 2-68 0,3-2-374 16,-3-2 137-16,0 0-19 15</inkml:trace>
  <inkml:trace contextRef="#ctx0" brushRef="#br0" timeOffset="-186781.9">25516 13433 950 0,'0'0'137'0,"0"0"273"0,0 0-234 16,0 0-1-16,0 0 52 15,0 0-162-15,0 0-13 0,0 0 39 16,0 0 6-16,47-3 6 0,-20 5 49 16,5 2-68-16,5-3-4 0,2-1 17 15,12 0 28-15,4-5-7 0,9 2-38 16,7 0 0-16,4-2-51 0,1 3-20 16,-1 1 33-16,-1 1-42 15,-8 0 9-15,0 0-10 0,-5 1 1 16,-5 1-28-16,-3-1 28 0,-6 2 0 15,-7-2-106-15,0 0 58 0,-8 0-51 16,-9 0-199-16,1 1 156 16,-13 0 23-16,-3-2-53 0,-6 3 124 15,1-2 16-15,-3-1 6 0,-3 1 26 16,-5 2 64-16,-2 0 150 0,-3 1-66 16,2 1-9-16,-2 2 21 0,5 0-38 15,-3 5-29-15,3 3-4 16,0 1-9-16,3 3-68 0,2 4 7 15,1 4 7-15,-1 3-26 0,3 2 13 16,5 1 6-16,1-1-19 0,2 0-19 16,5 0 19-16,-3 0 0 0,4-4-36 15,-1 3 20-15,0-5-7 0,0 1-85 16,-2-3 73-16,-3-3-48 0,0-4-206 16,-5 0 148-16,-1-3-50 15,-2-3-285-15,-8-3 28 0,-2-1-30 16,-1-2-491-16</inkml:trace>
  <inkml:trace contextRef="#ctx0" brushRef="#br0" timeOffset="-186487.86">25463 13925 238 0,'0'0'254'16,"0"0"-100"-16,45 5 28 16,-16-4 219-16,8 0-92 0,5-1-68 15,9 0 158-15,7 0-150 0,5 0-26 16,9 0 67-16,2 0-162 0,3 0-42 15,-3 7-35-15,-8 0-9 0,-2 4-42 16,-6 3-66-16,-8 0-49 16,-5 0-293-16,-5-1-646 0,-13-3-182 15</inkml:trace>
  <inkml:trace contextRef="#ctx0" brushRef="#br0" timeOffset="-185719.14">23256 14741 225 0,'0'0'655'0,"0"0"-260"15,0 0-376-15,0 0 82 0,0 0 133 16,0 0-94-16,11 39 16 0,-6-19 123 16,1 1-95-16,-1 4-41 0,-2 1 57 15,-1 2-81-15,-2 1-7 0,0 2 0 16,0 0-28-16,0 0-40 0,-2 0-41 16,2-1 42-16,-3-2-45 0,3-3-10 15,0-2 10-15,0-3 0 16,0 0-29-16,3-6 13 0,-1 0 16 15,1-5-102-15,-3-3 82 0,3-3-79 16,-1-1-174-16,1-2 108 16,-1 0-16-16,4-2-185 0,2-8 57 15,-3-7-94-15,-2-5-324 0,-1 4 231 16</inkml:trace>
  <inkml:trace contextRef="#ctx0" brushRef="#br0" timeOffset="-185220.14">23307 14840 1611 0,'0'0'227'0,"0"0"-184"0,0 0 148 15,0 0-149-15,0 0 23 0,0 0 48 16,0 0-64-16,0 0 9 16,0 0 71-16,29-30-67 0,-16 30-30 15,6-1 7-15,-1 1 38 0,3 0-6 16,3 0 29-16,8 0-23 0,2 0-42 15,9 0 16-15,7 0 39 0,3 0-46 16,8-4-40-16,5 0 60 16,6-3-42-16,2 3-19 0,3-3 61 15,2 2-32-15,1-3-23 0,-6 2 67 16,0 2-56-16,-5 2 2 0,-8 2 9 16,-3 0-31-16,-10 2-63 15,-6 2 62-15,-8 1-77 0,-7-2-181 16,-3-1 125-16,-8 0-82 0,-6 0-167 15,-2 0 234-15,-5 0 35 0,-3-1-64 16,0-1 45-16,-5 3 133 0,-3-2 45 16,-6 2 33-16,1-1 52 0,0 3 81 15,0 2-105-15,-1 0-15 0,4 4 19 16,-1 2-59-16,3 2-9 16,3 5-6-16,2 4 12 0,-2 1-13 0,5 6 46 15,0 1-36-15,0 3-29 16,5 1-7-16,1-1 7 0,-1 2-16 15,0-3 3-15,3 0 4 0,-3-4-7 16,3 0-241-16,-2-4 83 16,-1-1-39-16,-2-2-270 0,-1-4 110 15,-2 0-27-15,-2-4-301 0,-1-5 169 16</inkml:trace>
  <inkml:trace contextRef="#ctx0" brushRef="#br0" timeOffset="-184864.79">23185 15350 426 0,'0'0'42'15,"0"0"14"-15,34 3 107 0,-10-3-36 16,5-6 29-16,3 2 157 0,3 2-121 16,4-2 10-16,6-1 201 15,11 1-206-15,5 0 1 0,5-1 79 16,6 4-155-16,-1 1-45 0,1 0-29 15,-1 6-22-15,-5 1-26 0,1 4-54 16,-7 0 53-16,-1 1-183 0,-4-2-520 16,-15-3 28-16,-3 1-393 0</inkml:trace>
  <inkml:trace contextRef="#ctx0" brushRef="#br0" timeOffset="-184061.1">21199 13669 254 0,'0'0'633'0,"0"0"-379"16,0 0 189-16,0 0-255 0,0 0 7 15,0 0-55-15,0 0-121 16,0 0-19-16,0 0 146 16,0 0-7-16,-6 39-19 0,6-18 109 0,0 5-114 15,3-2-31-15,-3 2-14 0,3 3 17 16,-3 0-33-16,2 4-28 15,-2-1 38-15,3-5-64 0,0 1 28 16,-1-4-28-16,1-4 0 0,-3-2-21 16,2-1 5-16,1-8 16 0,-3-2-92 15,3-3 50-15,-3-2-54 0,0 0-261 16,0-1 99-16,0-1-27 16,0-5-118-16,0-5-118 0,0 1-173 15</inkml:trace>
  <inkml:trace contextRef="#ctx0" brushRef="#br0" timeOffset="-183492.86">21143 13680 1752 0,'0'0'35'15,"0"0"17"-15,0 0 85 0,0 0-79 16,0 0 23-16,0 0 49 15,0 0-39-15,40-28-11 0,-27 25 56 16,3 2-62-16,2 1-12 0,4 1 18 16,-4 3-22-16,9-2-19 0,2 0-33 15,5-1 20-15,6 2-4 0,5 0 36 16,5-2 3-16,6-1-23 16,2 0-12-16,6 0 32 0,5 0-36 15,5 0-12-15,2-2 28 0,1 0-13 16,-5-1-12-16,-1 2 29 0,-2 1-42 15,-5 0-35-15,-6 1 35 0,-5-1 0 16,-3 0-66-16,-7 0 46 16,-4 3-66-16,-7-3-150 0,-3 0 149 15,-5 0 6-15,-3 0-77 0,-7 0 84 16,-6 0-23-16,-6-1-58 0,1-1 102 16,-3 1 53-16,0 0 139 0,-3-2-126 15,-5-2 13-15,-2 3 103 0,-4-1-71 16,1 2 20-16,0 1-14 15,2 0 23-15,3 1-26 0,3 1-19 16,0 0-3-16,2 3-13 0,-2 1-23 16,0 8 32-16,-1 7-33 0,4 8 27 15,-1-1 32-15,0 7-61 0,3 0 3 16,-2 2-3-16,2 0 0 0,0-1 3 16,0 3-6-16,0-3 3 15,0-3-20-15,0-3 18 0,0-1-19 16,0-6-171-16,0 0 160 0,0-1-4 15,0-4-180-15,-3-1 16 0,0-6-76 16,1-1-377-16,-4-6 233 0,-2-2-147 16</inkml:trace>
  <inkml:trace contextRef="#ctx0" brushRef="#br0" timeOffset="-183173.59">21024 14155 1074 0,'0'0'345'0,"0"0"-186"0,0 0-159 16,0 0-45-16,0 0 45 0,0 0 26 15,0 0 149-15,50 4-32 0,-21-5-6 16,6-1 28-16,-1 0-74 0,6 1 54 16,2 1 120-16,9 0-136 15,-1 0-39-15,5 1-19 0,6 0 6 16,3 2-26-16,0 1-51 0,-1 1 25 16,3 1-25-16,-2 4-48 0,-1-1 48 15,-2 0-250-15,-18-1-1179 16</inkml:trace>
  <inkml:trace contextRef="#ctx0" brushRef="#br0" timeOffset="-181974.15">24642 12723 1342 0,'0'0'202'16,"0"0"51"-16,0 0 101 0,0 0-215 15,0 0-25-15,0 0 47 0,0 0-67 16,0 0-40-16,0 0 11 0,0 0-27 16,-6-28-38-16,9 26 1 0,2 1 12 15,-2 0-13-15,5-1 7 16,2 1 19-16,6-1-26 0,3 2-4 15,2-1 4-15,0 0 2 0,3 1-2 16,5 0 33-16,6 0 8 0,2 2-15 16,5 3 61-16,1 0-36 0,2 5-35 15,0 2 9-15,0 3-25 0,-3 2-10 16,0 4 10-16,-2 0 0 0,0 3-13 16,0 2 13-16,-6 3 0 0,3-2-6 15,-3 1 6-15,-4-1 0 16,-1-2 3-16,-3 3 0 0,-2-2-3 15,-3-1-12-15,0-1 10 0,1-5 2 16,-7 0-118-16,1-6 18 16,-2-1-32-16,-6-6-132 0,-3-1-11 15,-2-4-258-15,-1 0-737 0</inkml:trace>
  <inkml:trace contextRef="#ctx0" brushRef="#br0" timeOffset="-181612.73">25685 12987 1229 0,'0'0'465'0,"0"0"-318"0,0 0-52 15,0 0 96-15,0 0 7 16,0 0 80-16,0 0-124 0,19 38-44 15,-11-23-52-15,-3 0-4 0,3-1-6 16,-3 2-44-16,0-5 24 0,1 1-28 16,-1-1 4-16,0-2-4 15,-5 3 0-15,3-4 12 0,-3 0-13 16,0-4 1-16,-3 1 0 0,-2 0 20 16,-6 2 5-16,-7-2-18 0,-3 2 47 15,-6-5-41-15,3-2 3 0,-2 0 9 16,-1 0-25-16,4 0-9 15,-4 0-7-15,1 0-61 0,4 0-279 16,-1 2 52-16,7 3-58 0,2-2-630 16,7-2-123-16</inkml:trace>
  <inkml:trace contextRef="#ctx0" brushRef="#br0" timeOffset="-180919.58">25667 14100 1391 0,'0'0'140'16,"0"0"22"-16,0 0 40 0,0 0-50 15,0 0 10-15,0 0 62 0,0 0-157 16,0 0-37-16,0 0 83 15,18-4-36-15,-18 9 3 0,0 3 17 16,-5 5-14-16,-3 1-3 0,0 6-22 16,-5 0 32-16,-1 3-39 0,-1 0-35 15,-1 2 54-15,-6 1-29 0,-1 5-35 16,-1 2 77-16,-5 0-64 16,0-1 13-16,-3 2-19 0,-3-1-13 15,1 0 12-15,-1-2-12 0,-2 0 0 16,3-1-39-16,-6-2 17 0,3-2 19 15,0-4-166-15,0 0 121 0,0-3 7 16,2-2-10-16,1-1 48 16,2-3 3-16,1 0-42 0,1-1 42 15,4-4 0-15,2-1-54 0,6 0 6 16,-1-3-78-16,6-2-247 0,2-2 153 16,6 0-88-16,2-1-375 15,1-2 152-15,2-4-150 0</inkml:trace>
  <inkml:trace contextRef="#ctx0" brushRef="#br0" timeOffset="-180586.15">24891 14614 1328 0,'0'0'494'0,"0"0"-315"0,0 0-66 16,0 0 169-16,0 0-108 0,0 0-9 15,0 0-17-15,0 0-148 0,0 0-10 16,0 0 10-16,-11 5 23 16,3 5 22-16,-5 4-10 0,2 4 29 15,-2 2-48-15,0 0 0 0,-3 1 0 16,3 1-13-16,-1-2 10 0,1 1 19 16,5-1-32-16,-2-2 10 15,7-2-10-15,0-4 0 0,3 2-71 16,0-5 71-16,8-2 0 0,3 0 3 15,10-2 16-15,3-1-13 0,5-4 10 16,3 0 16-16,0 0-32 0,-3 0-38 16,2 0 25-16,-1 0-147 0,-7 0-349 15,-1 0 97-15,-7 0-235 0</inkml:trace>
  <inkml:trace contextRef="#ctx0" brushRef="#br0" timeOffset="-179870.5">22147 14483 568 0,'0'0'366'0,"0"0"-177"15,0 0 6-15,0 0-39 0,0 0 52 16,0 0-6-16,0 0-124 0,5 35 29 15,3-23 107-15,3 2-104 0,7 4 22 16,1-1 65-16,2 5-71 0,5-2-24 16,1 2-21-16,2 0 8 15,5 0-22-15,3 2-41 0,3-3 12 16,3 0-38-16,-1 0-8 0,6-3 8 16,-3 0 0-16,0-1-19 15,-3-1 19-15,3-3 0 0,-8 1-53 16,0-3 50-16,-8 0-29 0,-2-6-160 15,-3 2 15-15,-8-3-45 0,-3-4-329 16,-8 0-8-16,-2 0-40 0</inkml:trace>
  <inkml:trace contextRef="#ctx0" brushRef="#br0" timeOffset="-179353.74">22375 14380 974 0,'0'0'212'0,"0"0"-27"0,0 0 176 16,0 0-221-16,0 0-49 0,0 0-73 15,0 0 11-15,0 0 88 0,0 0 110 16,0 0-59-16,5 1-23 0,-18 7-29 16,-3 4-68-16,-6-2-41 15,1-2-1-15,0 1 14 0,-3 0-20 16,0 0 3-16,-2-1-3 0,-1 3 0 15,-7-2-23-15,2 0 23 0,-2 0 1 16,2-2-1-16,6-2 49 0,-1 0-20 16,1 0-20-16,4 0-5 15,4 2-4-15,5-4-3 0,5 0 3 16,2-2 0-16,4 0-17 0,-1 2 15 16,3 0-12-16,5 1-5 0,9 3 19 15,4 2 32-15,9 3 13 16,-1 0 16-16,3-1-29 0,-5 2-32 15,0 0 25-15,0 1-25 0,-3-1-10 16,0 1-16-16,-5 0-3 0,0-3-441 16,-3-2 111-16,-5-2-176 0,-3-3-834 15</inkml:trace>
  <inkml:trace contextRef="#ctx0" brushRef="#br0" timeOffset="-178683.94">21892 13631 754 0,'0'0'769'0,"0"0"-431"0,0 0 22 15,0 0-256-15,0 0 16 0,-2-36 67 16,4 21-71-16,1 0-16 0,2 1-7 16,3-3-16-16,0 3-36 0,0-2-18 15,0-1 47-15,5-6-22 0,-2 1-38 16,5-2 50-16,2-3-60 0,4-4 29 16,2-2-29-16,5-3 0 15,5-5 3-15,0 2 13 0,9-3-13 16,2-1 17-16,5 2 27 0,3 0 4 15,5 4-10-15,3 1 45 0,-2 3-29 16,-4 5-51-16,-4 6 55 0,-9 7-61 16,-5 1-67-16,-3 1 67 15,-7 3-66-15,-3-1-128 0,-6 3 168 16,1 3-34-16,-9 0-132 0,-2 3 61 16,-5 2-117-16,-3 0-477 15,-3 0 85-15,1 0-22 0</inkml:trace>
  <inkml:trace contextRef="#ctx0" brushRef="#br0" timeOffset="-178324.03">22565 12823 1528 0,'0'0'257'15,"0"0"188"-15,0 0-274 0,0 0-61 16,0 0-3-16,0 0-62 0,0 0-6 16,35-19 15-16,-14 13 24 0,0 1-20 15,5-1-23-15,-2 1 3 16,5 2-18-16,-2-4-4 0,-1 6 38 16,-2-1-15-16,-3 1-30 15,-2 1 4-15,-3 0-13 0,-6 3-30 0,-2-2 30 16,-2 0 0-16,-4 3-47 15,-2 0 46-15,0-2-11 0,0 3-7 16,-2 2 19-16,-9 4 35 0,-2-1-35 16,-3 3 32-16,0-1-32 0,0-1-122 15,3 2 13-15,0-1-61 0,-1 4-267 16,7-6-79-16,-1-2-288 0</inkml:trace>
  <inkml:trace contextRef="#ctx0" brushRef="#br0" timeOffset="-177457.74">23370 13622 954 0,'0'0'209'0,"0"0"-105"0,0 0-98 15,0 0 108-15,0 0 13 0,0 0 166 16,0 0-69-16,14 35 0 16,-12-16 96-16,1 0-114 0,-3 1-39 15,0 2-3-15,0 0-62 0,0 0-25 16,0 1-7-16,0-3-23 0,0-4-47 15,0-2-6-15,0-5 4 0,3-1 2 16,-3-6-127-16,2 1 88 0,-2-2-53 16,3 1-117-16,-1-2 116 15,4-4-58-15,-4-6-279 0,-2-2-96 16,3 0-76-16</inkml:trace>
  <inkml:trace contextRef="#ctx0" brushRef="#br0" timeOffset="-176481.61">23595 13664 929 0,'0'0'593'15,"0"0"-440"-15,0 0 120 0,0 0 158 16,11 42-205-16,-11-22-55 0,3-1 23 16,-1 1-114-16,1-2-64 15,0 2 0-15,-3 0 0 0,2-5-16 16,1 0-3-16,-3-3 3 0,5-2 0 15,-5-5-85-15,3-2 43 0,-3-2-9 16,0 1-361-16,3-2 218 0,-3 0 9 16,0 0-195-16,0-3-75 15,-3-3-184-15</inkml:trace>
  <inkml:trace contextRef="#ctx0" brushRef="#br0" timeOffset="-176283.35">23511 13620 1446 0,'0'0'254'0,"0"0"-66"0,0 0-45 16,0 0-68-16,45-19 25 0,-29 14 55 16,2 4-96-16,-2 0-59 15,3 1-18-15,-4 2 16 0,1 2-62 16,0 0-462-16,-5-1-43 0,-3 0-168 15</inkml:trace>
  <inkml:trace contextRef="#ctx0" brushRef="#br0" timeOffset="-176018.97">23765 13699 1382 0,'0'0'270'0,"0"0"-91"16,0 0-79-16,-3 45-15 0,3-34 109 15,0-1-87-15,0-1-19 0,0 0-30 16,0-1-26-16,3-4-3 0,0 2-29 16,-3-2 3-16,2 5-3 0,1-4-5 15,2 2 5-15,-2-3 1 0,2 1 12 16,3-3 3-16,3 1 10 0,2-2-10 16,3-1 10-16,-3 0-26 15,0 0-10-15,1 0 7 0,-6-1-62 16,-1 0-284-16,-1 0-66 0,-1 0-129 15,-2 1-632-15</inkml:trace>
  <inkml:trace contextRef="#ctx0" brushRef="#br0" timeOffset="-175814.88">23736 13736 2059 0,'0'0'334'0,"0"0"-92"0,0 0-75 16,0 0-64-16,0 0-3 0,0 0-52 16,0 0-10-16,34-8-38 0,-23 8-23 15,-6 0 7-15,3 0 6 0,0 0-314 16,-3 0 72-16,-2-1-75 0,2 0-599 16,-5-1-52-16</inkml:trace>
  <inkml:trace contextRef="#ctx0" brushRef="#br0" timeOffset="-175310.34">23789 13623 747 0,'0'0'427'0,"0"0"-108"0,0 0-137 16,45-17 19-16,-32 14 88 0,-2 3-172 16,2 0-27-16,-2 3-2 0,-4 1-34 15,-1-1 27-15,-1 3 36 16,0 0-33-16,-2 4-13 0,2 3-17 15,1 4 30-15,-4-2-36 0,1-1-29 16,0 1 20-16,-3-3-39 0,0 0-7 16,0-1 7-16,0-5 0 0,0 2-9 15,0-5 9-15,0-1 0 0,0 1-52 16,0-2-31-16,0-1 77 0,0 0 6 16,0-4 0-16,0-3-4 15,2-6-82-15,1-2 86 0,5 1 0 16,2 1-6-16,1 3 4 0,2-1 2 15,0 2 0-15,3 3 32 0,-5-2 55 16,2 6-4-16,-2 0-25 0,-6 1-58 16,0 1 19-16,-2 0-20 15,2 0 1-15,-2 1-6 0,-3 2 6 16,0-1 38-16,0 4 26 0,0-1 29 16,-5 2-33-16,-3-1-44 0,0 4 28 15,0-3-44-15,0 2 13 16,0-3-13-16,0 3 0 0,3-3-25 15,-1 1 21-15,4-3 4 0,-1 1-50 16,3-2 49-16,0 1 1 0,0 1-77 16,5-3 55-16,1-1-52 0,2-1-192 15,0 1 90-15,2 1-105 0,-2 1-413 16,3-1 164-16,-1 0 178 0,-4-1-339 16</inkml:trace>
  <inkml:trace contextRef="#ctx0" brushRef="#br0" timeOffset="-174981.14">24128 13818 349 0,'0'0'430'0,"0"0"-104"16,0 0 228-16,0 0-174 0,0 0-5 16,0 0 151-16,0 0-324 15,0 0-71-15,0 0 25 0,8-32-36 16,-8 17-53-16,0 1-64 0,0 0 73 16,0-1-76-16,0 1 16 0,0 2-16 15,0-3 0-15,2 2-45 16,1-3 26-16,2 4 19 0,1 2-161 15,-1 0 132-15,0 7-3 0,1-1-54 16,1-2 86-16,7 5 0 0,2 0-54 16,0 1 52-16,-6 7 2 0,1 0-35 15,2 4 35-15,-5 2 26 0,0 3-23 16,0-2 67-16,0 1-45 0,-3 1-12 16,0 1 22-16,1-1-35 15,-1 0 13-15,-2-1-14 0,-1 1 1 16,-2-4-10-16,3 1 8 0,-3-5 2 15,0-1-159-15,-3-1 66 0,1-4-93 16,-1 1-297-16,-2 3 121 0,-3-4-70 16,0-2-542-16,-3 0 243 15</inkml:trace>
  <inkml:trace contextRef="#ctx0" brushRef="#br0" timeOffset="-174535.02">24178 13748 1157 0,'0'0'830'0,"0"0"-464"0,0 0-140 16,0 0-184-16,0 0-40 0,40-17-2 16,-24 13 1-16,2 3-1 0,3-2-43 15,-5-3-109-15,6 2-81 0,-1-3-237 16,3 0 470-16,-1-1 55 16,1-1-49-16,-3 2-6 0,-2-1-2 15,-6-2-59-15,0 0-8 0,-7 4-2 16,-1-2-128-16,-5 1 111 0,0 4 88 15,0 1 277-15,-5-1-69 0,-6-2-94 16,-2 3 149-16,0 1-72 16,-3 1 6-16,3 3 73 0,2 2-138 15,3-1-29-15,3 0-33 0,-3 6-3 16,5 1-67-16,0 0 13 0,3 2-6 16,3-3-7-16,5 1-4 0,0 0 4 15,0-1 0-15,0 2 16 16,0-2 7-16,0 0-23 0,-3 2-39 15,0-3 27-15,-5-2-4 0,3 0-55 16,-3-3 70-16,0 2 1 0,-5-1-9 16,-1 2 9-16,-1-2 0 0,-1 4-137 15,-3-6 102-15,-2 3-26 0,-1-3-59 16,7-2 69-16,1-1-7 0,-2 0-136 16,6-1 26-16,-4-2-46 15,4-3-322-15,-1-2 165 0,3-6 35 16,0 5-309-16</inkml:trace>
  <inkml:trace contextRef="#ctx0" brushRef="#br0" timeOffset="-174309.16">24469 13643 274 0,'0'0'1008'16,"35"-14"-682"-16,-19 8 44 0,0 4-227 16,-3 1-40-16,0 1 63 0,-2 0-86 15,-1 1 11-15,-4 1-72 16,-1 1-19-16,0 4-1 0,1 2-34 15,-1 3 35-15,0 3 0 0,0 1 0 16,-5 1 29-16,0-3 22 0,0 3 20 16,0-2-26-16,0 0-38 0,-2 3 2 15,-1-2 4-15,-2 2-13 0,0-3-213 16,-1 2-23-16,-2-5-71 16,3-3-425-16,2-5 214 0,-2 1-128 0</inkml:trace>
  <inkml:trace contextRef="#ctx0" brushRef="#br0" timeOffset="-173921.79">24647 13726 390 0,'0'0'587'16,"0"0"-339"-16,0 0 51 0,0 0-208 15,0 0 7-15,0 0 149 16,32-17-144-16,-32 17-54 0,0 1 184 15,0 3 3-15,0 7-10 0,0 1 37 16,-3 6-116-16,0-4-51 0,3 0-20 16,3-1 13-16,2-1-89 0,3 2 48 15,6-5-45-15,-1 0-3 0,5-1 13 16,-2-4 37-16,5-3-46 16,-2-1 21-16,-1-2 16 0,4-2-9 15,-4-5-29-15,-5 1 57 0,-2 1-60 16,-3-4 31-16,-3 1 1 0,-5 0-26 15,0-3 32-15,-5 0-14 16,-3-3-24-16,-5 4-126 0,-3-1 98 16,-3 2-73-16,6 0-147 0,-3 3 219 15,3 3-9-15,2 2-35 0,6 1 70 16,2 0-45-16,1 2-225 0,2 0 35 16,0 2-68-16,0 0-327 0,2 1 295 15,9-1 15-15,0-1-397 16</inkml:trace>
  <inkml:trace contextRef="#ctx0" brushRef="#br0" timeOffset="-173514.45">24861 13713 139 0,'0'0'489'0,"0"0"-137"0,0 0 312 15,0 0-322-15,8 35-41 0,-8-21 74 16,0 1-195-16,0-1-48 0,0-5-68 16,0-3-42-16,0 0-22 0,0-1 7 15,0-3-7-15,0 3 0 16,0-3-7-16,3-1-12 0,-3-1 13 15,0 0-13-15,0-4 17 0,0-4-71 16,0-6-91-16,0-2 162 0,-3 2-2 16,1-1-12-16,-1-1 13 15,3 4 3-15,0 1-142 0,0 3 68 16,3 1 29-16,-1 4 21 0,4-1 24 16,-1 3 33-16,6 1 145 0,4 5-40 15,-1 2-35-15,4 4 0 16,-2 3-13-16,0-2-23 0,3 0 16 15,-1-1 79-15,3 0-82 0,-2 0-61 16,-1-3 63-16,-2 1-22 0,-2-3-60 16,-1-1 60-16,-5-4-41 0,-3 0-6 15,0-1 59-15,-2 0-37 16,-3 0-32-16,0-1 123 0,0-5-56 0,-5-4-42 16,-6-5-6-16,-2 0-22 15,-3 0-138-15,0-2 116 0,3 2-120 16,-3-5-361-16,0 2 106 0,3-2-245 15,2 2-944-15,1 4 903 0</inkml:trace>
  <inkml:trace contextRef="#ctx0" brushRef="#br0" timeOffset="-173250.33">25079 13407 1207 0,'0'0'664'15,"0"0"-327"-15,0 0 16 0,0 0 100 16,2 37-273-16,-2-25-78 0,3-2-92 16,-3-1 40-16,0-5-50 15,0 0 13-15,3 0-13 0,-1-1 0 16,1 2-86-16,0-2-6 0,-3-3-117 15,2 0-199-15,1 0 88 0,-1-1-148 16,1-1-684-16,-3-6 518 0</inkml:trace>
  <inkml:trace contextRef="#ctx0" brushRef="#br0" timeOffset="-173098.15">25171 13383 1403 0,'0'0'328'0,"0"0"26"0,11 37 125 16,-11-21-360-16,3 1-48 0,2 1-55 16,-2-1-16-16,-1 3-109 0,-2-7-477 15,0-4-187-15,3 1-529 0</inkml:trace>
  <inkml:trace contextRef="#ctx0" brushRef="#br0" timeOffset="-172377.95">23177 13437 1809 0,'0'0'279'0,"0"0"-75"16,0 0 26-16,0 0-104 15,0 0 12-15,0 0-16 0,0 0-45 16,0 0 12-16,0 0-37 0,0 0 8 16,3 43-50-16,-3-30 15 0,2-5-21 15,-2 0-4-15,0-4-36 0,3 1 14 16,0-2-122-16,-3 0-261 15,2 2 88-15,1-4-114 0,0-1-588 16,-1 0 269-16</inkml:trace>
  <inkml:trace contextRef="#ctx0" brushRef="#br0" timeOffset="-172220.24">23246 13408 1429 0,'0'0'646'0,"0"0"-238"15,0 0-198-15,0 0-97 16,0 0 57-16,0 0 27 0,3 41-139 0,2-27-58 16,-3-1-22-16,-2-2-55 15,3 0-183-15,0-1-658 0,-3-5-347 16</inkml:trace>
  <inkml:trace contextRef="#ctx0" brushRef="#br0" timeOffset="-164245.53">12596 13235 917 0,'0'0'385'0,"0"0"-122"15,0 0-48-15,0 0 80 0,0 0-162 16,0 0-16-16,0 0-23 0,0 0-56 16,0 0-38-16,-29-1-23 0,24 7 23 15,-6 3 22-15,1 6 1 16,-1 1 16-16,-5 0 3 0,3 3 27 15,-6 0 5-15,9 2-26 0,-9 4 93 16,1 2-84-16,4 3-21 0,-4 3-27 16,-1 5 52-16,3 0-13 0,1 5 7 15,4 1 37-15,3-1-38 0,3-2-44 16,2-1 47-16,6-4-57 0,2-4-16 16,8-6 15-16,1-5 1 15,-1-5-108-15,8-5 70 0,0-2-10 16,-2-6-90-16,7-3 96 0,-5-2 4 15,1-3-124-15,-7-2 59 0,-1 3-52 16,-6 1-185-16,-3 0-72 16,-5 2-209-16</inkml:trace>
  <inkml:trace contextRef="#ctx0" brushRef="#br0" timeOffset="-163476.2">12771 13409 379 0,'0'0'603'0,"0"0"-244"0,0 0 51 15,0 0-235-15,0 0-13 0,0 0 88 16,0 0-176-16,0 0 7 0,0 0 19 16,-13 9-45-16,10 2 13 0,-10 6 51 15,0 3-29-15,-1 3-17 0,-4 4 11 16,5-2 2-16,-1-1-25 0,-1 1-32 16,1 0 28-16,1-2-57 0,5-4 2 15,-3-1 10-15,9-3-12 16,-1-3-70-16,1-5 41 0,2-2-51 15,0-2-135-15,0 1 71 0,0-2-85 16,5-2-182-16,-3 0 236 16,12-7-14-16,-4-3-403 0,1-4 159 15,2 0-40-15</inkml:trace>
  <inkml:trace contextRef="#ctx0" brushRef="#br0" timeOffset="-163222.45">12766 13448 378 0,'0'0'691'16,"0"0"-316"-16,0 0-37 0,0 0 107 16,0 0-326-16,0 0-57 0,0 0 54 15,0 0-35-15,0 0 28 0,0 0 36 16,5 43-26-16,-5-24-42 16,8-1-13-16,-3-1-6 0,3 2-23 0,-2-2-35 15,1 3 38-15,1-3-38 16,-2-2 3-16,7-2-5 0,-5-2 2 15,-3-1-147-15,1-6 77 0,-4 2-36 16,1-4-106-16,-1 0 102 16,-2 2-55-16,0 1-256 0,0-3 12 15,0 0 12-15,0 1-369 0</inkml:trace>
  <inkml:trace contextRef="#ctx0" brushRef="#br0" timeOffset="-162995.04">12652 13646 1547 0,'0'0'351'0,"0"0"-23"0,0 0-2 16,0 0-161-16,0 0-33 16,0 0 12-16,0 0-67 0,0 0-71 15,0 0 17-15,45-20-26 0,-29 20 3 16,2-1-26-16,1 1 26 0,-1 0 0 15,1-2-205-15,-1 1-47 0,-4 0-93 16,4-5-614-16,-10 3 246 16,5 0 117-16</inkml:trace>
  <inkml:trace contextRef="#ctx0" brushRef="#br0" timeOffset="-162400.75">12988 13462 932 0,'0'0'375'0,"0"0"-53"0,0 0 211 16,0 0-336-16,0 0-19 0,0 0 57 16,0 0-186-16,0 0-20 0,-37-3-7 15,32 11 42-15,-3 9-12 0,0-2-4 16,3 5 32-16,-1 1-23 16,4-4-2-16,-1 5 53 0,3 1-31 15,-3 0-17-15,3-1 23 0,0 0-61 16,3-3-3-16,2-3 16 0,1-5-35 15,2-1-40-15,2-3 38 0,3-4 2 16,-2-2 0-16,2-1 0 16,1-3 7-16,-1-3 31 0,0 0-22 15,3-1-16-15,-8 2-70 0,-3-1 51 16,0 3 19-16,-5-3-124 0,6 2 123 16,-6-4 1-16,2 3-86 15,-2-3 83-15,0 3-35 0,-2-2-54 16,-4 4 91-16,-1-2 1 0,1 2-73 15,-2 2 60-15,0-1 3 0,3 1 10 16,-3 0 7-16,3 1-7 0,2 0 3 16,0 0-3-16,3 0 0 0,-2 0 1 15,2-3 28-15,0 2-29 0,2 0-102 16,4-1 86-16,4 0-3 0,4-4-29 16,-1 3 46-16,3 1 2 15,-3 0-7-15,-5 1 7 0,5 1 0 16,-8 0-24-16,3 0 24 0,-5 0 0 15,5 0 13-15,-3 0-10 0,3 2 32 16,-2 0-6-16,-1 0 22 16,0 3-28-16,0-1-20 0,-2 0 64 15,5 3-19-15,-3 0-29 0,-5 0 61 16,6 5-61-16,-1 0-13 0,-2 5 26 16,-3-6-32-16,5-4 3 15,-2 0-22-15,-3-3-51 0,2 2-237 16,1-2 63-16,-1 1-79 0,1-3-566 15,-3-1 238-15</inkml:trace>
  <inkml:trace contextRef="#ctx0" brushRef="#br0" timeOffset="-162071.66">13322 13462 1764 0,'0'0'506'0,"0"0"-22"0,0 0-236 16,0 0-40-16,0 0 66 0,0 0-91 16,0 0-66-16,0 0-57 0,0 0 53 15,0 0-82-15,5 0-24 16,-7 16 97-16,-6 3-60 0,8 1-26 15,-3-1 45-15,0 1-63 0,3 2-28 16,-2 1 28-16,2-2 0 0,0-1-113 16,0-4 92-16,0 1-71 0,0-4-173 15,0-1 177-15,2-3-144 16,-2-4-376-16,3-3 178 0,-3-1-101 0,3 1-492 16,-3-2 365-16</inkml:trace>
  <inkml:trace contextRef="#ctx0" brushRef="#br0" timeOffset="-161591.1">13428 13459 110 0,'0'0'1017'16,"0"0"-734"-16,0 0-6 0,0 0 180 16,0 0-207-16,0 0-34 0,0 0 87 15,0 0-143-15,0 0-38 0,0 0-17 16,10-22-32-16,-10 22-44 0,3 2 22 16,-3 7 126-16,3 2-34 0,-1 6-55 15,1 2 6-15,0 2-94 16,-3-4 34-16,0 1-15 0,0-2-19 15,0 0 7-15,2-1-7 0,-2-1 0 16,0-3 3-16,0 1-3 16,0-3 0-16,0-1-13 0,0-3 13 15,0 1 0-15,0-3-22 0,0-1 22 16,0 1 0-16,0 1-66 0,0-1 63 16,3 0 3-16,0-2-82 15,2 0 60-15,3 2-6 0,-3-3-98 16,8 0 126-16,1 0 0 0,2 0-40 15,-1-3 14-15,-1 3 26 0,-4 0-158 16,1 0 123-16,-3 0-38 0,0 3-216 16,-3-1 77-16,-2 0-88 0,2 0-361 15,-2 0 76-15,-1 2-100 0</inkml:trace>
  <inkml:trace contextRef="#ctx0" brushRef="#br0" timeOffset="-160818.15">13685 13462 297 0,'0'0'1038'15,"0"0"-472"-15,0 0-310 0,0 0-39 16,0 0 129-16,0 0-153 0,0 0-78 15,0 0-76-15,0 0 28 0,0 0 13 16,-6 26 67-16,4-6 2 0,2 0-44 16,0 1-45-16,-3-1 25 15,3 0-69-15,0 3 22 0,-2-1-23 16,2-4-15-16,0-2-19 0,0-4 19 16,2 1 0-16,-2-4-22 15,3-3 21-15,-3-2 1 0,2-1-78 16,1 1 74-16,2 0 4 0,-2-1-72 15,2-1 56-15,1-1 0 0,4 1 6 16,1-2 10-16,5-2 0 0,0-1-19 16,0 0-3-16,-3-3 19 0,0 3-153 15,-2 1 71-15,-3-1-88 0,-3 0-280 16,0 1 10-16,-2 1-212 16,-3 1-704-16</inkml:trace>
  <inkml:trace contextRef="#ctx0" brushRef="#br0" timeOffset="-160582.05">13674 13560 114 0,'0'0'2288'16,"0"0"-2120"-16,0 0-142 0,0 0 61 15,0 0 90-15,0 0-42 0,37 12-58 16,-21-9-16-16,5-1-51 0,-5-1 6 16,-3 0 6-16,-2-1-22 0,0 0-58 15,-3 0-73-15,-3 0-75 0,-2 0-356 16,-3-1-74-16,5 0-194 16</inkml:trace>
  <inkml:trace contextRef="#ctx0" brushRef="#br0" timeOffset="-160375.41">13706 13389 2216 0,'0'0'475'0,"0"0"-199"0,0 0-170 15,0 0-19-15,0 0 15 16,0 0-51-16,50-13-51 0,-31 13-40 15,-6 0 24-15,0 4 16 0,6 1-216 16,-6 1-79-16,-5-2-232 0,0-2-1369 0</inkml:trace>
  <inkml:trace contextRef="#ctx0" brushRef="#br0" timeOffset="-150574.58">13942 13772 613 0,'0'0'652'0,"0"0"-431"16,0 0-29-16,0 0 185 0,0 0-192 15,0 0-40-15,0 0 10 0,0 0-64 16,0 0-11-16,5-17 17 16,-5 17-23-16,0-3-4 0,0 1-9 15,0 2 10-15,3 0-52 0,-3 0-19 16,0 0-2-16,0 5 2 0,0-1 13 15,5 4 67-15,0 3-7 0,-2 5 4 16,-3 4 28-16,0-3-16 0,-3 4-64 16,-7-3 45-16,7-1-70 0,-2-1-16 15,-1-1-13-15,4-4-28 16,2 1-344-16,0-4 93 0,0-3-147 16,-3 0-975-16</inkml:trace>
  <inkml:trace contextRef="#ctx0" brushRef="#br0" timeOffset="-143714.16">14294 13418 714 0,'0'0'277'0,"0"0"-65"0,0 0 110 15,0 0-175-15,0 0-40 0,0 0 104 16,0 0-101-16,0 0-13 0,0 0 69 15,0-7-111-15,0 7-7 0,0-1 4 16,0 1-26-16,0 0-17 0,0 0-9 16,0 0-1-16,0 0 1 0,0 0 15 15,0 0 14-15,0 0 7 0,0 4 31 16,0-1 1-16,0 0-26 16,3 2 6-16,-3 1 0 0,2 4 4 15,-2 8-14-15,0-1 46 0,0 3-36 16,6 0-20-16,-6-2 20 0,2 3-29 15,-2 0-9-15,0 1 19 16,0 0 25-16,0-4-41 0,0 1 6 16,0-4-19-16,0-5 0 0,3 0 0 15,-3-5 0-15,0 0 3 16,0-2 0-16,0 2-3 0,0-1 3 16,0-1 10-16,0 1-13 0,0-3-1 15,0 0 1-15,0-1 16 0,2 0-10 16,-2 0 48-16,0 0-44 0,0 0 12 15,0 0 7-15,0 0-29 0,0 0 25 16,0 0-3-16,0-1-22 0,0 0-6 16,0 1 6-16,0 0 0 0,0-4-39 15,0 4 39-15,0-1 0 0,6 0-57 16,-6 0 44-16,2 1 10 16,4 0-42-16,-4-1 45 0,6 1 0 15,0 0 1-15,0 0 15 0,5 0-16 16,1-1 26-16,-6 1-17 0,2 0-9 15,-4 0-6-15,-1 0 6 16,0 0 0-16,3 0-27 0,0 0 15 16,-3 0 12-16,3 1-163 0,-2 0 13 15,2 1-113-15,-3-1-546 16,-5 3 0-16,0-2-367 0</inkml:trace>
  <inkml:trace contextRef="#ctx0" brushRef="#br0" timeOffset="-143110.5">14548 13467 822 0,'0'0'322'0,"0"0"-22"0,0 0 110 15,0 0-225-15,0 0 25 0,0 0 46 16,0 0-137-16,8-34 7 0,-5 32 99 15,-3 1-68-15,0 0-45 0,0 0-32 16,0 1-23-16,0 0-57 0,0 0-103 16,0 3 103-16,2 4 29 0,-2 4 15 15,3 4 42-15,-3 4-45 0,0-1-28 16,0 2 41-16,0-1-54 0,0-3 22 16,-3 4-19-16,3-5-3 15,-2 3-9-15,2-5 9 0,-3 0 0 16,3-2 3-16,0-3-3 0,0-2 0 15,-3-1-6-15,3-2 6 16,0 0 0-16,0 1-29 0,0-1 17 16,0-2 12-16,0 0-45 0,3 0 45 15,2-1 0-15,3 0 2 16,0 0 24-16,6-1-26 0,1-2 22 16,-1-2-19-16,-1 2-3 0,-2 2-22 15,-1-1 22-15,-2 1 0 0,-3 1-77 16,1 0 74-16,-1 0-51 0,0 0-188 15,-5 2 94-15,8 0-103 0,-5 1-321 16,-3 2 141-16,0-1-51 0,0-2-489 16</inkml:trace>
  <inkml:trace contextRef="#ctx0" brushRef="#br0" timeOffset="-142852.9">14522 13623 434 0,'0'0'1413'0,"0"0"-1040"15,0 0-108-15,0 0 58 16,0 0-146-16,0 0-20 0,0 0-65 16,0 0-31-16,0 0-61 0,0 0 19 15,18-35-16-15,-5 32-3 0,1-1 19 16,-1 2-19-16,0 1 0 0,-5 2-43 15,-3-1 24-15,-2 0 19 0,5 0-128 16,-3 0 29-16,3 0-94 0,-2 1-359 16,-1-1 62-16,-2 0-212 0</inkml:trace>
  <inkml:trace contextRef="#ctx0" brushRef="#br0" timeOffset="-142624.6">14561 13484 805 0,'0'0'727'0,"0"0"-3"0,0 0-488 16,0 0-39-16,0 0 9 16,0 0-81-16,0 0-64 0,0 0-58 15,0 0 14-15,24-30-17 0,-13 29-67 16,2 1 67-16,0 1-16 0,1 2-26 15,-4 2 29-15,3-1-51 0,1 2-387 16,-4-2 20-16,1-2-154 0,-3 0-715 16</inkml:trace>
  <inkml:trace contextRef="#ctx0" brushRef="#br0" timeOffset="-142357.53">14824 13457 1320 0,'0'0'391'16,"0"0"-171"-16,0 0 98 0,0 0-185 16,0 0-52-16,0 0 16 0,0 0-26 15,0 0 12-15,0 0 33 0,-14 22-29 16,6-5-10-16,1-1-22 16,-4 3 18-16,6 0-47 0,-3-2-10 15,2 1-3-15,-2-1-13 0,3 1-13 16,2-2 13-16,-2-1 0 0,3-1-213 15,-4-4 117-15,4-4-26 0,-1 0-204 16,3-2 99-16,-3-2-94 0,1 2-431 16,2-2 218-16,0-2-39 0</inkml:trace>
  <inkml:trace contextRef="#ctx0" brushRef="#br0" timeOffset="-142075.77">14797 13501 1244 0,'0'0'261'15,"0"0"-92"-15,0 0-49 0,0 0-88 16,0 0 27-16,0 0 103 16,0 0-65-16,0 0 40 0,32 35 86 15,-27-19-97-15,3-3-30 0,0 1 74 16,-3-2-74-16,3 1-32 0,0 1-35 15,0 0 61-15,0-2-90 0,0 0 25 16,0 0-22-16,-3-3-3 0,1-3-125 16,-4 1 48-16,1-3-45 0,0 1-184 15,2-1 79-15,-2 2-84 0,-3-1-528 16,0-3 77-16</inkml:trace>
  <inkml:trace contextRef="#ctx0" brushRef="#br0" timeOffset="-141830.74">14723 13658 2015 0,'0'0'427'0,"0"0"-130"0,0 0-14 15,0 0-145-15,0 0-7 0,0 0-77 16,0 0-10-16,0 0-44 0,0 0 13 15,40-29-3-15,-24 26-10 0,-3 3-13 16,0 0 10-16,3 0 3 0,-3 3-51 16,3 0 49-16,0-1 2 0,-3 0-179 15,3-1 0-15,-3 0-104 0,1-1-462 16,-6 0 115-16,0-1-113 0</inkml:trace>
  <inkml:trace contextRef="#ctx0" brushRef="#br0" timeOffset="-141530.7">15025 13520 1314 0,'0'0'660'15,"0"0"-378"-15,0 0-66 0,0 0-70 16,0 0-53-16,0 0-3 0,0 0 77 15,0 0-41-15,-21 41-18 0,15-25 23 16,1 1-51-16,2-1-80 0,1-4 25 16,-1 1-19-16,1-3-6 0,2-2-25 15,0-4 22-15,-3 3 3 0,3-3-143 16,0 0 56-16,-3 2 4 16,3-3-141-16,0-1 69 0,0-2-35 15,0 0-124-15,0 0 165 0,-2-3-104 16,2-3-499-16,0 0 335 15,0-5-30-15</inkml:trace>
  <inkml:trace contextRef="#ctx0" brushRef="#br0" timeOffset="-141084.15">14990 13483 198 0,'0'0'694'0,"0"0"-3"15,0 0-425-15,0 0-61 0,0 0 73 16,0 0-206-16,0 0-40 0,0 0 110 15,0 0-26-15,16 5 19 0,-10 8 0 16,-1 4-58-16,3-3-3 0,0 4-42 16,-3-5 22-16,3 2-35 0,0-2-6 15,0 4 16-15,0-4-29 0,-3 0 19 16,1-4-19-16,-4-1 0 16,3-3 2-16,-2 0 5 0,0 1-7 15,2-2 12-15,0 1 7 0,-2-2 1 16,5-1-17-16,-3-2 51 15,-5 0-3-15,8 0-35 0,-5-2 57 16,2-2-29-16,0-2-41 0,-2-6 89 16,2-1-70-16,-2-5 6 0,0 1 17 15,-1-3-45-15,-2 3 25 16,0-2-6-16,3-2-19 0,0 3 25 16,-1-1 0-16,1 0-25 0,2 3 35 15,-2 0-17-15,2 2-8 0,0 3 18 16,-2 2 7-16,2 4-35 0,-5 2-60 15,6-3 58-15,-4 3 2 0,1-1-129 16,-3 2 126-16,3 1-35 0,-1 1-272 16,1 2 122-16,2 6-84 0,-2 3-528 15,0 1 72-15,-3-1-249 0</inkml:trace>
  <inkml:trace contextRef="#ctx0" brushRef="#br0" timeOffset="-140190.46">15250 13755 399 0,'0'0'632'0,"0"0"75"16,0 0-415-16,0 0-49 0,0 0 80 16,0 0-171-16,0 0-27 0,0 0 26 15,0 0-45-15,0 0-55 0,0-7-38 16,3 7 35-16,-1 1 9 16,-2 5 26-16,0-1 31 0,8 4-12 15,-5 2-55-15,0 3 48 0,-3-3-41 16,0 3-48-16,0-4 66 15,0 1-72-15,0 2 35 0,0-3-26 16,-3 3-9-16,0-4 29 0,-5-2-23 16,6-2-6-16,-4 1 12 0,-2 1-40 15,1 2 28-15,-9 1-230 16,2 0 120-16,1-1-78 0,3-5-265 16,-1-2 140-16,3 3-117 0,3-3-769 15</inkml:trace>
  <inkml:trace contextRef="#ctx0" brushRef="#br0" timeOffset="-135982.36">15838 13418 903 0,'0'0'401'0,"0"0"-82"0,0 0 106 16,0 0-253-16,0 0-20 0,0 0 55 16,0 0-110-16,0 0-13 0,-26-33 9 15,20 30-22-15,4-2-4 0,-4 3-29 16,1 2 20-16,2-1-58 16,-2 1 10-16,0 0-13 0,-1 2 3 15,-1 4-54-15,1-2 53 0,-2 2-11 16,3-2-40-16,-3 3 50 0,5-1 2 15,1 3-39-15,-4-2 39 16,1-1 0-16,2 1 0 0,1 0 8 16,-1 1-8-16,3-2-58 0,0-1 45 15,5 2-54-15,1-1-4 0,2 0 70 16,2-1 1-16,4 3-13 16,1 0 13-16,1-2 0 0,-2-2-3 15,-1 2 3-15,-3-2 0 0,4 3 12 16,-4 1 14-16,4-2 13 0,-4 3-17 15,1-1 7-15,-3 2-6 0,-3-1-4 16,0 1 7-16,-2 0-1 0,0-2-18 16,-3 1 25-16,0-1-16 0,-3 4-10 15,0 2 20-15,-5-2-7 16,0-2-12-16,-2-2 38 0,-1 2-29 16,1-1-10-16,-6-2 29 0,2-1-35 15,4-1 2-15,-3 0 17 0,2-3-19 16,-2-1-124-16,2-1 60 15,1 0-49-15,-1 0-144 0,0-2 53 16,1-2-35-16,4-1-284 0,1 3 240 16,5-1 45-16,-2-2-111 0,2 2-270 15</inkml:trace>
  <inkml:trace contextRef="#ctx0" brushRef="#br0" timeOffset="-135565.84">16087 13479 734 0,'0'0'433'0,"0"0"42"0,0 0-309 15,0 0-49-15,0 0 39 16,0 0-101-16,-37 9-6 0,29-3 6 16,3-1-13-16,-3 5 16 0,0-1 55 15,0 4-22-15,-3 2 18 0,6 3 48 16,-3-1-61-16,8 1-9 0,0-3-13 15,0 2-10-15,5-3-16 0,1-2-39 16,2 2 33-16,-1-4-42 0,1-1 3 16,0-1 16-16,6-1-19 15,1 1-3-15,1 2-16 0,0-6 9 16,-2-2-194-16,-1 2 11 0,-3-3-91 16,-2-1-500-16,-2 0 48 0,-4 0-283 0</inkml:trace>
  <inkml:trace contextRef="#ctx0" brushRef="#br0" timeOffset="-134934.96">16209 13530 949 0,'0'0'254'0,"0"0"45"0,0 0 160 16,10 35-291-16,-7-21-32 0,0 1 17 15,-1-2-73-15,1 0-22 16,0 0-16-16,-1-3-19 0,1 0-21 16,-3-5-2-16,0 1 20 0,0-3-20 15,0-2 0-15,0 0 12 0,0 0 8 16,0-1 35-16,0 0 67 15,0-2-29-15,0-3-90 0,0-6 23 16,-3-4-26-16,3-2-4 0,0-1-12 16,0 2 16-16,3 0-65 0,5 1 63 15,2 1-40-15,-2-2-35 16,6 3 75-16,-4 0-14 0,4 7 16 16,-7-1 64-16,1 3 30 0,-2 1-17 15,-4 2-10-15,-2 0-3 0,6 0-32 16,-4 1 6-16,-2 0-38 0,3 0 2 15,-3 3 5-15,0 2 53 0,-3 0-8 16,-5 3 27-16,8-1-79 0,-8 1 29 16,0 1-26-16,1 0-3 0,-1 0-16 15,0-2 16-15,2 1 0 0,-2-1-51 16,0 0 49-16,3 1 2 16,2-3-45-16,-2 2 44 0,3-1 1 15,2 0-51-15,0-2 51 0,0 3 19 16,2-3-15-16,1 3 66 15,-1 0-16-15,4-1-51 0,-4 1 54 16,4-1-57-16,-1 2 29 0,0 0-20 16,1-2-9-16,2 2-10 0,-3 1 10 15,3-2 0-15,-3 1-143 16,8 0 28-16,-5-2-45 0,0 1-326 16,0-4 82-16,0 0-177 0,0-1-794 15</inkml:trace>
  <inkml:trace contextRef="#ctx0" brushRef="#br0" timeOffset="-134526.72">16463 13501 1318 0,'0'0'384'0,"0"0"-46"16,0 0 50-16,0 0-210 0,0 0-68 15,0 0-108-15,0 0-2 16,0 0 54-16,0 0 75 0,-5 42-49 16,7-27-25-16,4 4 15 0,-4-5 17 15,4 5-46-15,-1-4-34 16,0 2 66-16,-2-3-73 0,7-2 19 16,-4-2-9-16,-1-5-10 0,0 2 28 15,3-4-18-15,3 1 12 0,2-2-9 16,3-2 38-16,0-1-23 0,-3-7-21 15,3-1 43-15,-3-2-43 0,1-2 15 16,-4 0 13-16,-5-2-35 0,9-2 28 16,-9 0 1-16,0 0-29 0,-5 1 22 15,0-1-41-15,0 2 19 0,0 3-206 16,-2 1 117-16,-1 1 3 16,3 2-74-16,-3 5 96 0,3 0-67 15,0-2-236-15,0 2 98 0,0 0-162 16,0 1-529-16,0-1 181 0</inkml:trace>
  <inkml:trace contextRef="#ctx0" brushRef="#br0" timeOffset="-133948.52">16720 13506 338 0,'0'0'473'0,"0"0"71"15,0 0-203-15,0 0-29 0,0 0 193 16,3 44-263-16,-3-30-84 0,0 1 15 15,0 1-42-15,0 1-35 0,0 2-1 16,0-3-41-16,0 3-54 0,0-5-19 16,5-2 17-16,-5-3 2 0,3-6-200 15,-3 1 152-15,2-2 3 16,-2 0-96-16,3-1 51 0,0-1 7 16,-1-2-78-16,1-5-23 0,-1-5-46 15,4-3-133-15,-6-5 236 0,0 1 46 16,0 1-14-16,0 1-9 15,0 2-36-15,0 3-42 0,0 3 182 16,0 3 212-16,0 0 334 0,0 2-209 16,2-1-36-16,-2 3 108 0,3 0-182 15,-3 2-115-15,3 0-103 16,-1 0 58-16,6 0 10 0,-2 0-20 16,4 2 22-16,6-2-66 0,0 0 12 15,0-1 10-15,2-3-35 0,-4-3 22 16,4 0-3-16,-5 1-19 0,1-1-19 15,-1 1-6-15,-5-2 25 0,2 3-156 16,-4 0 137-16,-4 2-28 0,6-4-103 16,-5 2 131-16,0-3-35 0,-1 3-135 15,1-1 141-15,-3 2 6 0,0 2 20 16,0-2 22-16,0 2 28 16,-3 2-5-16,3 0 41 0,-5 6-3 15,2 2 35-15,1 4 12 0,-4 5 7 16,6 0-42-16,-2 1 16 0,2-2-23 15,0 1-31-15,0 0 53 16,2 1-88-16,4-2 26 0,-1 2-26 16,0-2 0-16,-2 0-26 0,5-1 1 15,-3-1 25-15,3 2-269 16,-3-3 132-16,1 0-60 0,2-4-440 16,-8-5-47-16,5 1-445 0</inkml:trace>
  <inkml:trace contextRef="#ctx0" brushRef="#br0" timeOffset="-133685.46">17109 13717 1447 0,'0'0'445'15,"0"0"-178"-15,0 0 214 0,0 0-217 16,0 0-74-16,0 0-43 0,0 33-80 16,3-24-16-16,-3-3-45 0,3 0 35 15,-1 0-41-15,1-2-41 16,-3 1-13-16,0 0-90 0,3-2-354 16,-1-1 46-16,1 2-276 0</inkml:trace>
  <inkml:trace contextRef="#ctx0" brushRef="#br0" timeOffset="-133525.45">17263 13771 1336 0,'0'0'453'0,"0"0"-453"0,0 0-26 15,0 0 21-15,0 0-14 0,0 0-150 16,0 0-815-16</inkml:trace>
  <inkml:trace contextRef="#ctx0" brushRef="#br0" timeOffset="-133396.49">17419 13770 2835 0,'0'0'173'0,"0"0"-173"0,0 0-62 16,0 0 60-16,0 0-125 0,0 0-820 15,0 0-311-15</inkml:trace>
  <inkml:trace contextRef="#ctx0" brushRef="#br0" timeOffset="-133272.27">17652 13777 2641 0,'0'0'0'0,"0"0"-3"15,0 0-301-15,0 0-1015 0</inkml:trace>
  <inkml:trace contextRef="#ctx0" brushRef="#br0" timeOffset="-132552.25">17938 13336 225 0,'0'0'753'0,"0"0"-313"16,0 0 164-16,0 0-416 15,0 0 0-15,0 0 116 0,-5-34-137 16,8 28-35-16,-1 3-7 0,1 0-42 16,5-2-42-16,0 3-34 0,0 2 66 15,5 0-64-15,0 7 11 16,0 3-17-16,1 4 25 0,-4 3 20 16,1 5 54-16,-3 4-52 0,0 2-21 15,-3 5 56-15,0 2-19 0,-5 1-56 16,0-1 62-16,0 0-72 0,-2 1-6 15,-4-4 3-15,1-1 3 0,-5-5-13 16,2 1 13-16,-3-4 0 0,0-2 16 16,1-2-16-16,-1 0 0 0,3-5-31 15,3-1 2-15,2-3 4 16,3-2-292-16,0-5 101 0,0 2-169 16,3-4-913-16,2-1-246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11T09:49:20.941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16437 6902 552 0,'0'0'248'0,"0"0"-75"16,0 0-151-16,0 0-28 0,0 0 39 16,0 0 455-16,0 0-390 15,0 0-37-15,0 0 27 0,-37 4-65 16,31 0-4-16,1 3 24 0,-3-2-40 15,-3 4 16-15,-2 7 33 0,0 0-29 16,0 3 0-16,-1-1 1 16,1 3 50-16,5 1 4 0,-2 0 84 15,4 4-94-15,-2 1-20 0,0 2 16 16,6 1 49-16,2-1 39 0,0 2-37 16,8 1-64-16,2-2-51 0,4 0-26 15,1-2 26-15,1-3 0 0,8-3-41 16,0-2-13-16,3-1-85 0,4-4-145 15,-2 1 135-15,-2-5-36 16,5-1-299-16,-3-3 74 0,-5-2-82 16</inkml:trace>
  <inkml:trace contextRef="#ctx0" brushRef="#br0" timeOffset="1143.74">16844 7000 355 0,'0'0'216'0,"0"0"-66"0,0 0 45 16,0 0-130-16,0 0-22 0,0 0-43 16,0 0-26-16,0 0 26 0,0 0 29 15,0 0 62-15,3-1-32 0,-3 1 61 16,3 0-22-16,-3 1-13 15,0 1 61-15,2-1-74 0,-2 0-43 16,3-1-6-16,-3 1-1 0,3 2-5 16,-3-2 6-16,0 1-23 0,2 1 13 15,1 3-12-15,0-1 22 0,-1 6 36 16,1 6 9-16,-3 1 19 16,3 3 14-16,-3 0 51 0,0 0-103 15,0-1-14-15,0-1 72 0,0-2-88 16,0 1-19-16,0 0-7 0,0-2 7 15,0 0 35-15,0-3-35 16,0-4-13-16,0-2-71 0,0-2-184 16,0-2 25-16,0 2-86 0,0-2-332 15,0-1 221-15,0-1 13 0</inkml:trace>
  <inkml:trace contextRef="#ctx0" brushRef="#br0" timeOffset="1611.84">16707 6999 729 0,'0'0'382'0,"0"0"41"0,0 0-225 15,0 0-71-15,0 0 74 0,0 0-142 16,0 0 2-16,-11-33 13 16,14 26-73-16,7 0 56 0,4-5-57 15,-1 2-13-15,5 2-16 0,1-2-10 16,-1 4 26-16,1-1 13 0,5 2 29 16,-3-2 10-16,3 4 0 0,0 1 71 15,0 0-81-15,-6 2-3 0,1 6 50 16,-6 0-24-16,-3 1-13 15,-2 1 22-15,3 3 16 0,-8-3-77 16,2 2-3-16,-2 0 3 0,-1-3 16 16,-2 0-7-16,-2 2 24 0,-4 2-1 15,-2-1 13-15,-2-1 29 0,-3 1-17 16,-1-4-28-16,-2 1 19 0,3-1-48 16,-3 0 1-16,3-1 18 15,0 0-19-15,2-3 20 0,-2 1-12 16,5-1-8-16,3 0-105 0,2-1 28 15,-2 0-78-15,-1 0-312 0,4 0 91 16,-1 2-105-16,1-3-545 16</inkml:trace>
  <inkml:trace contextRef="#ctx0" brushRef="#br0" timeOffset="2917.22">17030 7142 183 0,'0'0'521'0,"0"0"20"15,0 0-319-15,0 0-34 0,0 0 27 16,0 0-215-16,0 0 13 0,0 0 48 16,0 0 76-16,0 0 18 0,24 13-87 15,-16 1-42-15,-3-1 3 0,0 1 43 16,-2-4-31-16,0-3-18 0,-3 3 6 15,2-6 0-15,1 4-6 16,-3-2 3-16,0-2-7 0,0-1 0 16,0 0 14-16,0 0 12 0,0-3 22 15,0 0 142-15,0-4 57 0,0-1-75 16,0-8-172-16,-3-2-9 16,3-1-10-16,0-1-60 0,0 0 60 15,3-2 0-15,2-2-191 0,3 4 101 16,3-3-31-16,-1 6-101 0,1 0 196 15,-1 6 4-15,1 3-43 0,0 2 23 16,-1 3 0-16,1 0-148 16,2 3-17-16,0 2-27 0,-2 0-224 15,2 2 123-15,-5 3 58 0,0-4-128 16,0-1 184-16,-5-1 25 0</inkml:trace>
  <inkml:trace contextRef="#ctx0" brushRef="#br0" timeOffset="3158.85">17268 7113 128 0,'0'0'199'0,"0"0"26"0,0 0 228 16,0 0-173-16,-13 35 23 0,8-26 171 15,-1 0-279-15,1-2-27 16,0 0 87-16,2 2-142 0,-2-1-46 16,2 0-18-16,3-1 2 0,0 0-45 15,0 0 4-15,5-1 41 0,1 0 20 16,4-3 73-16,4-3 53 16,2 0-51-16,-1-6-35 0,-1 0 21 15,-6 1-56-15,0-1-54 0,-3-1 75 16,0 0-78-16,-2 1 16 0,2-4-4 15,-5 1-31-15,3-3-101 0,-3-1 76 16,0 1-66-16,0 3-215 16,-3 1 176-16,3 4-99 0,-3-1-456 15,1 1 317-15,2 0-162 0,0 2-571 16</inkml:trace>
  <inkml:trace contextRef="#ctx0" brushRef="#br0" timeOffset="3757.98">17488 7123 473 0,'0'0'710'0,"0"0"-212"15,0 0 51-15,0 0-319 0,0 0-24 16,0 0 55-16,0 0-171 0,0 0-71 16,0 0-19-16,0 0-45 15,3 8-42-15,-1-2 26 0,4 3 61 16,-1 3 45-16,3 5-35 0,-3 1 12 15,3 1-22-15,-3 0 3 16,-2 4 29-16,0-1 0 0,-1 2-29 16,-2-2 45-16,0 0-38 0,0-2-1 15,0 2 30-15,-5-3-33 0,0 0 4 16,-3-3 3-16,0-2-13 0,0-4 12 16,-3 1-9-16,-2-4-3 0,0-3-7 15,2-1 5-15,-2-3-12 16,2 0-60-16,1-2 72 0,-1-3-40 0,1-3-121 15,2-3 28-15,0-1-49 16,5 0-111-16,0-3 169 0,6 1 19 16,5-2 19-16,5 1 86 0,1-2-86 15,1 1 1-15,7-2 64 0,1-1 22 16,1 1 1-16,3-3 3 16,-1 0 46-16,1 2 42 0,2 1-7 15,-3 1 49-15,-2 2 42 0,-5 3-155 16,-3 1-18-16,-6 2 2 0,-4 3 12 15,-1 1-16-15,0 2 2 0,-2-2 0 16,-1 1 9-16,-2 0 64 16,0 0-46-16,-5 2-29 0,-5 0-16 15,-4 2-33-15,1 3 33 0,-3 3 10 16,3 0 6-16,0 2 45 0,5 0 36 16,-3 2-20-16,3 0 1 0,6 1-4 15,-4 2-14-15,4-3-44 0,2 1-52 16,2-1 39-16,6 1 0 0,3-2 13 15,-1 0 0-15,6 0-58 16,0-5-327-16,5 1 54 0,-2-1-124 16,-1-3-722-16</inkml:trace>
  <inkml:trace contextRef="#ctx0" brushRef="#br0" timeOffset="4213.74">17891 7186 637 0,'0'0'801'0,"0"0"-407"0,0 0-8 15,0 0-192-15,0 0-32 0,-37 25-1 16,31-19-94-16,4 2-15 0,2 1-33 16,0-3 17-16,5 2 2 0,3 1 26 15,10-5-12-15,1-1-8 0,5-3-2 16,0-6 22-16,2-6-64 0,1 1-86 15,-1-4 2-15,-2-1 7 16,0 0-24-16,-3-3 101 0,-3 2 0 16,-4-1-81-16,-1 0 23 0,-5 0-35 15,-5-1-18-15,-1 1-38 0,-2 0 0 16,0-1-175-16,-5 3 87 16,0 1-7-16,-1 5 189 0,1 2 55 15,2 4 87-15,-2 2 239 0,2 2-119 16,-2 0-67-16,-3 5 28 0,3 6-106 15,-3 3-4-15,5 8 49 0,1 1-36 16,2 2-10-16,0-1 29 16,2 1-32-16,1 1-6 0,2-2-46 15,3 1 20-15,0-4-26 0,0 1 0 16,0 0-64-16,0-5-94 0,-3 0-304 16,-2-6 101-16,0-4-74 0,-3-2-204 15,0-3 290-15,0-1 114 0,-3-1 216 16,3 0-37-16</inkml:trace>
  <inkml:trace contextRef="#ctx0" brushRef="#br0" timeOffset="4398.55">18002 7168 401 0,'0'0'795'0,"0"0"-378"16,0 0-24-16,0 0-53 0,0 0-301 15,0 0 36-15,0 0 186 0,45-5-100 16,-24 8-68-16,0-1-58 0,0 0 4 15,-2-1-39-15,0 1 16 0,-4-1-32 16,-4-1-39-16,0 1-308 16,-6 1 133-16,-2-2-48 0,-1 1-457 15,-2-1 188-15,0 0-69 0</inkml:trace>
  <inkml:trace contextRef="#ctx0" brushRef="#br0" timeOffset="4590.35">17591 6971 1776 0,'0'0'460'16,"0"0"-169"-16,0 0-291 0,0 0-38 15,0 0-95-15,0 0-55 0,0 0-97 16,37 3-203-16,-23 2-904 0</inkml:trace>
  <inkml:trace contextRef="#ctx0" brushRef="#br0" timeOffset="6193.08">18738 6948 123 0,'0'0'342'15,"0"0"-185"-15,0 0 12 0,0 0 131 16,0 0-131-16,0 0-45 0,0 0 78 16,0 0-95-16,0 0-9 0,0 0 32 15,-8-16-49-15,8 16 13 0,0 0 58 16,-2 0-74-16,2 0-13 15,0 0 9-15,0 0-74 0,0 0-20 16,0 4 20-16,-3 7 0 0,3 5 87 16,-3 4 64-16,1 6-28 0,-1-4-30 15,0 1 39-15,3 0-20 0,0 0-33 16,0-5-40-16,0 0 15 16,3-6-54-16,0-4-12 0,-1-1 12 15,1-3 0-15,0-3-3 0,2 1 3 16,0-2 26-16,3-1-26 0,0-10-23 15,0-3-53-15,3-7-123 0,-6-1 158 16,0-1-56-16,-5 2-120 16,0 0 155-16,-3 0 11 0,1-1-117 15,-3-1-4-15,2 1-45 0,-2 3-310 16,2-1 234-16,0 8 231 0,3 5 62 16,0 3 212-16,0 2 55 0,-2 2 246 15,2 0-195-15,0 0-122 0,0 0-189 16,2 3-4-16,1 6 46 15,8 1 54-15,2 2-29 0,0-4-29 16,6-2-7-16,-4-4 13 0,7-2 4 16,-4-2-29-16,3-5 34 0,1 0-15 15,-4-5-23-15,1 1 17 16,-3-4-39-16,-3 3-141 0,-3 1 93 16,-4-1-3-16,-1 5-71 0,-2-2 109 15,-3 3-6-15,2 1-49 0,-2 2 68 16,0-1 1-16,0 2-1 0,0 1 39 15,0 1-39-15,0 3-133 0,-2 7 133 16,-1 9 19-16,0 4 71 16,1 4-35-16,-1 2-26 0,0 0 38 15,3 0-3-15,0 4-64 0,0 0 0 16,3 0 0-16,2 1 0 0,1-3-173 16,-1-3-59-16,3-7-204 0,-3-4-680 15,0-8 344-15</inkml:trace>
  <inkml:trace contextRef="#ctx0" brushRef="#br0" timeOffset="6573.31">19225 7047 1437 0,'0'0'394'0,"0"0"5"0,0 0-231 15,-42 33-6-15,31-23 115 0,1 2-120 16,2-1-64-16,3-2 6 16,-1-3-22-16,6 0-77 0,0-1 16 15,0 0-19-15,0 0 3 0,3 1-48 16,2-3 48-16,9-2 32 0,-1-1-13 16,3-3 32-16,0-4-51 0,-3 0-121 15,-5 1 101-15,-6 3-11 0,4-2 18 16,-4 1 13-16,1 1 25 15,0-1-25-15,-1 2 42 0,-2 0-39 0,0 2 67 16,0 0 29-16,0 1-99 16,0 4-45-16,0 3 45 0,0 5 13 15,0-2 6-15,0-3 0 0,0 0-19 16,6-4-11-16,2 3 11 0,7-1 0 16,4-1-51-16,2-4-115 15,0-1-97-15,-2-1-418 0,-6-2 28 16,0-1-320-16</inkml:trace>
  <inkml:trace contextRef="#ctx0" brushRef="#br0" timeOffset="6876.78">19437 7136 1812 0,'0'0'1080'0,"0"0"-994"0,0 0-70 15,0 0-16-15,0 0 16 0,0 0 13 16,-5 36 3-16,13-31-16 0,0-4 13 15,8-1 35-15,0-4-64 0,0-1-96 16,-1 0 16-16,-1-1-36 16,-1 2-132-16,-2-2 139 0,-6 3 12 15,0-1-68-15,-2 2 152 0,2 0 13 16,-5 1 71-16,3-1 39 0,-1 2 6 16,-2 0 49-16,0 0-8 15,0 3-31-15,0 4 21 0,3-1-58 16,-3 1-89-16,3 2 26 0,2-3-26 15,3 2 0-15,8 0-35 0,0-3-109 16,0-3-126-16,0-1-382 16,-6-1-92-16,-2-1-317 0</inkml:trace>
  <inkml:trace contextRef="#ctx0" brushRef="#br0" timeOffset="7219.56">19787 7106 2582 0,'0'0'248'0,"0"0"-87"16,0 0 34-16,0 0 13 0,-37 4 4 15,32-1-32-15,-1 1-63 0,4 1-117 16,-4 0-7-16,4 2-8 0,2 0 15 16,0-2-66-16,2 1 62 15,4-2 4-15,2-2-47 0,2-1 19 16,6-1 9-16,0-2-254 0,-3-1 184 15,0-3-9-15,-5 3-133 0,-2 0 193 16,-1 1 38-16,-2 1-32 16,2 0 32-16,-2 1-20 0,-1 0 20 15,1 0 97-15,-3 3 50 0,0 1 3 16,0 0-45-16,0 3-51 0,2 1-54 16,-2-1 51-16,3 1-51 0,2-1 3 15,1 1-16-15,7-2 13 0,3-3-385 16,2-1 144-16,1-2-100 0,-3-2-554 15,-3-1 120-15</inkml:trace>
  <inkml:trace contextRef="#ctx0" brushRef="#br0" timeOffset="7888.02">20076 7123 1542 0,'0'0'1472'0,"0"0"-1292"16,0 0-84-16,0 0 174 0,0 0-30 15,-37 11-92-15,31-6-101 0,1-2 45 16,2 0-92-16,1-1-39 16,2-1 17-16,0 2 19 0,8-2-50 15,2-1 53-15,9-1 0 0,5-3-256 16,-3-1 145-16,3 1-35 0,-9 3 3 16,-4 1 60-16,-3 0-70 0,-3 4-72 15,1 2 209-15,-1 5 16 0,3 5 16 16,-5 6 80-16,-1 0-16 0,-2 2 49 15,0 3 27-15,-5 0-22 16,-3 3-20-16,3-3-25 0,-3 3-45 16,-3-2-38-16,0 1 48 0,-2-4-54 15,-3 2 31-15,3-3-9 0,-3-2-22 16,0-5 16-16,0-4-16 16,3-5 0-16,0-4 0 0,5-2 0 15,3-2 0-15,-1 0-83 0,-2-4 81 16,6-6-31-16,-3-7-131 0,5-6 107 15,0-4-36-15,7-1-136 16,7 1 126-16,4 1 23 0,3 2-64 16,1 0 89-16,4 1 26 0,1 2-22 15,-1-1 51-15,3 4 12 0,-2 1 33 16,2 1 26-16,-3 1 29 0,-2 2 106 16,-3 0-158-16,1 3-48 0,-4 0-1 15,1 0 1-15,-6 1 0 0,-5 2 1 16,0 2 2-16,-6-1 29 0,-2 3 0 15,3-2 70-15,-3 0-13 16,0 0 19-16,-5 0 9 0,2-1-57 16,-5 1-56-16,0 3 40 0,-2 0-44 15,-1 2 22-15,-2 3 44 0,2 3-32 16,1 4-18-16,2 0 50 16,0 4-66-16,2-2 38 0,4 2-38 15,2-1 0-15,2-1-41 0,6-1 41 16,6 0 0-16,-1-5-90 0,0-1 77 15,3-2-75-15,0-2-351 16,0-1 148-16,-3 0-133 0,0-2-513 16,-2-1 221-16</inkml:trace>
  <inkml:trace contextRef="#ctx0" brushRef="#br0" timeOffset="8746.84">20510 7172 3765 0,'0'0'63'0,"0"0"-63"0,0 0-28 15,0 0 28-15,0 0 63 16,0 0-60-16,0 0 110 0,0 0-47 16,0 0-63-16,37 12 114 0,-24-17-117 15,3 0-43-15,0 0 42 0,-5 0-74 16,-3 0-180-16,0 2 218 0,-3 1-26 16,0 0-123-16,0 0 185 15,-2 2-20-15,2 0 21 0,-2 0 35 16,0 2 79-16,-3 1-86 0,0 5 73 15,2-2-19-15,-2 0-57 0,3 1 69 16,0 0-91-16,2-1 32 16,3 0 15-16,0-3-33 0,2 0 17 15,4-2 22-15,4-1-56 0,-2-1-170 16,0-2 95-16,-3 0-101 0,0 0-192 16,1-1 116-16,-6 2-146 0,0 0-444 15,-6 1 286-15,4 1 178 0,-1-1 339 16,0-1 39-16,3 1 261 15,0 0 266-15,0-1-261 0,3-1-19 16,4-2 47-16,-1-1-174 0,2 0-40 16,-3-4-12-16,-5 2-17 0,2-2-12 15,-4 1-29-15,-1 1 28 0,-2 1-25 16,-3 2 0-16,0-2 38 16,0 2-51-16,0 2-45 0,-8 1 20 15,0 1 22-15,-6 1 3 0,1 6 12 16,-3 3 120-16,6 2 95 0,-1 1-39 15,1 1-55-15,4 0-44 0,1-1 46 16,2 0-69-16,3-2-53 16,0-2 53-16,3-3-66 0,2-1 31 15,1 2 10-15,4-1-41 0,6-2 9 16,0-1-53-16,2-2 35 0,1-3-161 16,-6 0 154-16,1-3-97 0,-1 0-207 15,-5 0 211-15,0 1-22 0,-6 1-115 16,4 1 133-16,-4 1 36 0,1 0 77 15,0-1 41-15,-1 2 79 16,-2 1 151-16,0 0-9 0,0 0-59 16,0 0-99-16,0 4-9 0,0-2-45 15,0 3-47-15,0-1 88 0,3 1-28 16,2-1-53-16,0-1 100 0,6-3-72 16,0 0-20-16,2 0 51 15,-3 0-69-15,1 0-122 0,-8-1 122 16,5 1-50-16,-6 0-104 0,4 0 138 15,2 0 16-15,-6 0-31 16,3 1 31-16,-2 2 65 0,5 2-46 16,-3-1 83-16,3 0-40 0,6-2-40 15,1-1 121-15,7-2-56 0,-1-5-81 16,0-4 90-16,3 0-96 0,0-4-3 16,0 1-25-16,-1-3 28 0,-4-1-208 15,-1-3 159-15,-2 0-61 0,-2-2-189 16,-1-2 138-16,-3-1-125 15,-4 0-390-15,-1 1 165 0,-2 3-250 16,-3 6-467-16</inkml:trace>
  <inkml:trace contextRef="#ctx0" brushRef="#br0" timeOffset="8921.84">21432 6923 166 0,'0'0'1012'0,"0"0"-488"15,0 0 83-15,0 0-310 0,-27 41-10 16,22-14 68-16,-3 3-126 0,3 3-32 16,5-4-46-16,0 0 0 15,0 1-47-15,5-3-91 0,3-1 84 16,-3-6-97-16,6-1-13 0,-3-5 1 15,0-4 12-15,-3-4-177 16,-2-2 159-16,-1-3-48 0,1 0-171 16,-3-1 142-16,3 0-35 0,-3-1 6 15,-3-7 76-15,-2-5-159 0,-6-3-489 16,-2-1 268-16,2 0-95 0,1 3-546 16</inkml:trace>
  <inkml:trace contextRef="#ctx0" brushRef="#br0" timeOffset="9050.46">21331 7110 1704 0,'0'0'972'15,"0"0"-344"-15,0 0-285 0,0 0-128 16,0 0-102-16,0 0-9 0,0 0-41 16,0 0-51-16,42-12 69 0,-18 10-81 15,3 1-146-15,-3-1 91 0,-1 0-92 16,4 0-226-16,-1 0 157 16,3-4-149-16,-10 2-1062 0</inkml:trace>
  <inkml:trace contextRef="#ctx0" brushRef="#br0" timeOffset="10064.08">22237 6892 346 0,'0'0'303'0,"0"0"-49"0,0 0 30 15,0 0-96-15,0 0 27 0,0 0 130 16,0 0-164-16,0 0-2 0,0 0 53 16,0 0-171-16,-8-8-60 0,8 10 4 15,0 7 150-15,0 4-1 0,0 10 26 16,2 4-68-16,-2 3 25 0,0-1-80 15,0-1-9-15,0-1-48 0,0-1-22 16,3-3 22-16,-3-2 0 16,3-4-80-16,-3-1 42 0,0-2-51 15,0-3-139-15,0-4 145 0,0-1-56 16,0-2-203-16,0 2 100 16,-3-3-50-16,-2 0-307 0,0-3 335 15,-3-3-62-15,0 0-367 0</inkml:trace>
  <inkml:trace contextRef="#ctx0" brushRef="#br0" timeOffset="10358.21">22133 6885 1030 0,'0'0'277'0,"0"0"-111"16,27-39-6-16,-14 30-102 0,3-4 46 15,0 4 6-15,5-1 66 0,-2 3 222 16,-1 2-182-16,3 1-19 0,1 4 1 15,-4 7-99-15,1 3-99 16,-6 2 26-16,0 2-26 0,-2 0 29 16,-3 2-26-16,-3 0 67 0,-5 0-9 15,0-3-49-15,-3 1 58 0,-5-1-22 16,-2-1-35-16,-3-1 79 16,-3 0-42-16,0 0-47 0,-3-2 70 15,1 0-73-15,2-3 3 0,0 1-34 16,3-2 31-16,2 0-270 0,1-5 86 15,4 1-66-15,4-1-456 16,2 0 67-16,0 0 11 0</inkml:trace>
  <inkml:trace contextRef="#ctx0" brushRef="#br0" timeOffset="10832.49">22404 7084 646 0,'0'0'778'15,"18"39"-426"-15,-10-21-115 0,0-2 80 16,-3-2-197-16,1-1-52 15,-1-3 71-15,-5-2-33 0,3-3-13 16,-3-1-35-16,2-2 22 0,-2 0-19 16,0 0 32-16,0-1 16 0,0-1-7 15,0 0 57-15,-5-4 15 0,2-5-174 16,-2-4-54-16,-3-4 25 0,3-3-37 16,-1 1-93-16,4-1 89 15,2 0-55-15,8 3-240 0,2 0 168 16,6 4 46-16,3 2 2 0,-1 3 123 15,1 3 7-15,-1 5-1 16,-2 0 7-16,-2 3-9 0,-1 2-37 16,-5 4 14-16,2-1 6 0,-4 1 16 15,-1 3 23-15,-2 1 20 0,-3-1 103 16,0 3 10-16,0-2-4 0,-3 0-16 16,3-2-55-16,-3-2 19 0,3-2 49 15,0-3-33-15,0 0-19 0,0-2-13 16,3 1 70-16,0-2 19 15,2-1 63-15,5 0-49 0,4-8-60 16,2 0-82-16,-3-3 70 0,-3 1-92 16,-2 0 37-16,-2 0 20 0,-4 0-16 15,1-3-22-15,-3 3 31 0,0 0-50 16,-5-1-147-16,-1 3 91 16,-4 0-130-16,4 3-386 0,1 4 123 15,0 1-16-15,5 0-279 0,-3 0 70 16</inkml:trace>
  <inkml:trace contextRef="#ctx0" brushRef="#br0" timeOffset="11192.31">22955 7225 1353 0,'0'0'985'0,"0"0"-753"16,0 0 116-16,0 0-152 0,0 0-40 16,0 0 48-16,0 0-55 0,-22-35-60 15,17 23-39-15,0-4 48 0,-1-2-98 16,1-1-57-16,0 0 56 0,0-3-27 16,-3-3-127-16,2-3 154 15,1-4-66-15,5 1-155 0,3-1 168 16,7 2-4-16,6 2-108 0,5 1 143 15,-2 6 23-15,5 5 110 16,0-1 25-16,-1 6-43 0,1 6-51 16,-3 0 39-16,-2 5-80 0,2 6-16 15,-5 5 13-15,-3 0 3 0,1 3-104 16,-7 6 103-16,-1-1-55 0,-6 3-354 16,0 2-93-16,-8 1-126 0,0-10-824 15</inkml:trace>
  <inkml:trace contextRef="#ctx0" brushRef="#br0" timeOffset="12944.54">22968 7127 2291 0,'0'0'311'0,"0"0"-153"16,37 2 127-16,-19-2-131 0,4 0-17 16,-1-3-29-16,0-1-3 15,5-1-38-15,1-2 34 0,-3-1 6 16,0 0-107-16,-6 1 32 0,1 0-26 15,-3 1-6-15,-8-1-3 16,-1 4 3-16,-1-1 0 0,-4 1-44 16,-2 1 44-16,0 1 0 0,-2-2-111 15,-4 2 45-15,-7 1-7 0,-3 7-25 16,0 2 98-16,1 4 63 0,1 1-41 16,6 0 58-16,3 0-58 0,2 0-13 15,1-2 39-15,2-2-48 0,5-1-13 16,6-4 13-16,2-1 28 15,3-1-28-15,2-3 73 0,-2 0-73 16,5-5-22-16,-2-1 19 0,2-2-51 16,-5 3-174-16,0-5 139 0,-3 2-89 15,0-2-249-15,-2-2 279 0,-3 1 19 16,-3-2-140-16,3-1 69 16,-5-1-93-16,-3 3-231 0,2-1 287 15,-2 5 237-15,0 2 81 0,0 3 124 16,0-1 20-16,0 2 71 0,0 0-108 15,0 1 0-15,3 1 19 16,-3 0-194-16,3 5 29 0,2 3 146 16,3 4-66-16,3 2 4 0,-1 1-1 15,6-1-13-15,-3 0 0 0,1 1 152 16,-1 0-178-16,-3-1-86 0,1-2 16 16,-3 2-1-16,-3-4-15 0,-2-2 16 15,0-2-16-15,-3 1 0 0,0-4 19 16,-6 3-3-16,-2 1-16 15,-8-1-82-15,1 3 47 0,-1-8-38 16,0-1-109-16,8-1 182 0,0-5-22 16,3 3-77-16,2 0 77 0,3-2-13 15,-3-1-65-15,6-1 68 0,5-5-29 16,8 0-48-16,5-1 90 16,0 0-49-16,3 0-242 0,0-1-14 15,2 0-121-15,3-1-281 0,3-1 726 16,-3 1 411-16,-5 3 12 0,-5 2-352 15,-6 3-42-15,-5 2 4 16,0 2 6-16,-6-1 71 0,1 2 195 16,0 1-179-16,-3-1-45 0,-3 2 77 15,-5 3-20-15,-5 3-138 0,0 5 2 16,-3-2 37-16,5 4-14 0,6-2-21 16,0 1 34-16,5-1-15 0,0 0-11 15,5 1 17-15,3-4 29 0,2 2 9 16,6-1 39-16,3-1-17 15,2-1-25-15,0 0 44 0,0 2-108 16,-5-3 44-16,-2-1-41 0,-4 0-3 16,-5-1-9-16,-2-2 9 0,0 3 0 15,-3 0 13-15,0-2 72 0,-3 3-3 16,-7 1-6-16,-4 2 28 16,-4-3-95-16,2-1 26 0,0-1-1 15,5-2-34-15,1-1-6 0,4 1 4 16,1-2 2-16,3 0-195 15,2 0 193-15,0 0-55 0,0-4-200 16,5-2 66-16,5-3-16 0,12-4-202 16,1 1 170-16,1-1-29 0,3 0-369 15,-1 4 155-15,-2-2 301 0,3 3 181 16,-4 2 329-16,-1 2-232 0,-6 2 320 16,-1 1-73-16,-1 1-107 0,-4 2-14 15,1 1-68-15,-1 2 29 0,-2 0 98 16,-2 3-84-16,-1 2-20 0,-2 1-42 15,-1-4 6-15,1 1-72 16,0 0-55-16,-3-5 26 0,2 1-41 16,-2-1 7-16,0 0-7 0,0-2 0 15,-5 1-60-15,2-2 58 0,-2 0-80 16,0-3-193-16,-1-3 182 16,1-6-31-16,2-1-132 0,1 0 186 15,2-1-7-15,0 2-17 0,2-4 81 16,9 2-16-16,-3 0-48 0,3 1-29 15,2 3-92-15,3 3-191 16,0 1 389-16,5 2 7 0,0 1 443 16,0 3-301-16,-2 0-52 0,-3 2 74 15,-1 1-68-15,-1 1-61 0,-4 3-36 16,-4-3 65-16,-1-1-4 0,-2 1-16 16,-1 1 20-16,-2 1-7 0,0 3 88 15,-5 0 19-15,-6 3-104 16,1 1-67-16,-1-3 82 0,3-1-7 15,0-2-12-15,6-1 44 0,2-2-107 16,0 2 42-16,0 2-42 0,0 0 0 16,8 0 15-16,2 0 13 0,9-2-9 15,2 0 9-15,0-5 53 0,0-1-81 16,-2 0-6-16,-3-2-19 16,-3-3 25-16,-5 2-185 0,0 0 169 15,-3 0 16-15,-2-2-72 0,-1-1 72 16,-2-2 0-16,3 1-122 0,-3-1 110 15,0 0-39-15,-3-1 7 16,1 5 44-16,-4-2 63 0,4 4 3 16,-1 0 88-16,3 2-52 0,0-2-93 15,0 2 100-15,0 0-100 0,3-1 32 16,5-1-19-16,2-1-22 0,4 0 15 16,1-1-12-16,1 1-3 0,-2-1-6 15,-1 3 6-15,-5-3 0 0,0 3-71 16,-6 0 70-16,1 1 1 0,2 0-72 15,-2 0 71-15,0 1 1 16,-1 1 0-16,-2 2 34 0,3 0 28 16,-3 3-43-16,0-3 59 0,0 1-78 15,0-1 43-15,3-2 4 0,-1 1-47 16,1-2 43-16,5-1 10 16,2-2-53-16,6-4-10 0,0-2-17 15,3 0 27-15,-6 1-193 0,0 2 193 16,0 1-40-16,-2 0-79 0,0 3 118 15,-6 1 1-15,0 0-75 16,1 1 75-16,-4 3 22 0,3 2 53 16,1 4 97-16,-1 6-89 0,3-2-49 15,-3 0 16-15,1-2-50 0,-1-1-19 16,0-2-21-16,0 0 40 0,1-4-323 16,-4 1 178-16,4-5-107 0,-1 0-686 15,-2 0-504-15</inkml:trace>
  <inkml:trace contextRef="#ctx0" brushRef="#br0" timeOffset="13379.88">24944 7126 1450 0,'0'0'1042'15,"0"0"-890"-15,-48 10 166 16,32-4 2-16,-3 3-37 0,6 2 143 16,0-3-144-16,5 1-124 0,3-2-140 15,-1 0 91-15,6-3-109 0,0 1 37 16,0 1-28-16,3-1-9 0,8-2-93 16,2-3 93-16,5-1-58 0,1-5-278 15,-3-1 188-15,-3 1-98 0,-8 0-335 16,1 4 295-16,-4-1 19 0,4 1-18 15,-4 1 240-15,1-1 19 16,0 2 26-16,-1 0 142 0,-2 3 98 16,0 0 229-16,0 1-156 0,0 2-97 15,3-1-30-15,2 1-48 0,6 0-47 16,5 0-33-16,5-5 51 16,5-1-78-16,1-3-3 0,-1-5 40 15,1 0-68-15,-3-3-99 0,-1 1 86 16,1-1-21-16,-5-3-151 0,-1 0 156 15,-2-3-59-15,0-3-189 16,-3-2 175-16,1-4-73 0,-4-2-485 16,-2-3-10-16,0 7-378 0</inkml:trace>
  <inkml:trace contextRef="#ctx0" brushRef="#br0" timeOffset="13563.3">25298 6801 2612 0,'0'0'293'0,"0"0"-174"0,-45 48 143 16,30-23-52-16,1 7-58 15,-2 3 28-15,3 4-7 0,3 1-91 16,4 4-75-16,1-1 61 0,8-1-27 16,2-1-7-16,6-1 103 0,4-6-137 15,1-4-93-15,5-5 43 0,3-7-69 16,-2-4-243-16,-1-6 182 16,0-7-138-16,-3-4-1001 0,-2-2-288 15</inkml:trace>
  <inkml:trace contextRef="#ctx0" brushRef="#br0" timeOffset="22820.15">25931 7073 386 0,'0'0'407'0,"0"0"-172"0,0 0-43 15,0 0-130-15,0 0-62 0,0 0 0 16,0 0 62-16,0 0-13 15,0 0 617-15,0-1-410 0,0 1-97 16,0-1 31-16,3 0-77 0,-3-2-7 16,3 2-10-16,2 0-9 0,0 0-30 15,6-1-12-15,5 1 9 0,2 0-54 16,4 0-9-16,1 1 8 16,1 0 1-16,5 0-362 0,0 0 20 15,1-3-280-15,-9 1-951 0</inkml:trace>
  <inkml:trace contextRef="#ctx0" brushRef="#br0" timeOffset="23645.04">26710 6913 867 0,'0'0'212'0,"0"0"-78"0,0 0-24 16,0 0-61-16,0 0 26 0,0 0 75 15,0 0-56-15,0 0 23 16,0 0 78-16,0 0-91 0,11 45-30 16,-11-26-3-16,0 1-3 0,0-2-19 15,0-2-18-15,2 2-15 0,-2-1-13 16,3-1 0-16,0-2-3 16,-1-2-2-16,4 1-19 0,-1-6 19 15,0-1 0-15,3 1-22 0,5-1 24 16,3-1 0-16,5 0 10 15,-2-4-8-15,5-1 27 0,-6 0-16 16,4 0-10-16,-4 0-3 0,1-1-38 16,-1 0-102-16,-5 0-87 0,-2 0-387 15,-3 1 67-15,-3-3-262 0</inkml:trace>
  <inkml:trace contextRef="#ctx0" brushRef="#br0" timeOffset="23879.31">26760 7035 1768 0,'0'0'477'0,"0"0"-357"16,0 0-10-16,0 0 87 0,0 0-1 15,35-15-68-15,-19 11-31 0,0 4-62 16,-3 0-35-16,0 0-21 15,-2 0 2-15,-3 0 13 0,-3 3-325 16,0-2 57-16,-2-1-144 0,0 0-707 16</inkml:trace>
  <inkml:trace contextRef="#ctx0" brushRef="#br0" timeOffset="24071.24">26805 6919 1574 0,'0'0'364'16,"0"0"-134"-16,43-12-162 0,-22 11-39 15,-2-2 56-15,2 3-67 16,0 0-18-16,0 2-13 0,0 0-120 16,0 2-123-16,1 2-345 0,-1-4 265 15,0 2 62-15</inkml:trace>
  <inkml:trace contextRef="#ctx0" brushRef="#br0" timeOffset="24550.53">27219 6939 704 0,'0'0'362'0,"0"0"0"16,0 0-151-16,0 0-58 0,0 0 168 16,-24 42-172-16,13-26-13 0,3-1 58 15,0-1-113-15,0 2-17 0,3-3-9 16,0-1-49-16,-1 2-6 0,6-5-26 15,-2-1 24-15,2-4 2 16,-3 0-51-16,3-2-14 0,0 1-41 16,0-1-56-16,0-2 162 0,0 0 13 15,3-6-13-15,-3-5-32 16,2-2-43-16,1-3 52 0,0 3 23 16,-3-2 7-16,2 2-5 0,-2 2-2 15,3 1 0-15,0 5-35 0,-3 2 10 16,2-1 25-16,1 2 29 15,0 0 78-15,-1 1-13 0,4 1-56 16,-4 0-8-16,6 5 44 0,0 4 16 16,3 4 0-16,-1 0-12 0,1 3 44 15,0-5-29-15,-1-1-45 0,3-1 63 16,1-3 20-16,-1-2-35 0,0-1 2 16,0-3 35-16,1 0-35 0,-4-6-16 15,1-1 87-15,-1-2-37 0,-2-1-57 16,-2-1 71-16,-4-2-71 15,1-2-69-15,-3 1 90 0,0 0-96 16,-5 0 18-16,2-3-80 0,-5 1 47 16,0 3-299-16,3 3 224 0,-1 0-55 15,4 4-227-15,-1 2 245 16,3 2-32-16,0 1-283 0,0 1 39 16,3 0-647-16,2 1-348 0</inkml:trace>
  <inkml:trace contextRef="#ctx0" brushRef="#br0" timeOffset="24953.19">28225 6948 1347 0,'0'0'608'15,"0"0"-459"-15,0 0-133 0,0 0 32 16,0 0 36-16,0 0 104 15,0 0-123-15,0 0 41 0,0 0 75 16,27 45-53-16,-27-23-35 0,0 1 10 16,0-2-26-16,0-1-58 0,0 1-6 15,0 0-1-15,0-3-12 0,0-2 16 16,0-3 0-16,0-3-16 0,2-4-80 16,-2-1 39-16,0-2-68 0,0 0-216 15,-2 0 16-15,-1-1-165 0,0-2-749 16,-5-4 515-16</inkml:trace>
  <inkml:trace contextRef="#ctx0" brushRef="#br0" timeOffset="25174.91">28061 6958 1281 0,'0'0'1069'0,"0"0"-759"0,0 0-227 16,0 0-9-16,32-19 84 15,-16 15-27-15,-3 2-57 0,3 1-29 16,-3 0 34-16,3-1-28 0,5 2-47 16,-2 0 46-16,2-1-50 0,0 1-23 15,3 0 22-15,-3 0 1 0,-3 0-242 16,4 1 20-16,-1-1-154 0,-3 0-692 16,-4 0 368-16,-1 0-4 0</inkml:trace>
  <inkml:trace contextRef="#ctx0" brushRef="#br0" timeOffset="25335.76">28466 6933 574 0,'0'0'453'0,"0"0"-105"16,0 0 144-16,0 0-324 0,0 0-51 16,11 37 61-16,-11-21-42 0,0 1 9 15,0 0 20-15,0-3-43 16,0 2-26-16,0-1-41 0,2 0 2 16,4-2-57-16,-1-1 1 0,0-5-2 15,0-1-58-15,1-1-163 0,4-1 22 16,4 0-162-16,2-4-723 15,-6-2 16-15</inkml:trace>
  <inkml:trace contextRef="#ctx0" brushRef="#br0" timeOffset="25553.36">28723 6974 1190 0,'0'0'699'0,"0"0"-332"16,0 0-254-16,0 0 3 0,0 0 75 15,8 36-75-15,-8-19-33 16,0 3 36-16,3-2-45 0,-3-1-16 16,2 1-46-16,1-2 30 0,2 1-42 15,-2-6-45-15,2-1 0 16,0-2-54-16,-2-4-165 0,2-1 22 16,-2-2-182-16,2 2-923 0,-2-3 633 15</inkml:trace>
  <inkml:trace contextRef="#ctx0" brushRef="#br0" timeOffset="25860.14">28858 6957 1117 0,'0'0'820'0,"0"0"-820"0,0 0 0 16,0 40 65-16,0-27 13 0,0-2 9 15,3 2 91-15,-3 0-64 16,2 0 8-16,1 3 36 0,0-2-103 16,-1 3-42-16,1-1-10 0,2 0 20 15,-2 0-23-15,2-1 3 0,0 0-19 16,1 1 6-16,-1-3-251 15,0 1 18-15,-2-4-188 0,0-3-953 16</inkml:trace>
  <inkml:trace contextRef="#ctx0" brushRef="#br0" timeOffset="26178.79">28625 6948 2549 0,'0'0'226'16,"0"0"-152"-16,0 0 32 0,0 0 41 15,0 0-6-15,0 0 31 0,0 0-29 16,0 0-58-16,0 0-22 15,26-30 29-15,-15 27-92 0,8 0 38 16,2 0-38-16,5 1 0 0,1 1 15 16,2-3-8-16,0 1-7 0,3 1 0 15,-3 2-2-15,0 0 2 0,-5 0-114 16,2 0-12-16,-4 2-186 0,-4 1-436 16,1-3 114-16,-6 1-154 0</inkml:trace>
  <inkml:trace contextRef="#ctx0" brushRef="#br0" timeOffset="26427.46">29073 6918 1230 0,'0'0'394'15,"0"0"-328"-15,0 0 57 16,0 0-19-16,0 34 123 0,0-21-78 16,0 4 13-16,0-2 38 0,0 0-87 15,2-1-23-15,1 2-19 0,2-4-1 16,-2-2-28-16,2-1-13 15,0-1 38-15,6-1-22 0,0 0-13 16,2 2 41-16,0-5-34 0,0-1-30 16,1-2 52-16,-1 0-61 0,-3-1-7 15,4 0-9-15,-6 0-169 0,-3 0-348 16,0 0 113-16,-2-1-86 0,-1-1-481 16,1-2 245-16</inkml:trace>
  <inkml:trace contextRef="#ctx0" brushRef="#br0" timeOffset="26612.64">29059 6977 2124 0,'0'0'595'0,"0"0"-521"16,0 0-36-16,0 0-38 0,0 0-1 15,0 0-21-15,35-19-43 0,-22 16 62 16,0 2-10-16,-2 0-35 15,-6 0-62-15,3 1-174 0,-5-3-583 16,-1 3 173-16,1-3-30 0</inkml:trace>
  <inkml:trace contextRef="#ctx0" brushRef="#br0" timeOffset="27048.28">29163 6898 1847 0,'0'0'848'15,"0"0"-680"-15,34-14-59 0,-15 8-58 16,-1 1-51-16,-2 4 0 0,0 1-74 15,0 0 55-15,-3 0-142 16,0 0-310-16,-2 0 134 0,-3 0 51 16,0 1-212-16,0 0 182 0,-6 0 172 15,4 0 144-15,-4 0 118 16,4 1 129-16,-4 1 212 0,1-1-211 16,0 0-18-16,-1 0 84 0,1 1-226 15,-3 2-27-15,2 0 34 0,-2 2 8 16,3 4-35-16,-3 2-1 15,3 3 14-15,-3-1-17 0,0 0-61 16,0-3 26-16,0 0-7 0,0 0-15 16,0-2 31-16,-3-1-35 0,3-2 3 15,0-2 26-15,-3-2-32 0,3 0 3 16,-2 1 32-16,2 0-35 0,0-2-39 16,0-1 39-16,0 1 0 0,0-2 3 15,0 0 67-15,5 0-18 0,3-4-24 16,5 0 36-16,6 2-19 15,-3-2-36-15,5 2 39 0,-5 0-48 16,2 1 13-16,1 1-13 0,-1 0 0 16,1 0-28-16,0 0 28 0,-4 0 0 15,1 1-143-15,3 0 25 16,-3 1-110-16,-3-2-353 0,-2 0 17 16,-1 0-230-16</inkml:trace>
  <inkml:trace contextRef="#ctx0" brushRef="#br0" timeOffset="27900.93">29880 6630 1611 0,'0'0'390'0,"0"0"-118"0,0 0 93 16,0 0-210-16,0 0 12 0,0 0 83 16,0 0-72-16,0 0-63 0,0 0-65 15,8-31 45-15,-5 28-47 0,2 1-42 16,3 0 54-16,0 1-60 15,3 0 32-15,5 1-20 0,0 0-12 16,-1 3-55-16,4 3 55 0,-6 3 0 16,3 2-19-16,0 4-3 0,-3 7 22 15,-2 2-118-15,2 6 118 16,-2 5 0-16,-3 4-6 0,0 5 6 16,-1 3 0-16,-1 1 32 0,-4 0-7 15,-2 1-25-15,0-2 6 0,0-2-34 16,-5-3 15-16,-3-7-161 15,-2 0 132-15,-4-4-53 0,-2-5-65 16,-2-1 106-16,2-5-7 0,0-4-100 16,3-2 42-16,-3-6-39 0,0-1-239 15,3-5 49-15,2-2-309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11T09:54:11.588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13028 6370 479 0,'0'0'183'0,"0"0"39"0,0 0 19 16,0 0-202-16,0 0-39 0,0 0 657 15,0 0-511-15,13-37-32 16,-13 32 9-16,0 2-65 0,0 2-22 16,0 1-36-16,0 0-46 0,0 1 14 15,0 6 32-15,-2 2 15 0,-1 5-2 16,-2 2 18-16,-1 4-11 0,1-1-20 16,2 2-23-16,-2-1 14 0,0 3 9 15,-1-2 32-15,-1 1-29 16,-1-1 20-16,2 0-5 0,1-2-18 15,-3-2-2-15,8 0-11 0,-3-3 12 16,1-1-15-16,-1-4-227 16,3-4-53-16,-3 0-19 0,1-2-226 15,2-1 140-15,-8 2-114 0</inkml:trace>
  <inkml:trace contextRef="#ctx0" brushRef="#br0" timeOffset="301.23">12763 6580 1360 0,'0'0'231'0,"0"0"-36"16,0 0-48-16,0 0-147 16,0 0 0-16,0 0 51 0,0 0 31 15,0 0 12-15,0 0 68 0,19 36-75 16,-6-24-13-16,-3 1 17 0,4-2-40 15,-1-1-18-15,-2 0-20 0,-1-2 12 16,3-2-2-16,-2-2-4 0,2-3 62 16,0-1 9-16,3-4 28 15,-2-2-18-15,4-4-24 0,-2 0-28 16,5-1 7-16,-2 0-55 0,2-1 12 16,0 1-50-16,-2 2-10 0,-1 2-362 15,-5 3-3-15,-5 4-333 0,-2-1-917 0</inkml:trace>
  <inkml:trace contextRef="#ctx0" brushRef="#br0" timeOffset="1557.56">15957 6410 638 0,'0'0'225'0,"0"0"-36"15,0 0 283-15,0 0-248 0,0 0-71 16,0 0-7-16,0 0-100 0,0 0-11 16,8-33 53-16,-8 32-53 0,0 0 17 15,0 0 0-15,0 1-52 16,0 0-14-16,0 0-54 0,0 0 19 15,0 3 17-15,0 4 26 0,-5 3 6 16,0 8 10-16,-1 5 16 0,-4-1-6 16,-1 0-1-16,-2-1 30 15,2 0-29-15,1 0-18 0,-1-3 0 16,0-1 2-16,4 0-4 0,-1-3-20 16,0 0 7-16,0-2-25 0,5-4-235 15,-2 0-45-15,-1-2-30 0,4-4-226 16,-1 1 193-16,-5 3 8 0</inkml:trace>
  <inkml:trace contextRef="#ctx0" brushRef="#br0" timeOffset="1873.33">15774 6545 698 0,'0'0'293'0,"0"0"131"0,0 0-278 15,0 0-127-15,0 0 14 0,0 0-33 16,0 0 98-16,0 0 67 0,0 0-139 16,-7 35-3-16,4-19 68 15,3 2-46-15,0-2-3 0,0 0 14 16,0-4 21-16,3 0-25 0,-1-3-52 16,-2-1 2-16,3-3-2 0,-1 0 39 15,1 1-13-15,0-1-3 0,-1 0-1 16,4-1 56-16,2-3 22 15,5-1 48-15,3-5-45 0,0-4-32 16,8-2-48-16,-3 0 5 0,-3 0-28 16,3 1-36-16,-2 1-67 0,-3 3-68 15,0 2-395-15,-8 3-32 0,-3 1-40 16</inkml:trace>
  <inkml:trace contextRef="#ctx0" brushRef="#br0" timeOffset="3118.82">12387 5968 1130 0,'0'0'222'15,"0"0"178"-15,0 0-186 0,0 0-97 16,0 0 129-16,0 0-168 0,0 0-69 16,0 0-9-16,-40-30-38 15,32 37-21-15,-5 4-38 0,3 4 45 16,-1-2 26-16,3 2-11 0,3-4 24 15,5-2-4-15,-6 4-44 0,6-2 22 16,6 1 13-16,-1-1-3 0,0 0-1 16,3-1 30-16,-2 0-3 15,-1-3 3-15,0-2-2 0,0 2 2 16,-2-2 0-16,5 3 0 0,-3-1 18 16,1 3-18-16,-4-2 0 0,1-1 0 15,0 1 4-15,-3-1 22 0,0-2 16 16,-3 1-6-16,0-1 6 0,-5-1 23 15,8-1-39-15,-8-2-7 16,3 2-19-16,-3-2-44 0,3-1-86 16,0 0-130-16,-1-1 94 0,4-2-94 15,-4-1-193-15,6 1 0 0</inkml:trace>
  <inkml:trace contextRef="#ctx0" brushRef="#br0" timeOffset="3573.76">12482 6022 988 0,'0'0'260'0,"0"0"33"0,0 0 276 15,0 0-349-15,0 0-26 0,0 0 13 16,0 0-50-16,0 0-44 0,6-35-94 16,-12 35-19-16,4 0-10 0,-4 0-99 15,1 4 87-15,-3 1-7 0,3 4-61 16,-3 1 70-16,0 3-12 0,3 0-32 15,5-3 41-15,0 1-13 0,0-3-10 16,0-1 44-16,0-1-9 16,8-3 11-16,-3 1 23 0,0 1-23 15,3-2 29-15,3-1-3 0,-3-1 3 16,0-1 22-16,0-1-2 0,0-3-17 16,-3-2-6-16,5-1 9 15,-2-5-32-15,0 0 13 0,0-2-19 16,0 1 3-16,-2 0-84 0,-1 7 81 15,-3-1 3-15,1 3-35 0,-3 1 35 16,3 0 0-16,-3 1-27 0,0 0 27 16,5 1-32-16,-5 1-104 0,3 0 65 15,-3 4 23-15,0 5 48 16,0 3 8-16,0 2-8 0,2 1-6 16,1-1 4-16,-3-4 0 0,5-1-2 15,-2 0 3-15,2-3 1 0,-5-2-13 16,8-1-84-16,-3 1-162 0,1-1-447 15,2-2 306-15,-6 0-37 0</inkml:trace>
  <inkml:trace contextRef="#ctx0" brushRef="#br0" timeOffset="4030.86">12684 6033 155 0,'0'0'1437'0,"0"0"-1014"15,0 0-235-15,0 0-188 16,0 0-10-16,0 0 10 0,0 0 110 15,0 0-68-15,0 0-42 0,0 0-9 16,5 26-30-16,-2-23 18 0,2-1 20 16,-5 0 1-16,8-1 44 0,-3-1-21 15,0 0 0-15,1 0 25 16,2-3-48-16,0-1-35 0,-3 1-101 16,-2-1 84-16,5 0 18 0,-3 0 34 15,-5 2 0-15,0 0 0 0,5 2-14 16,-5 0 14-16,0 0 23 0,0 3 90 15,0 0-67-15,0 1-7 0,0 2-30 16,0-3-9-16,0 1-1 16,3 0-32-16,-1 0 33 0,1-2 32 15,5-1 13-15,-3-1 10 0,3 0-19 16,0 0-36-16,5-5-42 16,-7 1-104-16,7-1-171 15,-5 0 135-15,-3-1 52 0,1 2-39 0,-1-1 123 16,-3 2-9-16,-2 2-10 0,6 0 65 15,-6 1 0-15,0 0 123 0,0 1-51 16,0 3 87-16,0 2 33 0,0 0-137 16,0 1-16-16,0 1-4 15,2-2-34-15,1 3 1 0,2-3 24 16,3 0-26-16,3-3-71 0,-3-1-423 16,-3-2-8-16,3-2-121 0</inkml:trace>
  <inkml:trace contextRef="#ctx0" brushRef="#br0" timeOffset="4266.26">13001 5843 1560 0,'0'0'617'0,"0"0"-617"15,0 0-34-15,0 0 34 0,0 0 81 16,-13 48 23-16,11-27 58 0,-4 1-82 15,6-2-28-15,0 0-39 0,0 2-13 16,0-4-2-16,0 0-19 0,0-3 19 16,8-1-34-16,-2-2-207 15,-1-2-6-15,0-4-92 0,-2-3-493 16,-3-2 349-16</inkml:trace>
  <inkml:trace contextRef="#ctx0" brushRef="#br0" timeOffset="4435.02">13113 6017 871 0,'0'0'384'16,"0"0"75"-16,0 0-193 0,0 0-107 15,0 0 65-15,-3 43-176 0,3-34-19 16,-3-3-29-16,3 2-3 16,0-2-13-16,0-1-8 0,3-1-8 15,-3-1-124-15,3-2-399 0,2-1 165 0,-5 0-177 16</inkml:trace>
  <inkml:trace contextRef="#ctx0" brushRef="#br0" timeOffset="5008.79">13208 5981 944 0,'0'0'655'0,"0"0"-405"0,0 0 91 15,0 0-241-15,0 0 23 0,0 0 42 16,19 37-97-16,-17-29-30 0,-2-4-18 15,6 2 9-15,-6-3-4 0,2 1-18 16,1-2 6-16,-1 0-4 16,-2-1 1-16,6-1 9 0,-4 0-9 15,4-1-10-15,-1-2-125 0,3 0-88 16,-3-1-189-16,1 0 152 16,-1 1 58-16,0 0-16 0,-2 2 127 15,-1 1-66-15,4 0-94 0,-4 0 189 16,-2 0 49-16,11 0-2 0,-8 0 2 15,7-3-46-15,-2-1-101 0,0 2 69 16,0-1 29-16,-3-1 27 0,1 0-18 16,-1 1-41-16,0 0 63 15,-2-1 21-15,-3 3 130 0,0 1 392 16,0-1-122-16,-3 1-61 0,1 0 34 16,-4 2-192-16,1 4-29 0,0-2 32 15,-1 1-119-15,1 0-27 0,5 1-27 16,0-1-11-16,0 1-1 0,0-1-15 15,8 1 16-15,0 1 19 16,5 1-19-16,1 1 29 0,-4-2-29 16,-2 3-8-16,3-1 6 0,-9 0 2 15,9 2-25-15,-6 0 25 0,-2 0 0 16,-1 4 1-16,-2-2 8 0,0 0 1 16,-2 1-7-16,-3-3 23 15,-1-2-26-15,-2-2 1 0,6-2 31 16,-9-1 7-16,3 0-7 0,-5 2 29 15,2-6-20-15,1 0-24 0,-1 0-14 16,0-5 19-16,1 1-22 0,7-1-32 16,-7 2-93-16,10-2-155 15,-6-1 77-15,-2-4-72 0,8-1-359 16,0-5 182-16,0 4-41 0</inkml:trace>
  <inkml:trace contextRef="#ctx0" brushRef="#br0" timeOffset="5225.02">13592 5906 706 0,'0'0'698'16,"0"0"-45"-16,0 0-407 16,0 0-61-16,0 0 31 0,0 0-165 15,0 0-35-15,0 0 116 0,0 0 13 16,8 45-56-16,-8-24-57 0,0-2 0 15,0 1-32-15,3 1-64 0,-1 2-67 16,-2-3-162-16,3-4-915 0</inkml:trace>
  <inkml:trace contextRef="#ctx0" brushRef="#br0" timeOffset="6030.43">15229 5962 1435 0,'0'0'225'0,"0"0"18"16,-37 7-16-16,24-2-188 0,2 2-6 15,3-3-15-15,3 2-2 0,2-3-16 16,3 2-70-16,-3 1 21 16,3 2-9-16,0 1 26 0,8 1 18 0,0 2 14 15,3 0 39-15,-1-1-1 16,-2-1 1-16,3-1 68 0,-3-1-71 15,-3-4-36-15,-2 1 21 0,2-1-8 16,-2 1 10-16,0 1-8 0,-1-1 5 16,1 0-4-16,-3-3-16 15,0 2-13-15,0-2-55 0,-3 0-130 16,1-1 26-16,-1-1-88 0,3-1-410 16,0-3 63-16</inkml:trace>
  <inkml:trace contextRef="#ctx0" brushRef="#br0" timeOffset="7100.69">15367 6007 404 0,'0'0'812'0,"0"0"-640"0,0 0-51 16,0 0 55-16,-24 34-43 16,18-25 10-16,1-1-20 0,5-4-123 15,-2 1-1-15,2 1-54 0,0 0 26 16,2 0 6-16,6-4-3 0,5-2-3 15,3-1-27-15,3-6-142 0,-3-1 26 16,2 0-63-16,-10 3-159 0,5 0 267 16,-5 1 36-16,-5 3 48 0,0 0 43 15,-1 1 20-15,-2 0 205 16,3 0-88-16,-3 2-43 0,3 0 255 16,-3 2-131-16,2 0 3 0,-2-1-46 15,0-1-133-15,6 2-9 0,-4 0 5 16,1-2-35-16,2-1-2 0,0 1 47 15,6-2-15-15,2 0-1 16,0-3-19-16,1 1-13 0,-6-2-94 16,-3 3-84-16,0-2 116 0,-2 3 39 15,0 0 20-15,-1 0-13 0,1 0-17 16,0 0 33-16,-3 0 32 16,2 2 91-16,-2 0 20 0,0 0-98 15,3 1-12-15,-3-1-17 0,2 1-10 16,-2-1 14-16,6 1-4 0,2-3 45 15,-3 0-28-15,3-3 24 0,0 0-57 16,0-1-36-16,0-1-177 0,0 1 83 16,-3 0 62-16,0 3 43 15,-2-1-7-15,0 2-4 0,-3 0 36 16,2 0 23-16,-2 3 100 0,0 1 45 16,0 1-54-16,0 0-14 0,0 1 23 15,0 1-78-15,0-2-6 0,3-1-39 16,2 0 19-16,-2-2-3 0,5-2 42 15,-3-4 26-15,11-5-20 16,-3-3-29-16,3-2-22 0,-5 0-13 16,-6 2-148-16,0 1 103 0,1-2 10 15,-4 1-3-15,-2-2 37 0,6 0-46 16,-4 1-118-16,1-1 16 0,-3 3 17 16,3 2-31-16,-3 4 139 15,0 1 24-15,0 3 133 0,0 1 64 16,0 0 7-16,0 0-185 0,0 3-19 15,-3 5-74-15,0 9 74 0,1 1 97 16,-4 3 13-16,6-1-7 16,0-5-23-16,0 1-35 0,6-1-42 15,-1-1-1-15,3-2-2 0,0 0-7 16,-3-5 7-16,0-3 19 0,-2 0-16 16,8-1 7-16,-3-1-7 0,7-2-3 15,-1 0-48-15,-1-4-71 0,0-2-168 16,-2 2 67-16,2 0-46 0,-5 0-137 15,-3 3 335-15,1-2 48 16,-4 3 18-16,1 0 2 0,-3 0 43 16,0 0 122-16,5 0-67 0,-5 3-7 15,3-1 71-15,-3 1-133 0,2 0 4 16,-2 0 12-16,0-1-25 16,3 1-18-16,0-1 28 0,-1-1-4 15,1 0 6-15,0-1 30 0,-1 0-62 16,4-2-23-16,-4-2-366 0,4 1 71 15,-1 0-5-15,0-2-67 0,-2 2 367 16,2-2 0-16,-2 3-13 16,2 0 33-16,-2 2 3 0,-1 0 339 15,1 0-163-15,-3 2-17 0,5 1 98 16,-2 1-147-16,-3 1-38 0,3-1 9 16,-3-2-58-16,2 0-7 0,-2-1 7 15,0-1 19-15,0 0 16 0,0 0 78 16,0 0-61-16,0-1-75 0,0-2-234 15,0-2-35-15,0-1-36 0,0 0-210 16,6-1 134-16,-4 1-95 16</inkml:trace>
  <inkml:trace contextRef="#ctx0" brushRef="#br0" timeOffset="7544.32">16071 6044 507 0,'0'0'475'0,"0"0"-58"16,0 0 126-16,35 15-329 0,-33-12-71 15,3 2 57-15,1 0-112 16,-1 1-11-16,3 1-45 0,-5-2 4 15,-1-1-14-15,1-2-6 0,0 0 23 16,-3-2-7-16,0 0-9 0,0 0 34 16,0 0 4-16,0 0 55 15,0-1-23-15,2-2-93 0,-2-1-287 16,6-1 162-16,-6 0 9 0,7 0-75 16,-1 3 146-16,-1 0 23 0,3 1 22 15,3 1 97-15,-3 1 12 0,0 2 52 16,2 6-106-16,1-1 42 0,-3 4-59 15,2 3 39-15,-4-1-6 16,1 1-20-16,-4 0 29 0,0-1-26 16,-1-1-51-16,-2 0 51 0,0 1-54 15,-2 0 3-15,-4 0-15 0,1-2-1 16,-3 0-57-16,-2-4 67 0,-1-4-10 16,0-1-38-16,1-3 51 15,-3-1 0-15,-1-6 3 0,1-4-5 16,3-1 2-16,-4-3-55 0,9-1 54 15,0-1 1-15,5 0-79 0,5 0 79 16,0 1 0-16,9 1 0 16,-1 2 0-16,0 2 0 0,3 0-9 15,2 2 8-15,-2 1-43 0,3 4-184 16,-3-2-121-16,2 2-140 0,-2 1-637 16,-3 0 313-16</inkml:trace>
  <inkml:trace contextRef="#ctx0" brushRef="#br0" timeOffset="7809.87">16505 5954 1598 0,'0'0'471'16,"0"0"-157"-16,0 0-201 15,0 0 7-15,0 0 41 0,0 0-145 16,0 0-16-16,0 0-87 0,0 0 55 15,0 0-10-15,24 8 42 0,-21 2 3 16,-3 2 16-16,0 0 17 0,0-1-7 16,-3-4-29-16,3-2-16 15,0 2 16-15,0-4 0 0,0 2-28 16,0 2 28-16,3-1 19 0,0 0-6 16,2 1 38-16,3-1-12 0,5 0 0 15,3 0 3-15,5 1-42 0,3-5-158 16,-8 0-349-16,0-2-567 0</inkml:trace>
  <inkml:trace contextRef="#ctx0" brushRef="#br0" timeOffset="11235.55">17997 6824 254 0,'0'0'300'16,"0"0"-195"-16,0 0-43 0,39-15 42 15,-23 10-29-15,3-1 13 0,-1 1 39 16,-2-1-49-16,3 2 0 0,-1-1 46 15,3 1-62-15,3 0-20 0,3-1 49 16,5 1 0-16,-1-2 0 16,4 1 29-16,4 2-68 0,4-2-19 15,2 0 19-15,5 1-20 0,3-2-12 16,0 3 6-16,5 0-13 0,1 2-13 16,-1 0 12-16,0 1 4 15,3 0-16-15,-3 2 4 0,3 1-3 16,0-1 2-16,3 2-3 0,-1-2 0 15,9-1 0-15,-1 2 9 0,9-3-7 16,5 0 80-16,2 2 183 16,6 2-187-16,-1-1-43 0,4 1-35 15,4 0 3-15,1-2-3 0,2 1-10 16,6 0 10-16,2 0 0 0,0-1 13 16,3 2-23-16,0-4 10 0,3 1 0 15,2 0 16-15,0-1-16 0,0 0 2 16,3-2-2-16,-3-1 4 15,-2-1 5-15,-1-1 4 0,1-3-13 16,-6 1 2-16,-2 0 8 0,-3-4-10 16,-6 0 2-16,-4-1-3 0,-9-3 1 15,-8 1-39-15,-4-3 10 0,-9 1-3 16,-8-2 11-16,-8 1 21 0,-7 1 13 16,-11 0-4-16,-3 1 14 15,-8 2 3-15,-8-1 48 0,-2 3 0 16,-6 0 13-16,-2 2 9 0,-3 3 74 15,0 1-42-15,0 3-61 0,0-3-4 16,-3 2-63-16,0 0-55 0,1 2 53 16,2 0-31-16,0 1-152 15,-3 0 98-15,3 1-19 0,0 4-58 16,3 3 148-16,2 1 16 0,3 0 45 16,10 2 39-16,6-3-13 0,5 0 60 15,9-2-19-15,-1 3-29 0,2-3-44 16,9-3 2-16,0 2-41 15,7 0 22-15,4 0-19 0,1 0-3 0,4 0 10 16,5-2-10-16,0 2 0 16,8-1-4-16,-1-1 4 0,6 0 0 15,1 1 6-15,4 3-6 0,0-4 0 16,3 2 6-16,6 0-6 0,-1-2 0 16,6 3-6-16,2-3 6 0,3 3 0 15,0-1-71-15,0 1 69 16,2-2-9-16,1 0-88 0,2 0 96 15,1 0 3-15,-1-2-61 0,5-1 59 16,-2-1 2-16,3-1-29 16,-1 1 29-16,-2-2 0 0,0 0-2 15,0-2 2-15,2 2 0 0,-2-1-32 16,-2 1 30-16,4-3-34 0,-2 1-51 16,0 2 55-16,0-3 3 0,-3 0-16 15,3 3 45-15,-3-2 0 0,3 0-6 16,0 1 5-16,2 3 1 15,1-3-13-15,-1 3 13 0,4 0 0 16,-4 0 6-16,-2 3-6 0,3-1 0 16,-6 3-14-16,3 0 14 0,-3 2 0 15,0 0 2-15,3 2 2 0,-3-1-4 16,3 1 1-16,0 0 5 16,3 1-6-16,-6 1 3 0,0-1-3 15,-5 2 0-15,-8 1-1 0,-8-2-1 16,-8 1 2-16,-8-1-145 0,-7-1 6 15,-9 0 30-15,-11 0-105 0,-9-2 45 16,-17-1-42-16,-11 2-231 16,-4-7 32-16,-12 3-148 0</inkml:trace>
  <inkml:trace contextRef="#ctx0" brushRef="#br0" timeOffset="13164.99">22332 5923 979 0,'0'0'424'0,"0"0"-177"15,0 0 107-15,0 0-49 0,3-33-189 16,-6 28-35-16,-2 0 64 0,2 3-93 15,-5-1-52-15,3 3-46 0,-3 0-9 16,-3 4-10-16,-2 5-38 0,0 3 77 16,2 0 0-16,3-1-32 15,3 0 38-15,0-3 1 0,5 0-7 16,-3-2 3-16,3 0-9 0,0 1-23 16,3 1 9-16,5 0 14 0,-3 2 15 15,0-2 17-15,1 1 0 0,-1-3-2 16,0 3 0-16,1-2 2 0,-1 2 4 15,-3-3-3-15,-2 2 0 0,0-3 25 16,0 1-4-16,0 0 17 16,-5 1 110-16,3-1-68 0,-6 1-32 15,2-3-21-15,-2 1-12 0,3-2-16 16,0-1-53-16,2-1-144 0,-2 1-137 16,5-2-353-16,0 0 156 15,2-3-133-15</inkml:trace>
  <inkml:trace contextRef="#ctx0" brushRef="#br0" timeOffset="13843.52">22467 5965 1195 0,'0'0'391'0,"0"0"122"16,0 0-455-16,0 0-38 0,0 0 90 15,0 0-42-15,0 0 0 0,-37 14 42 16,27-5-46-16,2 3-15 0,0 1-17 15,5 0-7-15,0-5-25 0,3-2-62 16,0-2 46-16,3 0-16 16,2 1-3-16,3-1 35 0,5-3 19 15,3-1 42-15,0-5 4 0,0-2-27 16,-5 0 7-16,-1 0-9 16,-2 2-36-16,0-4-40 0,-2 4 18 15,-1-2-4-15,0 1 6 0,-2 0 20 16,2-1 13-16,-2 1-6 0,-1-1 12 15,1 4-3-15,0 1-13 0,-3 1-6 16,0 1-19-16,0 0-108 0,2 0 85 16,-2 2 6-16,0 1 26 15,3 3 13-15,2-1 0 0,-2 2-10 16,5-2 10-16,-3 1 16 0,3-3-6 16,0-1 32-16,0-1-7 0,0-1 1 15,0 0-36-15,2 0-26 0,-4-1-103 16,2-2 51-16,0 0 1 0,-6-1-20 15,6 2 84-15,-5 1 11 16,0 0-21-16,-3 1 10 0,0 0 13 16,0 0 65-16,2 0-26 0,-2 1-37 15,0 1 15-15,3 4-15 0,-1-3 11 16,1 0 10-16,0 1-10 0,5-2 3 16,0-1 48-16,2-1-10 0,6 0-54 15,0-2-129-15,-3 0-175 16,1-2 11-16,-7 2-178 0,1 0 161 15,-2 0 53-15,-4 0-76 0,1 0 269 16,2 1 64-16,-2 1 176 0,-3 0 75 16,0 0 20-16,0 0 181 15,0 1-159-15,-3 5-50 0,1-2 1 16,-1 3-173-16,3 1 0 0,0-2-27 16,-3 0-43-16,3 0-1 0,3-2 2 15,0 0 2-15,2-3 12 0,6-1 26 16,-1 0 22-16,3-5-64 0,3-1-245 15,-2-3 24-15,-1-2-35 16,0 1-258-16,-2-2 117 0,-3 1 2 16</inkml:trace>
  <inkml:trace contextRef="#ctx0" brushRef="#br0" timeOffset="14176.07">22973 5811 1448 0,'0'0'747'0,"0"0"-643"15,0 0-72-15,-26 37 52 0,18-16 26 16,2-1 6-16,1 0 113 0,5-2-129 16,0 1-100-16,0 0-24 15,5-3 23-15,1-1 1 0,-1-4-41 16,6-2 40-16,-4 1 1 0,4-4-74 16,2 0 55-16,1-3 6 0,1-1-183 15,1-1-60-15,-2-1-90 0,-1 0-168 16,0 0 286-16,-2 0 39 0,-3 0-71 15,0 0 214-15,-6 0 43 0,3 3 3 16,-2-2 100-16,0 2 20 16,-1 1 173-16,-2 0-81 0,3 0-36 15,-3 2 87-15,3-1-218 0,-3 0-25 16,2 1-2-16,-2-1-16 0,3-2 14 16,2-1 40-16,-2-2-56 15,2 0-126-15,-2 0-433 0,0-5-18 16,-3 1 105-16</inkml:trace>
  <inkml:trace contextRef="#ctx0" brushRef="#br0" timeOffset="14496.57">23137 5971 71 0,'0'0'665'0,"0"0"-154"0,0 0 189 16,0 0-473-16,0 0-140 0,0 0 107 16,0 0-6-16,40-3-66 0,-32 9-32 15,3 4-45-15,4 2-19 0,-1 2-7 16,-1-5 45-16,0 0-19 0,-2-4-29 15,-1-1 29-15,1-2-23 16,0 0-12-16,-4-2 51 0,4 0-42 16,-3 0-10-16,0-2-18 0,-5-1-10 15,2 0-190-15,0-1 145 0,-2 2 32 16,0-2 10-16,-3 0 22 0,2 3 38 16,-2 0-12-16,0 1 22 15,-2 0-48-15,-1 0 19 0,0 2 4 16,-2 3-23-16,2-1-7 0,1 1-5 15,2 0-17-15,0 0-90 0,8 0 116 16,0-2-42-16,7-1-229 0,4-2-82 16,-1-3-131-16,1-3-301 15,-6 1 348-15</inkml:trace>
  <inkml:trace contextRef="#ctx0" brushRef="#br0" timeOffset="14780.46">23490 6003 184 0,'0'0'1926'16,"0"0"-1618"-16,0 0-144 0,0 0 46 15,0 0-59-15,0 0-77 16,0 0-52-16,-35 30-22 0,35-24-10 16,3 3-63-16,5 0 73 0,5 2-2 15,0-1-37-15,3 1-9 0,-3-2-58 16,1 0 5-16,-4 3 99 16,-5-1-22-16,1 2-21 0,-1 2 45 15,-2-1-1-15,-3 3-9 0,0-1 10 16,-3 2 29-16,-2 1 13 0,2-2 22 15,-2 0 1-15,-1-4 15 0,1-2-9 16,3-4-20-16,-4-1-35 16,6-2 39-16,-5 0-20 0,0-1-28 15,-1 0 47-15,1-2-25 0,0-1-29 16,-6-5-80-16,6-5-93 0,-3-4-366 16,-3-6-74-16,9 4-374 0</inkml:trace>
  <inkml:trace contextRef="#ctx0" brushRef="#br0" timeOffset="15431.69">23958 5798 1888 0,'0'0'363'16,"0"0"-123"-16,0 0-240 0,0 0-3 15,0 0 3-15,35-32 54 0,-11 23 34 16,-1 5 51-16,1 0-4 0,-8 4 29 16,-3-2 25-16,-5 5-120 15,-2-1-69-15,-1 1-102 0,-2 2 102 16,-1 1 0-16,-2 6-39 0,-5 2 39 15,-8 4 0-15,-3-3 16 0,-3 0 7 16,1-6-23-16,2 2 3 16,0 0-3-16,3-2 0 0,2-1 0 15,6-3 0-15,0-1 0 0,2 0-7 16,3-1-21-16,0 1 18 0,0-1-137 16,0 2 147-16,8 1 0 0,5 1 0 15,3 1 74-15,0 1 15 0,-3-1-51 16,-5 0-6-16,3 0-32 0,-6-2 7 15,0 1-7-15,0 3 0 0,1 1 25 16,-1-1 42-16,-5-2 3 16,0-4-35-16,0-1 57 0,0 2-26 15,-3 0 14-15,-5 1 112 0,-5 2-64 16,-5 1-89-16,-3-2 58 0,-3-1-97 16,5 0-25-16,3 0-6 0,-2 0-30 15,-1-1-443-15,3-1 7 16,0-1-528-16</inkml:trace>
  <inkml:trace contextRef="#ctx0" brushRef="#br0" timeOffset="45853.2">31467 7516 226 0,'0'0'170'0,"0"0"42"16,0 0-53-16,0 0-61 0,0 0 52 16,0 0 0-16,0 0 198 0,0 0-49 15,16-20-162-15,-16 19-11 16,2-2 66-16,-2 2-89 0,0 1-19 15,0-1-6-15,0 1-54 0,0 0-24 16,0 0-42-16,0 0 23 0,0 1 0 16,0 1 19-16,0 2 22 15,-2 2 17-15,-4 3-3 0,1 4-11 16,-3 4-12-16,0-2-6 0,-2 3 12 16,-1-2 7-16,-2 5 6 15,0 2 16-15,-6 4-2 0,0 3 8 16,-2 3 11-16,-3 4-5 0,-5 4-5 15,0 5 12-15,-5 3-22 0,-1 4-45 16,-4 2 38-16,-1-1-38 0,0 2-15 16,-2-2 15-16,5 0 0 0,0-6-26 15,5-1 10-15,3-2 16 0,2-4-115 16,3-3 89-16,3 0 0 16,0-2-93-16,5-3 84 0,0-5-39 15,6-4-63-15,-1-2 76 0,6-3-13 16,-1-8-59-16,4-2 88 0,2-5-10 15,0-1-124-15,0-2-74 16,2-1-75-16,4 0-47 0,7-9 111 16,3-7-29-16,-3 1-231 0</inkml:trace>
  <inkml:trace contextRef="#ctx0" brushRef="#br0" timeOffset="46896.65">31480 7463 75 0,'0'0'695'0,"0"0"-24"15,0 0-535-15,0 0-84 0,0 0 0 16,0 0-13-16,0 0 0 0,0 0 7 15,0 0-17-15,3-2 10 0,-3 2 10 16,0 0-20-16,2 0 23 0,1 0 6 16,0 1-35-16,-1 1 9 0,1 0 33 15,0 2-6-15,-1-1-14 0,4 0 13 16,-4 1-19-16,1 0-3 0,-1 1 9 16,4 1-6-16,-4 0 15 0,4 1-5 15,-4 1-23-15,4 2 6 16,2 5-19-16,-3-1 22 0,0 2-6 15,1 0-13-15,-1-1 13 0,0 2 16 16,0-1 0-16,1 4 13 16,-1-5-23-16,3 3-28 0,3-5 51 15,-4 0-7-15,4 0 67 0,0 1 23 16,2-2-36-16,0 2-42 0,0 0 45 16,1 1-92-16,2 2 15 15,-3 0-5-15,3 2-26 0,0 3 9 16,2 1-9-16,-2 2 0 0,0 2 19 15,-3 0-16-15,3-1-3 0,0 0 0 16,-3 1 0-16,3-2 0 0,3 2-3 16,-6-1 3-16,3-1 0 0,0-1 3 15,-1-1-3-15,1 2 0 0,0-3 10 16,-2 2-10-16,1-3 0 0,1 0 3 16,-2 0-3-16,-1-3 0 15,3 0-3-15,-3-3 3 0,3 2 0 16,-3-4-7-16,-2 1 7 0,2-2 0 15,-3 0 4-15,-2-1-4 16,0-3 0-16,-2 0-23 0,-4-2-5 16,1-1 12-16,-3-2-180 0,3 0 116 15,-3 2-60-15,0-2-254 0,0-1 146 16,-3 1-114-16,-5-2-545 16,3-1-96-16</inkml:trace>
  <inkml:trace contextRef="#ctx0" brushRef="#br0" timeOffset="48049.18">30879 8626 805 0,'0'0'460'16,"0"0"-14"-16,0 0-190 0,0 0-120 15,0 0 10-15,0 0-75 16,0 0-34-16,0 0-37 0,0 0-48 16,0 0-4-16,-5-11-16 0,5 11 68 15,2 0 2-15,1 0 53 0,2 0-52 16,-2 0 17-16,-1 1 0 0,4 2-17 16,-4-2 10-16,4 1 42 15,-1-1-19-15,0 1 9 0,3 2 32 16,0-2-39-16,5 0-2 0,1 0 12 15,-1 0-12-15,3-1 6 0,-3-1-26 16,6 0 35-16,-1 0 4 0,1 0-20 16,4 0 20-16,1 0-33 0,3 0 11 15,-1-2 11-15,6 1-18 0,0-1-26 16,0 2 28-16,2-1-28 16,0-1-7-16,1-1 7 0,2 0 0 15,0 1 13-15,0 0 10 0,-2-2-23 16,-4 1 22-16,4 1-22 0,-6-3 0 15,3 1 16-15,-6 3-16 16,3-1 0-16,-2 1-8 0,-3 0 8 16,2 0 0-16,1 1-10 0,-1 0 10 15,-2 0 0-15,0-1 2 0,0 1-2 16,2 0 0-16,-2 0-21 16,-3 0 21-16,3 0 0 0,0 0 13 15,-3 1-13-15,3-1 0 0,-3 1 22 16,3-1-22-16,-3 0 0 0,0-1 13 15,0 0-13-15,-2-1 0 0,-3 0 6 16,2 2-6-16,-2-1 0 0,-2 0 13 16,-1 0-13-16,0 0 0 0,-2 1-19 15,-6 0-4-15,-2 0-18 0,-1 0-139 16,-2 0 97-16,3 0-11 16,-3 0-144-16,0 0 27 0,0 0-100 15,0 0-326-15,0 0 253 0,0 0-66 16</inkml:trace>
  <inkml:trace contextRef="#ctx0" brushRef="#br0" timeOffset="110262.73">24093 12261 840 0,'0'0'130'0,"0"0"118"0,0 0-228 15,0 0 328-15,0 0-221 16,0 0-125-16,0 0-2 0,0 0-1 0,8-1 1 15,-5 9 49-15,5 4 42 16,-3 2-23-16,1 3 26 0,-1 1 58 16,-3 2-58-16,4 0 16 0,-4 2 152 15,4 1-175-15,-4 2-10 0,4 1-3 16,-4-2-22-16,1-1-40 0,2 0 11 16,1-2-23-16,-1-2 0 15,0-3 2-15,3-4 4 0,-3-1-6 16,1-4-62-16,-1-4 37 0,0-3-36 15,1 0-120-15,-1 0 91 0,3 0-13 16,-6-9-137-16,4-3 84 0,-6-3 14 16,2-5-89-16,-2-2 88 0,-2 1-33 15,-4 0-446-15,4-2 407 16,-3 1 42-16</inkml:trace>
  <inkml:trace contextRef="#ctx0" brushRef="#br0" timeOffset="110740.66">24149 12208 245 0,'0'0'215'0,"0"0"166"16,0 0-188-16,5-39-66 0,-2 33 91 15,2 1-114-15,1 2 13 0,1-4 55 16,1 2-65-16,11-2 23 0,0 3 81 16,-1-2-107-16,6 4-17 0,2 2 33 15,4-1-33-15,7 0 0 0,8 1 3 16,5-4-22-16,8 4-17 15,11 0-6-15,5 0 16 0,6 0-26 16,4 0-12-16,4 4 21 16,-6-1-44-16,3 2 0 0,-9 1-1 0,4 1 1 15,-6-2-89-15,-5 4 40 0,-5-4-37 16,-4 2-168-16,-1-3 66 16,-6 4-61-16,-6-3-228 0,-7 1 259 15,-3-3 13-15,-10 3-222 16,-4-3 170-16,-7 1 45 0,-5 0-10 0,-3-2 222 15,-5-1 29-15,-3 0 11 16,0 2-18-16,0 1 21 0,-8 0 234 16,-6 4 39-16,-2 1 3 0,1 5 124 15,-1-1-151-15,0 7-61 0,3-3 44 16,2 3-104-16,-2 4-46 0,2 2-9 16,3 2-26-16,-2-1-61 0,4 3-16 15,1-3 0-15,2 0-13 16,3-2 12-16,0-1-40 0,0-6-17 15,3-1-190-15,-3 0 145 0,0-2-52 16,-3-1-166-16,-5-2 13 0,-2-2-163 16,-1-1-758-16</inkml:trace>
  <inkml:trace contextRef="#ctx0" brushRef="#br0" timeOffset="111083.36">24316 12648 840 0,'0'0'372'0,"0"0"-200"0,-35 10-84 16,30-9 19-16,5 1-58 0,-3 2-29 15,3 0 64-15,0-1 1 0,8 4 15 16,3-4 56-16,8 0-127 0,-1-2 10 16,3 1 84-16,3-2-48 0,3 1 6 15,4-1 64-15,4 0-22 16,5 0-7-16,7-5-1 0,6 2-25 16,8-4-26-16,8 1 0 0,8-1 29 15,2 3-23-15,-2 3-44 0,0 1 20 16,-8 3-46-16,-6 4-79 15,-4-1 15-15,-4 3-173 0,-7-5-696 16,-11 0-449-16</inkml:trace>
  <inkml:trace contextRef="#ctx0" brushRef="#br0" timeOffset="111674.33">25746 12541 1524 0,'0'0'172'0,"0"0"-45"16,0 0-127-16,0 0 1 0,42-10 22 15,-23 8 29-15,7 0-3 0,1 2 19 16,5-1 117-16,2 0-72 0,6 1 36 16,8 0 144-16,2 0-164 15,0 6-13-15,1 0-17 0,-4 4-26 16,-2 6-66-16,-2-1 18 0,-6 5-26 16,-3 2 1-16,-2-2-41 0,-6 5 41 15,1 0 0-15,-3 2-25 0,-3 3 23 16,-3 0 2-16,-2 2-29 15,-2 2 28-15,-4 1 1 0,-2 1-28 16,0-2 28-16,-5 1 0 0,5 0 16 16,-3-2 16-16,0-1-23 0,1-1 26 15,-4 0-35-15,6-4 0 0,-5 0 2 16,-1-3-3-16,4-2 1 0,-4-4-189 16,4 0 38-16,-4-5-74 0,1-2-384 15,-3-3 99-15,0-5-148 16</inkml:trace>
  <inkml:trace contextRef="#ctx0" brushRef="#br0" timeOffset="112200.82">26625 13288 261 0,'0'0'639'16,"0"0"-238"-16,0 0-255 15,0 0-58-15,0 0 97 0,6-37-71 16,-6 32 32-16,0 2 143 0,0-1-144 16,0 2 10-16,0 2 32 0,0-1-80 15,0 0-8-15,0 1 23 16,0 0-10-16,2 0-106 0,1 0 42 15,8 1-10-15,4 0 45 0,9 0 6 16,8 0 38-16,8-1-44 0,0 0-58 16,10 0 50-16,11 0-40 0,5-2-29 15,8-1 98-15,8-2-54 0,-2 2-21 16,2 3 72-16,-3 0-101 0,-5 2-6 16,-2 4 6-16,-1-2 0 0,-4 3-91 15,-4-2 78-15,-2 4-43 16,-8-1-225-16,-3-2 133 0,-5 1-101 15,-8-4-590-15,-13 0 25 0,-8-1-326 0</inkml:trace>
  <inkml:trace contextRef="#ctx0" brushRef="#br0" timeOffset="112947.66">26819 13365 881 0,'0'0'297'0,"0"0"-255"15,0 0 193-15,0 0 285 0,-19 41-248 16,6-20-91-16,0 1 23 0,-3 0-75 16,0 0-30-16,0-1-41 0,0-1-13 15,3 3-45-15,2 0 10 16,-2-1-10-16,5 0 0 0,0-2-11 15,3-3 9-15,2-1 2 0,3-3-87 16,0-2 13-16,0-3-22 0,3-3-111 16,2 0 162-16,6-1 19 0,2-2 23 15,6-1 0-15,4-1 3 0,1 0 3 16,3-1 10-16,4-1-10 16,7 0 23-16,4-3 71 0,8 3 77 15,6-1 112-15,7 1-75 0,1 2-10 16,2 0 21-16,-5 5-74 0,0 4-113 15,-3 1 2-15,1 1-27 0,-4 2-10 16,1 1-13-16,-1 1 13 0,-2 1 0 16,0 1-25-16,-2 1 25 15,-4-2 0-15,-4 1-85 0,-1-2 82 16,-5-3-32-16,-2 0-113 0,-6-2 132 16,-5-1-13-16,-6-3-123 15,-7-1 117-15,-3-4-48 0,0-1-106 16,-6 0 189-16,1-5 2 0,0-5 59 15,2-7 13-15,-5-7-7 0,2-3 82 16,-2-3 32-16,0-3-67 0,3-2-19 16,-3-3-20-16,3-4-75 0,2-1 28 15,0 2-15-15,1 0-13 0,-1 3-3 16,3-1 3-16,-3 3 0 0,1 3-43 16,-1 7 21-16,0 3 0 15,3 4-155-15,-5 6 123 0,2 3-101 16,-2 6-241-16,-1-1 56 0,1 5-232 15,-3 0-853-15,3 0 703 0</inkml:trace>
  <inkml:trace contextRef="#ctx0" brushRef="#br0" timeOffset="113575.3">27989 13986 1123 0,'0'0'166'0,"0"0"-23"0,0 0 65 15,0 0-58-15,0 0-17 0,35 5 52 16,-25-3-91-16,6 0-10 0,5-1 23 15,1 2-43-15,7-1 17 0,3 2 61 16,7-2-10-16,9 1 35 0,8-1 105 16,4 3-135-16,7-1-83 0,7 2-47 15,3 0 63-15,2 3-48 0,1 1-10 16,-4 2 30-16,-1 2-42 0,-4 2-40 16,-2-1 40-16,0 0 0 0,-6 0-34 15,-4 2 34-15,-4 0 0 16,-7 2-32-16,-8-1 19 0,-3-1 13 15,-11 2-98-15,-5-4 98 0,-7 2-26 16,-12-1-60-16,-2 2 86 16,-10-3-16-16,-4 2 16 0,-4 1 16 15,-1-2 89-15,-2 1-54 0,0 0 32 16,2-2-42-16,1 0-28 0,2-3 28 16,0 2-41-16,8-6-13 15,0 0 12-15,6-1 1 0,-1-3-225 16,3 0 8-16,0 0-120 0,0 1-562 15,3-3 300-15,2 1-397 0</inkml:trace>
  <inkml:trace contextRef="#ctx0" brushRef="#br0" timeOffset="114042.22">29279 14560 1510 0,'0'0'393'16,"0"0"-256"-16,0 0-17 15,0 0 119-15,0 0-87 0,0 0-29 16,0 0 86-16,0 0-65 0,0 0-28 15,21 49-5-15,-21-23-28 0,0 1-16 16,-2-2 16-16,2 1 15 16,0 2-98-16,0-1 41 0,2-1-41 15,4 1 0-15,2-4-123 0,-3-2 15 16,3-6-33-16,-3-2-170 16,0-6 118-16,-2-3-78 0,-3-3-432 15,3 0 202-15,-3-1-31 0</inkml:trace>
  <inkml:trace contextRef="#ctx0" brushRef="#br0" timeOffset="114431.39">29467 14594 1324 0,'0'0'261'16,"64"-16"395"-16,-25 9-388 0,7 3-78 15,4 1 0-15,3 2-74 0,8 0 15 16,2 1 58-16,3 2-75 0,1 1-114 15,2 4 16-15,-1-3-16 0,1 3 0 16,0-2-24-16,0-1 24 16,-3 0 0-16,-5-2-8 0,0-1 8 15,-3 0 0-15,-5 1-18 0,-2-2 18 16,-9 0 0-16,-5 1 10 0,-5 0-10 16,-8 1 0-16,-8 0-29 15,-8 0 28-15,-3-2 1 0,-5 2-70 16,0 0 68-16,-3 1-36 0,-5 2 38 15,-8 4 108-15,-5 4-64 0,-3 2-12 16,3 2 51-16,3 0-36 0,-1 2-34 16,3 4 11-16,3 0-24 0,2 4-47 15,6 1 46-15,2 1 1 0,3 1-121 16,0-1 77-16,3-1-52 16,0 2-140-16,-1-3 66 0,1 0-4 15,0-1-132-15,-3-2-67 0,0-2-118 16,-6-2-284-16,1-7 205 0</inkml:trace>
  <inkml:trace contextRef="#ctx0" brushRef="#br0" timeOffset="114749.94">29525 15080 447 0,'0'0'1800'16,"-53"-3"-1769"-16,32 3-31 0,5 0-15 16,11 0 15-16,2 3 54 0,3-3-54 15,0 1-19-15,8 0-20 0,14 0 39 16,4 0 13-16,6 0 35 16,8-1 88-16,-1-1-23 0,9-1 16 15,2 1 58-15,9 0-59 0,4 1 4 16,9 0 85-16,-3 1-55 0,-1 5-54 15,-1 6-89-15,-4 0 6 16,-5 3-25-16,-5 1-197 0,-2-3 51 16,-6 3-109-16,-6-5-613 0,-12-2-102 15,-3-3-145-15</inkml:trace>
  <inkml:trace contextRef="#ctx0" brushRef="#br0" timeOffset="115893.81">30746 15341 238 0,'0'0'747'16,"0"0"-503"-16,3 47 88 0,0-24 71 16,-1 4-215-16,6 4-26 0,-5 5 61 15,2 4-120-15,-2 1-16 0,2 4-45 16,0 0-3-16,1 0-36 0,2 0-3 15,2-1 20-15,-2-2-20 0,6-2-16 16,-1-1 16-16,0 0 0 0,0-2-76 16,3 0 18-16,-3-3-16 0,1-5-104 15,-1-1 42-15,-3-4-58 16,1-7-394-16,-3-2 80 0,-3-9-85 16</inkml:trace>
  <inkml:trace contextRef="#ctx0" brushRef="#br0" timeOffset="116523.75">31003 16159 196 0,'0'0'1194'16,"0"0"-905"-16,0 0-191 0,0 0-37 16,51-11 69-16,-28 6-52 0,1 1 0 15,8 0 22-15,5-3-35 16,11-1 23-16,7 1 186 0,14-3-97 15,8 0-19-15,5 1 21 0,8 4-48 16,0 1-45-16,0 4-77 0,-2 5 33 16,-6 4-42-16,-5 3-37 15,-8-1 21-15,-6 1-41 0,-7-1-250 16,-6-3 33-16,-10 0-100 0,-14-3-887 16</inkml:trace>
  <inkml:trace contextRef="#ctx0" brushRef="#br0" timeOffset="116806.87">32285 16063 972 0,'0'0'182'0,"0"0"-110"16,0 0-72-16,0 0-39 0,0 0 9 16,0 0 24-16,0 0 5 0,0 0-12 15,0 0 9-15,0 0 3 16,24 28 1-16,-19-22 121 0,1 0 55 15,2-1-14-15,-3 3 115 0,3 6-148 16,2 6-28-16,1 6 35 0,0 3-91 16,2 3 33-16,-3 2 39 0,1 1-59 15,0 6-42-15,-3 0-13 16,2-2 10-16,-2 2-12 0,3-3-1 16,-3 0-58-16,0-3-139 0,-3-3-202 15,0-4 113-15,-2-2-56 0,-1-3-329 16,1-8 201-16</inkml:trace>
  <inkml:trace contextRef="#ctx0" brushRef="#br0" timeOffset="117236.95">31165 16545 329 0,'0'0'502'0,"0"0"82"16,0 0-383-16,0 0-90 15,0 0-27-15,48-20-19 0,-30 17 29 16,3-1 91-16,3 3-49 0,3 0-16 16,7 1 32-16,6 0-78 0,2 0-13 15,14-3 26-15,10 2 13 16,8 0 64-16,8 1 66 0,6 1-80 15,2 5-33-15,-3 9-69 0,-7 0-3 16,-6 7-45-16,-8 1-139 0,-8-5-62 16,-8-3-376-16,-15-6-1554 0</inkml:trace>
  <inkml:trace contextRef="#ctx0" brushRef="#br0" timeOffset="117796.36">31297 16278 1463 0,'0'0'209'15,"0"0"171"-15,0 0-286 16,0 0-20-16,0 0 111 0,0 0-56 15,0 0 16-15,0 0 68 0,0 0-197 16,0 0-16-16,-13-6-143 0,10 17 143 16,3 2 45-16,0 8 74 0,3 2 9 15,5 1-13-15,-3 1-9 16,3 1-46-16,-2 2-60 0,1-2 7 16,1 1-39-16,0-1 29 0,0 0-346 15,0-4 40-15,-2-2-218 0,-1-8-1133 16</inkml:trace>
  <inkml:trace contextRef="#ctx0" brushRef="#br0" timeOffset="124734.34">30844 14854 1344 0,'0'0'228'0,"0"0"295"16,0 0-287-16,0 0-42 0,0 0 9 16,0 0-93-16,0 0-11 0,0 0-22 15,8-26 13-15,3 22-26 16,7-3-38-16,6 1 28 0,0 1-28 16,5 0-20-16,0 0 42 0,3 1-48 15,-3 1 13-15,3-1-13 0,-8 2 0 16,0 2-30-16,-6-1 28 15,-2 1 2-15,-5-1-176 0,-3 0 3 16,-6 0-30-16,1 1-258 0,-3 0 42 16,0-1-55-16,-5 0-367 0,-1 0 279 15</inkml:trace>
  <inkml:trace contextRef="#ctx0" brushRef="#br0" timeOffset="125065.6">31019 14733 866 0,'0'0'313'0,"0"0"74"0,0 0 68 16,0 0-202-16,0 0-59 0,0 0 42 15,0 0-101-15,0 0-26 0,0 0-61 16,0 0 20-16,3-7 8 16,-11 15-18-16,-8 5 15 0,3-2-44 15,-3 3-29-15,-3-3 61 0,3-1-61 16,1 1 22-16,-1-1-9 15,2-1-13-15,4-1-4 0,-3 0 4 16,7-3 0-16,1 0-12 0,0-3 12 16,5 1 0-16,-3-1-44 0,3 0 28 15,0-1 16-15,5 1-57 16,3-1 57-16,8 0 0 0,3 1 3 16,-1 0-3-16,3 1 0 0,-2 1-86 15,0 0-71-15,-1 0-135 0,3-1-534 16,-7-3-218-16</inkml:trace>
  <inkml:trace contextRef="#ctx0" brushRef="#br0" timeOffset="125668.02">31573 14661 1528 0,'0'0'316'0,"0"0"21"16,0 0-36-16,0 0-178 0,0 0-30 15,0 0-2-15,0 0-21 0,42-26-15 16,-26 26 6-16,3-1 26 0,-4 1-11 15,-1 0-9-15,-1 1 10 16,-2 4-16-16,-4 0-10 0,-4-2 12 16,2 3-63-16,-5-2 29 0,0 3-1 15,0 4 17-15,-10 4-1 0,-1 3 76 16,-7-1-54-16,-4 4-56 16,1-4 59-16,0 2-69 0,-3-1 19 15,6-4-19-15,-1-2 0 0,9-3-22 16,2-3 22-16,2-2 0 0,4-1-49 15,-1-1 33-15,0 4 16 0,3-2-167 16,3-2 148-16,5 0 0 0,8-2 19 16,2 0 0-16,4-2 0 0,-4 1-26 15,1 0 25-15,-3 1 1 16,-1 0-124-16,1 0 42 0,0 0-103 16,3 1-365-16,-3 0 104 0,2 1-187 15,-5-2-814-15</inkml:trace>
  <inkml:trace contextRef="#ctx0" brushRef="#br0" timeOffset="126648.31">32137 14804 375 0,'0'0'720'0,"0"0"-209"0,0 0-257 16,0 0-108-16,0 0 126 0,0 0-123 15,0 0-39-15,0 0 35 16,0 0-80-16,0 0-65 0,-3-15 3 16,6 20 61-16,0 9 52 0,-3 3 32 15,2 6-40-15,-2 0-9 0,0 0-19 16,0-2 12-16,0 1-41 0,0-1-41 15,0 0 31-15,0-1-41 0,3-1 0 16,-3-5 0-16,0-1 0 0,2-4-3 16,-2-4 3-16,0-1 0 0,0-4 2 15,0 0-2-15,0 0 28 16,0 0-15-16,-2-5 66 0,-3-5-79 16,-1-9-91-16,1-2 90 0,0-3 0 15,-1 0-110-15,4-1 95 0,-1 0-35 16,3-2-130-16,0 1 98 15,5 2-46-15,6 1-157 0,0 5 151 16,4 4 61-16,4 2 7 0,-3 3 67 16,5 1 23-16,6 4 114 0,-4 1-24 15,4 2 13-15,-3 1 50 16,-3 1-16-16,-5 4-41 0,-6 0-56 16,-2 0 4-16,-2 2-67 0,-4-1 16 15,1 0 0-15,-3 3 12 0,0 0-28 16,-5 3 83-16,-3 3-17 0,-6-2-25 15,1-3 63-15,-3-3-47 0,0 1-51 16,0-2 57-16,-2-1-63 0,5-3-34 16,-3 0 9-16,8 0-54 0,0-2-350 15,3 0 65-15,2-2-200 16,-2-1-749-16,5-1 205 0</inkml:trace>
  <inkml:trace contextRef="#ctx0" brushRef="#br0" timeOffset="127142.05">32396 14846 766 0,'0'0'326'16,"0"0"75"-16,8 34 50 0,-8-25-214 15,0 2-23-15,3-3 25 16,-3-1-142-16,0-3-27 0,0 0-8 16,0-1-17-16,0-2-7 0,0 1 4 15,0-1 54-15,0-1 48 0,-3-2 168 16,3-3-173-16,0-4-139 0,0-4 25 15,0-3-26-15,6-1 1 0,2 0-76 16,0 3 45-16,2 0 31 0,3 1-200 16,1 3 127-16,2 2-42 0,2 1-77 15,-2 4 140-15,0 0-25 16,0 3-129-16,-3 0 122 0,-5 1-9 16,0 2-134-16,-5-1 69 0,4 3 63 15,-4 2 21-15,2 2 28 0,-2 2 46 16,-3 0 0-16,-3 4 17 15,1-4 80-15,-4 1 230 0,-1-1-142 16,1 0-8-16,1-2-6 0,2 1-78 16,3-5-45-16,-2 0-35 0,2 1 25 15,0 0-38-15,0-1 13 16,2-2 19-16,6-1 22 0,3-2 52 16,-3-1 18-16,2-4-41 0,4-2-42 15,-1-4 47-15,-3-4-43 0,1 0-39 16,-6 1 51-16,-2 1-57 0,-3 1 19 15,0 1 9-15,-3-1-28 0,1 1-148 16,-4 3 85-16,1 0-77 0,5 4-192 16,0 2 197-16,0 0-106 0,0 0-484 15,5 1 150-15,1 1-8 16</inkml:trace>
  <inkml:trace contextRef="#ctx0" brushRef="#br0" timeOffset="127434.95">32783 14787 488 0,'0'0'232'15,"0"0"-109"-15,0 0 31 0,0 0-11 16,35-9 10-16,-30 8 94 0,0-1-81 16,-5 2 6-16,3-1 156 0,-3 1-140 15,0 0-23-15,-3 0-56 16,0 1-51-16,-2 2-9 0,3 1-17 16,-4 1 13-16,1 0-19 0,0 5-20 15,2 0 26-15,-2 3-32 0,2 1 13 16,0-2-10-16,3-1-3 0,0-2 3 15,0 0 36-15,-2-4-7 0,2 2-26 16,0-2 36-16,0 1-23 0,-3-1-12 16,0 2 47-16,1 1-28 0,-1-3-23 15,-2-2 42-15,0 2-45 16,-1-3 22-16,1 0-9 0,0 0-13 16,-1-2-77-16,1 0-13 0,2-2-105 15,1-3-289-15,2 0 50 0,0-2-187 16,0 1-721-16</inkml:trace>
  <inkml:trace contextRef="#ctx0" brushRef="#br0" timeOffset="127825.75">32937 14889 1216 0,'0'0'267'0,"0"0"-82"0,0 0 104 15,0 0-113-15,0 0-34 16,37-23 1-16,-27 16-72 0,-2-1 3 16,3 1 68-16,-6 0-71 0,3 1-55 15,-3-1-13-15,-2 0 29 0,-3 3-19 16,0-1 10-16,0 1 12 15,0 1-35-15,-5 1-9 0,-3 2 9 16,-5 2 3-16,2 3 3 0,0-1 61 16,1 3-6-16,-1 4-48 0,1 1 22 15,-4 6-35-15,6-2 10 0,1-2-10 16,4-2 0-16,3-5-47 16,0-2 45-16,0 0-22 0,0 1-117 15,5-1 41-15,0-2-45 0,3 1-103 16,0-2 34-16,0-2-94 0,6 0-356 15,-9-2 178-15,5-3-107 0</inkml:trace>
  <inkml:trace contextRef="#ctx0" brushRef="#br0" timeOffset="128171.03">33117 14821 195 0,'0'0'303'16,"0"0"49"-16,0 0-232 15,0 0 40-15,0 0 130 0,0 0-114 16,0 0-30-16,0 0 0 0,0 0-97 16,0 0 6-16,-37-7 33 0,29 12-33 15,5 0-7-15,-2-1 50 16,0 5-73-16,5-2 5 0,-3 0-6 16,3 1-21-16,0 2-2 0,3-2 67 15,4 0 3-15,-1 3 19 0,2-4 65 16,-3 1-33-16,3-1-35 0,-3 1 3 15,1-1-10-15,-1 0-58 0,-2-2-16 16,-1 0 26-16,-2 1-25 0,0-4 9 16,0 2 22-16,0-1 4 0,-5 0-26 15,0 0 47-15,-3-2-63 16,2 1 7-16,-2-2-30 0,0 0 23 16,3 0-226-16,0 0 53 0,2-1-72 15,3-3-389-15,-2 2 33 0,2-1-60 16</inkml:trace>
  <inkml:trace contextRef="#ctx0" brushRef="#br0" timeOffset="128793.67">33252 14881 321 0,'0'0'759'16,"0"0"-423"-16,0 0-18 0,0 0 163 15,0 0-232-15,0 0-33 0,0 0-58 16,0 0-158-16,0 0-3 0,0 0 3 15,3-18 9-15,-6 18-9 0,0 2-36 16,1 1 36-16,-1 1 0 0,3 1 0 16,0 2 42-16,0 2-17 0,3 2 1 15,-1 0 38-15,4-2-35 16,-6 1-26-16,2-2 36 0,-2 3-39 16,0-2 3-16,0-3 20 0,-2-1-20 15,-1 0 10-15,-2 1 6 0,-1 0-16 16,-2-2 13-16,0-1 3 15,0-1-19-15,1-2 16 0,1 0-25 16,-2 0 9-16,6-1-151 0,-1-3 90 16,0-2-26-16,3 0-45 0,8-2 94 15,6-1 15-15,1-2 7 0,7-1 14 16,1 1 2-16,4-1 0 16,-6 3 6-16,-2 0 23 0,-6 3 61 15,-3 2-54-15,1 0-36 0,-8 2-1 16,2-1 1-16,-2 2 3 0,-3 0 7 15,2-1 2-15,1 1 17 0,-3 0 84 16,0 1-78-16,0 0-35 0,-3 0-3 16,-2 1 3-16,0 4 0 0,-1-2 6 15,-2 5-6-15,3-1 0 16,0 1-27-16,0 1 23 0,5 1 4 16,0 1-60-16,8-2 59 0,5 1-49 15,3-3-224-15,5-2 190 0,0-3 13 16,-2-2 32-16,-4-6 39 15,-1 0 36-15,-4-3 132 0,-2 1 54 16,0-1-52-16,-2-1 55 0,-1-1-69 16,0 5-16-16,-2 0-39 0,-1 3-31 15,1 0-70-15,0 0-78 16,-1-1 78-16,1 2-70 0,0-2-325 16,2 3 68-16,-2 1-90 0,2 0-527 15,-2 2 208-15,-1 9 28 0</inkml:trace>
  <inkml:trace contextRef="#ctx0" brushRef="#br0" timeOffset="128936.15">33533 15030 1848 0,'0'0'1004'0,"0"0"-760"16,0 0-75-16,0 0 44 0,0 0 66 16,0 0-94-16,0 0-126 0,0 0-59 15,0 0-337-15,10 6-130 0,-2-9-843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11T10:18:45.815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14771 12359 212 0,'0'0'509'16,"0"0"-131"-16,0 0-183 16,0 0-42-16,0 0 59 0,0 0-50 15,0 0-39-15,0 0 111 0,0 0-137 16,-8-2-76-16,8 2-21 0,2-1-65 16,1 1 65-16,0 0 52 0,10 0 6 15,0 0-13-15,8 0-3 0,-2 1-42 16,2 1-3-16,0 0-15 0,3-1 2 15,3-1-59-15,-1 1-379 16,-7-1-109-16,-1 0-186 0</inkml:trace>
  <inkml:trace contextRef="#ctx0" brushRef="#br0" timeOffset="1262.76">15578 12184 450 0,'0'0'421'0,"0"0"-291"16,0 0-55-16,0 0 104 0,0 0-59 15,0 0 4-15,0 0 114 0,0 0-157 16,0 0 0-16,0 0 62 0,-7-32-65 16,1 31-36-16,-2 1-37 0,0 0-5 15,-5 5-3-15,2 0-36 0,-2 3 36 16,0 2 2-16,2 1 1 15,-2 0 13-15,3 3 3 0,-1 1 39 16,-2 4 7-16,2 2-27 0,9 1-6 16,-4 1 0-16,1 0 23 0,5-2-32 15,0-1 2-15,8-1 17 0,-3-4 10 16,3 1-19-16,3-5-8 0,2-1 7 16,0-4 0-16,0 0 7 15,3-6-23-15,3 0 48 0,-1-4 19 16,1-5 39-16,-1-2 3 0,1-4-26 15,-3 0-20-15,0 0 23 0,-3-4-35 16,0 1-55-16,-2 1 68 0,-3-4-30 16,-3 3-40-16,0 0 34 15,-2-3-41-15,-3 1-10 0,0 3 10 16,-3-2 0-16,-2 4-53 0,0-1 30 16,-3 2 20-16,-3 4-146 0,3 0 91 15,-2 5-12-15,2-1-141 0,0 4 156 16,3 1-38-16,-1 1-135 15,4 0 89-15,-4 0 6 0,4 3-246 16,2 1 35-16,0 0-47 0,0 2-286 16,0-2 233-16</inkml:trace>
  <inkml:trace contextRef="#ctx0" brushRef="#br0" timeOffset="1498.42">15790 12161 763 0,'0'0'196'0,"0"0"-161"15,0 0 27-15,0 0 69 0,0 0 5 16,0 0-12-16,8 48 127 0,-8-28-170 16,0 2-45-16,0-2 19 0,0 0-53 15,0-1 11-15,0-1-12 16,3-1-1-16,0 0 0 0,-3-4-91 15,5-1-127-15,-2-2-71 0,-1-4-298 16,1-1 176-16</inkml:trace>
  <inkml:trace contextRef="#ctx0" brushRef="#br0" timeOffset="1752.41">15865 12128 1761 0,'0'0'234'16,"0"0"-132"-16,0 0-102 0,0 0 0 16,0 0 91-16,0 0 164 0,0 0-96 15,45 8-66-15,-22-4-61 0,-1 1-9 16,-1-3-23-16,-3 3 2 15,1-2-2-15,-3 0 0 0,-3 0-229 16,0 0 67-16,-2 1-67 0,-3-3-451 16,-6 2 221-16,-2-2 13 0</inkml:trace>
  <inkml:trace contextRef="#ctx0" brushRef="#br0" timeOffset="1986.52">15761 12306 1052 0,'0'0'225'15,"0"0"-89"-15,0 0 37 0,0 0-69 16,0 0 52-16,0 0 84 0,48 14-152 16,-30-12-24-16,9-1-21 0,-6-1-40 15,3 0-3-15,0 0-117 0,0 0-133 16,2-1-88-16,-5-4-345 15,-5 3 128-15</inkml:trace>
  <inkml:trace contextRef="#ctx0" brushRef="#br0" timeOffset="2188.89">16158 12226 137 0,'0'0'766'0,"0"0"-642"0,0 0-104 16,0 0 35-16,0 0 118 0,0 0-4 15,-10 49 114-15,5-28-173 0,2 1-6 16,0 0 32-16,1 0-100 0,-1 1-36 16,3 0 0-16,0-2-2 15,0-5 1-15,3 4-57 0,-1-6-137 16,-2 2-59-16,3-7-368 0,-3-3 199 16,0-1-115-16</inkml:trace>
  <inkml:trace contextRef="#ctx0" brushRef="#br0" timeOffset="2457.51">15976 12261 1049 0,'0'0'888'0,"0"0"-830"0,0 0 95 15,0 0 31-15,0 0-151 0,0 0 35 16,0 0 5-16,26-37 1 16,-5 28-6-16,6-2-29 0,-1 2-10 15,9 4-29-15,-6-2-5 0,0 5 3 16,3-1 2-16,-3 2-35 0,3 1-40 16,-3 0-138-16,-3 2-370 0,1 2 69 15,-9-2-24-15</inkml:trace>
  <inkml:trace contextRef="#ctx0" brushRef="#br0" timeOffset="2692.35">16400 12250 303 0,'0'0'346'0,"0"0"-141"0,-35 41-32 16,24-28-66-16,4 0-2 0,-1-1 259 16,2 2-214-16,4-4-17 15,-4-1-19-15,6-2-88 0,6-1 3 16,-4 1 23-16,1-1-26 0,8 1 0 15,4 0 45-15,1-1-16 0,3-4-13 16,2-1 45-16,-2-1-45 0,-1 0 0 16,1-1 42-16,-6 0-58 15,3 1-26-15,-6-1-15 0,-2 1-117 16,0 0-59-16,-5-2-283 0,0 1 74 16,2-1-66-16</inkml:trace>
  <inkml:trace contextRef="#ctx0" brushRef="#br0" timeOffset="2881.2">16370 12337 2123 0,'0'0'227'0,"0"0"-227"15,37-14 2-15,-21 9 33 0,3 3-2 16,-6-2-10-16,0 1-23 0,-2 1-2 15,-3 1-114-15,0-3-85 0,-3 1-59 16,-2 0-364-16,2 1 145 0,-5-1-183 16</inkml:trace>
  <inkml:trace contextRef="#ctx0" brushRef="#br0" timeOffset="3084.25">16384 12155 2037 0,'0'0'386'0,"0"0"-137"16,0 0-156-16,0 0-54 0,39-40-17 15,-23 36 36-15,0-1-58 0,3 4-29 16,2 0 16-16,0 1 11 0,6 1-111 16,2 3-148-16,-11-2-290 15,3-1-1224-15</inkml:trace>
  <inkml:trace contextRef="#ctx0" brushRef="#br0" timeOffset="4023.4">17350 12170 1247 0,'0'0'124'0,"0"0"-111"0,0 35 199 16,0-14-79-16,3-1-10 0,-3-2 40 16,3 2-98-16,-1 0-30 0,1-4 31 15,0 2-66-15,2-4-11 0,-3 0 9 16,1-5 4-16,-3-1 11 0,3-4 1 16,-3 0-14-16,0 2-84 15,2-5-166-15,-2 1 88 0,0-2 2 16,0 0 21-16,-2-1-122 0,-1-3-117 15,-2-3-62-15,0-4 417 0,-3-3 23 16,0-3 68-16,-3-1 37 16,3 1-11-16,0 0 34 0,3-2-76 15,0 1-50-15,2-1 14 0,3 5-16 16,0-2 0-16,3 3 16 0,-1 5 53 16,1 0 169-16,5 0 214 0,0 0-221 15,5 2-10-15,3-4 77 0,0 6-155 16,0-1-17-16,0 5 38 15,-1 0-64-15,-1 3-52 0,-1 3-47 16,-2 2-2-16,-1-2 1 0,-2 3-22 16,0 0 22-16,-3-2 0 0,-5 1-6 15,3-1 6-15,-3 0 0 0,-3 3-42 16,-7 0 23-16,-9 6-45 0,-2 0-76 16,0-5 53-16,0 1-10 15,2-4-65-15,6-2 78 0,-3 3-7 16,8-7-52-16,0 1 59 0,5-2-17 15,1 1-114-15,2-2 114 0,0 0 1 16,5 0-89-16,8-3 172 16,6-2 17-16,2-1 16 0,3 1 68 15,0 2 128-15,-6 2 237 0,-2 1-238 16,0 0-30-16,-5 2 10 0,-3 1-172 16,-3 1-19-16,-2 2 0 0,-1 0 10 15,-2 2 3-15,3 2 13 0,-6 2 13 16,1-2 2-16,-9 0 8 15,0-1-1-15,-2-4-9 0,-3 4-23 16,3-5 0-16,0 2-16 0,2-2-77 16,3-1-14-16,3-2-57 0,2-1-299 15,-2 0-1-15,0-3-90 0,2 1-480 16</inkml:trace>
  <inkml:trace contextRef="#ctx0" brushRef="#br0" timeOffset="4282.43">17578 12209 985 0,'0'0'319'16,"0"0"-26"-16,0 0 15 0,0 0-226 15,0 0-30-15,0 0-20 0,0 0 10 16,0 0 0-16,0 0 40 0,13 39-82 16,-13-25 0-16,-2 1 15 0,2-1-15 15,0-1-17-15,2-1 13 16,1-1 4-16,5 0 0 0,-3-1 0 15,6-2 0-15,-1 0 2 0,4-1 40 16,2-4-40-16,-1 1 0 0,4-2 33 16,-3 0-6-16,2-2-26 0,-4 0 37 15,-1 0-40-15,0-2-109 0,-2 1-345 16,-3-2 41-16,-6 2-150 0</inkml:trace>
  <inkml:trace contextRef="#ctx0" brushRef="#br0" timeOffset="4506.7">17644 12277 1716 0,'0'0'205'16,"0"0"-204"-16,0 0 8 0,45-9 53 15,-31 6 32-15,-1 2 16 0,-3 0-86 16,1 0-24-16,-3 0-1 15,-3 1-12-15,-2 0-35 0,0 0-361 16,-3-1 38-16,0 1-186 0</inkml:trace>
  <inkml:trace contextRef="#ctx0" brushRef="#br0" timeOffset="4798.34">17607 12186 1163 0,'0'0'342'0,"0"0"-229"0,45-15-111 0,-26 11-2 16,-1-2 91-16,4 3-7 15,-1-3-29-15,0 1 17 0,-3 2-56 16,4 0 0-16,-1 0-11 0,0 2-3 16,-2 0-4-16,-1 1-17 0,-2 0 19 15,0 0 0-15,-6 0-10 16,1 1 9-16,-6 1-25 0,-2 2 25 15,0 1-25-15,-1 5 13 0,-2 2 13 16,0 4 26-16,-8-1-23 0,0 2 27 16,0-3-17-16,0 1-13 0,1-2 0 15,-1 1-2-15,0-3-1 0,2-1-169 16,1-3-59-16,2-2-62 0,1-2-296 16,-1-1 285-16,0-2 50 0</inkml:trace>
  <inkml:trace contextRef="#ctx0" brushRef="#br0" timeOffset="5078.88">17904 12195 464 0,'0'0'352'16,"0"0"-104"-16,0 0 48 0,0 0-55 16,0 0 0-16,40 34 154 0,-27-14-314 15,-3-1 13-15,4-3 55 0,-1 0-94 16,0 1 12-16,-2-5 30 15,2 2-49-15,0-1-38 0,-2-5 3 16,-1 2 13-16,4-6 6 0,-6 0 6 16,-3-2 55-16,0-1-13 0,-2-1 6 15,2 0 4-15,0 0-30 0,-2-3-15 16,0-3 60-16,-1-1-61 0,-2-3-44 16,0-4-2-16,-2-3-128 15,-1 0-308-15,-5 0 142 0,3 0-49 16,2-3-734-16,-2 4-104 0</inkml:trace>
  <inkml:trace contextRef="#ctx0" brushRef="#br0" timeOffset="5253.17">18137 12179 1320 0,'0'0'212'16,"0"0"-4"-16,13 36 211 0,-5-21-329 15,-3 1 4-15,6-4 6 0,0 0-32 16,-1 1-45-16,1-2-20 15,2-1 13-15,0-2-16 0,-2-2-163 16,-1-2-16-16,1-4-106 0,-3 0-343 16,-5 0 127-16,5-3-129 0</inkml:trace>
  <inkml:trace contextRef="#ctx0" brushRef="#br0" timeOffset="5699.89">18291 12221 433 0,'0'0'433'0,"0"0"-140"16,0 0 131-16,0 0-158 0,0 0-13 15,0 0 116-15,0 0-223 0,0 0-146 16,0 0 32-16,0 0 13 0,-11 6 36 16,8 13 38-16,1-1-49 0,2 1-18 15,0-2-27-15,0 1 27 16,0 1-52-16,0-4 9 0,0 0-12 16,2-2 3-16,1-5-64 0,-3 1 45 15,3-4-58-15,-1-1-87 16,1-2 73-16,0 0-41 0,-1 1-156 15,1-3 68-15,2 0-24 0,0-5-84 16,3-5-105-16,-2-5 127 0,2-4 198 16,-3 1 108-16,0-2 75 0,0 1 195 15,3-2-126-15,3-1-37 0,-3 1-62 16,3-1-45-16,-1 4-36 0,1-1 20 16,-3 6 16-16,-3 2 29 15,0 6 267-15,-2 1-52 0,0 0 32 16,-1 3 122-16,-2 1-233 0,3 0-142 15,0 4 9-15,-1 7-32 0,-2 9 42 16,0 2 29-16,0-1-26 0,0 1-36 16,0-5 7-16,0 1-9 15,0-3-7-15,0 3 1 0,3-5 15 16,2-2-16-16,0-5-40 0,-2 0-8 16,0-3-94-16,2 1-356 0,0 1-31 15,3-4-86-15</inkml:trace>
  <inkml:trace contextRef="#ctx0" brushRef="#br0" timeOffset="5918.39">18579 12192 1505 0,'0'0'266'15,"0"0"120"-15,-8 45-114 0,6-28-152 16,-1 0-49-16,3 3-23 0,0-4-28 15,0 2-14-15,0-1 4 0,0-2-10 16,3 0 1-16,-1-5 6 0,1-4-7 16,-3 0-119-16,3-1 61 15,-1-1-91-15,-2 1-454 0,0-3 47 16,0-1-168-16</inkml:trace>
  <inkml:trace contextRef="#ctx0" brushRef="#br0" timeOffset="6123.05">18365 12147 1239 0,'0'0'949'16,"0"0"-859"-16,0 0 33 0,0 0-123 16,0 0-6-16,0 0 6 0,39-8 27 15,-12 10-14-15,-1 2-13 16,4-1-17-16,1 2 17 0,1 0 0 15,0 0-40-15,-3 2-245 16,-3 0-177-16,-7-3-740 0</inkml:trace>
  <inkml:trace contextRef="#ctx0" brushRef="#br0" timeOffset="6343.26">18783 12249 245 0,'0'0'1010'0,"0"0"-808"16,-18 34-17-16,12-22 186 15,4-1-225-15,-1-5-14 0,3-1-2 16,0 0-91-16,0 1 6 0,3 4 0 16,-1-4-13-16,9 2-9 0,-1 2 9 15,6-1 4-15,3-3 5 0,2 0-2 16,-2-3-16-16,-3-1-23 0,-1 1-22 16,1-1 6-16,-2-2-77 15,-6 0-376-15,-1 0-96 0,-4 0-249 16</inkml:trace>
  <inkml:trace contextRef="#ctx0" brushRef="#br0" timeOffset="6523.79">18762 12254 1774 0,'0'0'1110'0,"0"0"-1110"0,0 0-44 15,0 0 44-15,0 0 45 0,40-8 42 16,-27 5-42-16,-2-1-45 0,-1 3-16 16,1 0 3-16,-6-1 3 0,0 1-212 15,-2-1-23-15,0 1-140 0,-3-1-799 16</inkml:trace>
  <inkml:trace contextRef="#ctx0" brushRef="#br0" timeOffset="6815.21">18871 12170 424 0,'0'0'310'0,"37"-3"-308"16,-14-1-1-16,-1 2 67 0,-1 0 46 16,3 1 98-16,-3 1-121 0,-3 0-91 15,1 0-3-15,-3 0-15 0,0 0 18 16,-6 4 69-16,1 1 126 15,-6-2-68-15,1 4-19 0,-4 5 100 16,-2 0-53-16,0 3 4 0,0 3 23 16,-5-3-63-16,0 1-41 0,-1 2-6 15,-2-1-24-15,3 1-48 0,0 1 1 16,-1-6-3-16,4-1 2 16,-1-2-84-16,0-6-81 0,1 0-90 15,2-1-382-15,-3-1-1 0,3-2-190 0</inkml:trace>
  <inkml:trace contextRef="#ctx0" brushRef="#br0" timeOffset="7051.01">18918 12155 2169 0,'0'0'579'0,"0"0"-467"16,0 0-44-16,0 0-7 15,0 0 54-15,43-17-25 0,-22 16-33 16,0 0 17-16,0 0-74 0,3 1 12 16,2 0-24-16,1 0 12 0,2 0-80 15,0 0 3-15,0 0-109 0,-2 0-284 16,-9 0-285-16,-2 0-769 0</inkml:trace>
  <inkml:trace contextRef="#ctx0" brushRef="#br0" timeOffset="7939.07">19983 12167 1155 0,'0'0'169'0,"0"0"-126"16,0 0 67-16,0 0 34 0,-16 46 44 15,11-25 101-15,-1 2-143 0,4-2-98 16,-1 0-12-16,0 0-36 0,1 0-2 16,2 0-21-16,0-5 20 15,2-1-20-15,4-5-152 0,-1-3-84 16,-2-3-11-16,-1-1-623 0,4-1 213 16</inkml:trace>
  <inkml:trace contextRef="#ctx0" brushRef="#br0" timeOffset="12941.24">20817 12181 821 0,'0'0'277'0,"0"0"-275"0,0 0 131 16,0 0 368-16,0 0-156 0,0 0-138 15,0 0-48-15,5-37 44 0,-5 31-32 16,0 1-27-16,0-1 85 0,0 3-76 16,0-4-36-16,0 2-15 0,0 2 21 15,0 0-44-15,0 0-63 16,0 2 66-16,0 1-82 0,0 0-130 15,-2 0 108-15,2 4-42 0,-3 3 23 16,3 8 41-16,-2 3 41 0,2 3-34 16,0 1 40-16,0-4-47 0,2 2 25 15,3-1-21-15,1-5-4 0,-1-3-4 16,6-1 4-16,-1-5 0 0,6 0 13 16,0-2 12-16,0-3-9 15,2-2 6-15,-2-5 44 0,0-1-60 16,0-4 32-16,-3 1-3 0,-5-5-26 15,0 3 10-15,-2-4 47 0,-4 1-63 16,1 1 35-16,-3-2 0 0,0 1-38 16,-5 0-44-16,-1 1 22 15,-2 3 22-15,3 3-230 0,2 4 85 16,1 0 6-16,-1 2-109 0,0 0 114 16,1-1-36-16,2 4-261 0,0 0-214 15,2 3-77-15,1 0-469 16</inkml:trace>
  <inkml:trace contextRef="#ctx0" brushRef="#br0" timeOffset="13186.94">21111 12069 1420 0,'0'0'653'16,"0"0"-471"-16,0 0-50 0,0 0 36 16,0 0-48-16,0 0-20 15,0 0-4-15,0 0-25 0,35-16-17 16,-33 19-28-16,6 8 25 0,-5 1-22 15,5 5 29-15,-6 1 12 0,1 3-45 16,0-3-12-16,-1 1 6 16,-2 1-19-16,3-4-6 0,0 2-10 15,-1-4 16-15,4 0-192 0,-4-3 90 16,-2-2-46-16,3-2-301 16,-3-5-121-16,0-1-205 0</inkml:trace>
  <inkml:trace contextRef="#ctx0" brushRef="#br0" timeOffset="13419.91">21029 12037 1873 0,'0'0'716'15,"0"0"-298"-15,0 0-181 0,0 0-68 16,0 0 50-16,0 0-40 0,0 0-160 15,0 0 19-15,0 0-38 0,53-17 0 16,-26 17-31-16,-1 0 27 16,1 3 4-16,2 3-148 0,-3 1-38 15,1-1-194-15,-6-2-804 0,0-1-523 0</inkml:trace>
  <inkml:trace contextRef="#ctx0" brushRef="#br0" timeOffset="14023.01">21315 12124 923 0,'0'0'479'0,"0"0"-135"0,0 0 143 16,0 0-244-16,0 0-30 0,0 0 44 15,0 0-129-15,0 0-35 0,3-34-61 16,-3 34-32-16,2 0-3 16,1 0-35-16,2 0 38 0,1 2 31 15,-1 7-24-15,3 1 70 0,2 6-36 16,1 3-28-16,2 2 38 0,-5-3-16 15,0 0-32-15,0-2 29 0,0-1-32 16,-3-2 3-16,3-1-3 16,-2-3 0-16,-1-3 0 0,0 0 0 15,-5-5 0-15,6 1 22 0,-4-2 16 16,1 0 35-16,2 0 54 0,-2-5 58 16,5-5-75-16,0-7-88 0,0-3 70 15,0 1-92-15,0-4 37 16,-3 2 10-16,0-1-47 0,3 2-31 15,-3 0 3-15,1 3 28 0,-4 0-264 16,4 4 116-16,-1 4-36 0,0 3-303 16,-2 2 188-16,-1 1-160 0,4 1-639 15,-4 1 125-15</inkml:trace>
  <inkml:trace contextRef="#ctx0" brushRef="#br0" timeOffset="14245.27">21638 12054 1235 0,'0'0'1137'16,"0"0"-675"-16,0 0-430 0,0 0-32 16,0 0 189-16,0 0-19 15,0 41-33-15,0-26 34 0,0 0-34 16,0-1-71-16,0 5-50 0,0-5 21 16,0 3-37-16,0-3-32 0,0 1 31 15,0-2 1-15,0 0-123 16,0-5 43-16,3 0-97 0,-3-3-207 15,0-1 140-15,3-2-108 0,-3 2-821 16,2-2 127-16</inkml:trace>
  <inkml:trace contextRef="#ctx0" brushRef="#br0" timeOffset="14491.04">21731 12102 1056 0,'0'0'1093'15,"0"0"-828"-15,0 0-110 0,0 35 10 16,0-14 73-16,0-2-81 0,0-3-49 16,0-1 33-16,3 1-27 15,2-3-50-15,-2-3-55 0,2-4 54 16,0-2-18-16,0-1-33 0,1-2 149 16,4-1-51-16,6-1-69 0,3-7 60 15,-1-3-101-15,-2-2 47 16,3 0-41-16,-6-1-6 0,3 0-96 15,-3-1 95-15,-2 3-152 0,-3 3-481 16,-3 1 66-16,-2 2-195 0,-1 4-895 16</inkml:trace>
  <inkml:trace contextRef="#ctx0" brushRef="#br0" timeOffset="14676.55">21832 12228 1024 0,'0'0'1187'0,"0"0"-853"15,-6 38-25-15,12-27-161 0,-1-3-17 16,0 0 42-16,3-1-68 0,-3-1-67 16,3 0-29-16,3 2 26 15,2-2-35-15,0-2-139 0,6-1 66 16,-3 1-71-16,0-4-231 0,-3-4 55 16,-2 0-208-16,-6 1-960 0</inkml:trace>
  <inkml:trace contextRef="#ctx0" brushRef="#br0" timeOffset="14991.64">22073 12098 2456 0,'0'0'262'0,"0"0"-169"0,0 0-77 16,0 0 87-16,0 0 41 15,2 36 13-15,-2-19-68 0,-2-2-19 16,-1 0-51-16,0-4 48 0,1 2-38 15,2-2-20-15,0-2 39 0,0-4-48 16,0 0-1-16,0-1 1 16,0 1 0-16,5 0-52 0,0 0 52 15,6 0 0-15,5-3 32 0,0 0-23 16,2 0-9-16,-2-2-6 0,3 1 6 16,-4-1 0-16,1 3-55 0,0-1 42 15,-3-2-25-15,1 3-201 16,-1-1 127-16,-2 0-32 0,-3 1-220 15,-1-2 99-15,-4 0-137 0,0-1-718 16,-1 0 328-16</inkml:trace>
  <inkml:trace contextRef="#ctx0" brushRef="#br0" timeOffset="15211.42">22343 12092 1771 0,'0'0'645'0,"0"0"-583"16,0 0 86-16,0 0 116 0,0 52-100 15,-3-33-46-15,3 0-50 0,0-1 2 16,0-2-70-16,0-1 3 0,0 2-16 16,3-4 13-16,-3-3-252 0,5 0 110 15,-2-6-73-15,-1 0-416 16,4-1-130-16,-1-1 48 0</inkml:trace>
  <inkml:trace contextRef="#ctx0" brushRef="#br0" timeOffset="15459.29">22541 12135 1120 0,'0'0'1093'0,"0"0"-767"16,0 0-39-16,-26 43-94 0,15-28 2 15,3-2 34-15,3 1-130 0,0 0-71 16,-3-2-2-16,5 0-11 0,-2-5-15 16,2-1-28-16,3-2 9 15,-2-1-16-15,2 0-210 0,-3-1 159 16,3-1-42-16,0-1-180 0,0-1 179 16,0-5-275-16,0-3-581 0,3 1 434 15,-3-3 43-15</inkml:trace>
  <inkml:trace contextRef="#ctx0" brushRef="#br0" timeOffset="15679.58">22536 12174 629 0,'0'0'1056'15,"0"0"-634"-15,29 42-115 0,-16-27 16 16,1 0-143-16,-1-2-42 0,3-2 44 16,0 0-22-16,0-6-27 15,2 1-41-15,-2-3 28 0,-3-2-47 16,1-1-70-16,-1 0 79 0,-3-2-82 15,1-1 37-15,-6-2-5 0,1 2-7 16,-4-2-7-16,1-2 52 0,-1-4-70 16,-2-3 25-16,0-3-59 15,0 1 15-15,-5-2-296 0,0 4 163 16,-3-4-73-16,5 3-281 0,3 4 68 16,0 1-201-16,0 5-387 0,3-1 501 15</inkml:trace>
  <inkml:trace contextRef="#ctx0" brushRef="#br0" timeOffset="16161.68">22875 12144 430 0,'0'0'353'0,"0"0"165"15,5 49-206-15,-10-30 13 0,2-3 122 16,-2 3-305-16,2-5-35 16,1 1 38-16,-1-5-55 0,3-2-7 15,0-5 17-15,0 0 50 0,3 3-32 16,-1-5 54-16,6 2-1 0,3-3-23 15,8-2-56-15,-1-2 2 0,1-5-94 16,2 2 28-16,-8 0-28 0,-2-3 0 16,-1 1-47-16,-2 1 28 15,-2 1-31-15,-6-2-186 0,2 5 198 16,1-1-32-16,-6 2-44 0,3-2 111 16,0 2 3-16,-2 0-70 0,-4 2 57 15,1-1 13-15,2 2 0 16,-2 0 3-16,2-3 13 0,3 3 6 15,0 0 26-15,0 0 3 0,0-1 3 16,6-2-23-16,4-1-31 0,6-2-95 16,0 1 93-16,3-2-122 0,-4 2-186 15,-1 2 176-15,-1 1 5 0,-5 1 100 16,0 1 29-16,-3 0 0 0,-2 1 1 16,-1 4 73-16,-2-1 64 15,3 5 93-15,0 3-53 0,-3 1-12 16,-3 0 17-16,0 2-22 0,3-4-96 15,-2-3-40-15,-1-1 4 0,0-2-29 16,3-2-56-16,0 1 19 0,0-2 37 16,0-1-249-16,0 0 148 15,0-1-26-15,3 0-144 0,0 0 88 16,2-3-200-16,0-3-781 0,-2 0 115 16</inkml:trace>
  <inkml:trace contextRef="#ctx0" brushRef="#br0" timeOffset="16518.41">23286 12112 26 0,'0'0'1982'16,"0"0"-1654"-16,-51 24-60 0,38-14-4 16,2 1-116-16,3-1-24 15,3-3-37-15,3 1-1 0,-1-3-51 16,3 0-29-16,3 1 67 0,2 2-9 15,11 4-42-15,2-2 61 0,3-1-36 16,6 1-31-16,-6-4 116 16,0 1-46-16,-2-1-83 0,-3 2 75 15,-3-1-78-15,-2-3 13 0,-3 0-13 16,-6-1 0-16,1-1-7 0,-1 1 7 16,1 0 0-16,-3 3 1 0,-5-5 37 15,-6 3 51-15,-5 0-61 16,-2-2 56-16,-3-1-84 0,-1 1 0 15,7-1-16-15,-4 0 16 0,6 0-295 16,2 2 109-16,3-3-156 0,6 0-541 16,-1 0-546-16</inkml:trace>
  <inkml:trace contextRef="#ctx0" brushRef="#br0" timeOffset="17044.52">23511 12135 1738 0,'0'0'816'0,"0"0"-506"0,0 0-60 16,0 0 21-16,0 0-49 15,0 0-70-15,0 0-111 0,0 0-41 16,0 0 22-16,5 10 6 0,-2 9 132 16,-3 6-30-16,2-2-96 0,1-3 66 15,2 2-100-15,-2-1 37 16,2-2-34-16,-2-5-3 0,-1-2-56 15,1-4 19-15,-3-3 27 0,3 0-219 16,-3-3 170-16,0 0-74 0,0-1-288 16,0-1 294-16,-3 0 18 0,-2-3-479 15,-6-7-63-15,3-2-52 0,-2 1-379 16</inkml:trace>
  <inkml:trace contextRef="#ctx0" brushRef="#br0" timeOffset="17261.25">23468 12139 836 0,'0'0'391'0,"0"0"-1"15,45-36 204-15,-23 28-351 0,1 0 6 16,1 2 62-16,3 3-99 0,-3 1-12 16,-6 2 19-16,-2 0-58 15,-5 3-88-15,-6 1-58 0,0 0 29 16,-2 1-12-16,-3 4-23 0,2 0 95 16,-2 4-69-16,-7 0-20 0,-4-1 82 15,-5 1-88-15,0-3 35 16,-5 1-10-16,2-3-34 0,1-3-106 15,2 1 104-15,5-3-97 0,3-2-276 16,3 1 188-16,2-1-96 0,1-1-417 16,-1 0-94-16,3-3-505 0</inkml:trace>
  <inkml:trace contextRef="#ctx0" brushRef="#br0" timeOffset="17693.79">23765 12215 1353 0,'0'0'514'15,"0"0"114"-15,13 37-389 0,-13-26-91 16,3-2 15-16,-3 0-82 16,0-6-11-16,0 0-54 0,-3 2 57 15,3-3-19-15,0 0-9 0,-2-1 19 16,2-1-4-16,-3-1 45 0,0-6-7 16,3-5-98-16,-2-3 34 0,2-1-34 15,0-3 0-15,2 1-59 16,4 1 37-16,-1-3-66 0,5 3-250 15,4-1 230-15,4 4 28 0,3-2 80 16,1 7 19-16,-1 2 115 0,-5 5 96 16,0 2-100-16,-3 4-111 0,0 4 13 15,-5 3 2-15,-3 2-5 0,1 1-7 16,-6 4 16-16,-3-5-38 0,-2 4 19 16,-1-3-13-16,-4 0 44 15,2 0-46-15,-3 0 96 0,1 0-87 16,-1 0 21-16,3-1 7 0,-2 0-41 15,2 0 28-15,2-4 33 0,4-1-61 16,2-4 12-16,-3 2-12 16,3-3 0-16,0 0-54 0,0 2 54 15,5-2 0-15,1-2-87 0,7-1 69 16,3 0-33-16,5-2-220 0,0-4 84 16,0 0-141-16,-5-4-555 0,-3 4 74 15,1-4-416-15</inkml:trace>
  <inkml:trace contextRef="#ctx0" brushRef="#br0" timeOffset="17940">24112 12182 1999 0,'0'0'692'16,"0"0"-444"-16,-29 41 30 0,23-27 151 16,6 0-120-16,0 0-126 15,6-2-121-15,2-1 75 0,5-3-41 16,3 0-87-16,2-5 124 0,1-3-93 15,2-1-9-15,0-5 58 0,3 0-89 16,-5-3 43-16,-3 0-37 0,-3-1-6 16,-5 2-32-16,-6-3 32 15,1 0 0-15,-3 0-244 0,-8-2 164 16,0-1-103-16,-2 0-459 0,-4-1 238 16,4 2-39-16,2 2-934 0,5 1-2 15</inkml:trace>
  <inkml:trace contextRef="#ctx0" brushRef="#br0" timeOffset="18295.84">24499 12079 2122 0,'0'0'298'0,"0"0"-130"0,0 0 41 16,0 0-10-16,0 0 16 16,0 0-14-16,0 0-116 0,-48-1-12 15,27 4 19-15,5 3 56 0,3-1-34 16,-1-1-42-16,9 1 57 0,0-2-129 15,5 3-15-15,0 1 11 0,2 5 4 16,12 2-9-16,4 0 9 0,3-3 0 16,6-1 47-16,-1-1-47 15,-2 1 0-15,3-1-11 0,-6 2 11 16,0-1 0-16,-5 0-12 0,-3 2 12 16,-5-4 0-16,-3-1-15 0,-5 1 15 15,0 0 0-15,-2-1 19 16,-11 3 12-16,-3-1 0 0,-8-1-6 15,3-4 31-15,-1-1-56 0,1-1 25 16,3 0-22-16,2-1-3 0,3-1-151 16,5 0 53-16,2 0-93 0,4-1-405 15,-4-3 228-15,6 2-246 0,0-5-1664 0</inkml:trace>
  <inkml:trace contextRef="#ctx0" brushRef="#br0" timeOffset="18573.27">24716 12123 2867 0,'0'0'250'15,"37"-22"-164"-15,-19 14 10 0,1 2 47 16,2-2-28-16,-2 5-62 0,2-2-5 16,0 3-48-16,-2 1-60 0,-4 1 57 15,1 1 3-15,-5 5-67 16,0-1 42-16,-3 5 25 0,-3 1-23 15,-3 1 23-15,-2 4 42 0,0 1-26 16,-7-2 145-16,1 2-10 0,-4 0 12 16,2 2-5-16,0-3-80 0,0 3-66 15,0-3 44-15,0 3-56 0,0-3-71 16,3 1 36-16,-1-2-8 0,1-1-287 16,2-5-12-16,1-2-53 15,-4-3-452-15,4-4-371 0</inkml:trace>
  <inkml:trace contextRef="#ctx0" brushRef="#br0" timeOffset="18911.96">24819 12223 2229 0,'0'0'607'0,"0"0"-120"0,42-26-218 16,-23 19-95-16,5 0-101 0,0 2 2 15,5-2-75-15,-3 2-41 16,3-2 41-16,-2 3 0 0,-1-3-157 15,-2 3 40-15,3-2-70 0,-6 3-299 16,0-3 183-16,0 2-88 0,-7 3-216 16,-1-1 366-16,-5 2 124 0,-6 0 117 15,1 0 31-15,-3 0 129 0,0 3 214 16,-3 5-11-16,-5 3-62 16,-5 5 76-16,0 2-104 0,0 1 27 15,5-1 66-15,2-4-130 0,4 5-82 16,-1-6-92-16,3 1 47 0,3-3-109 15,-1-2 28-15,6 0-28 0,6-2 0 16,-1-1 15-16,5-3 7 16,-2 0-22-16,0 0-99 0,0-2 65 15,3 0-75-15,-6-1-262 0,0 0 137 16,-5 0-135-16,0-1-548 0,-5-3-255 16</inkml:trace>
  <inkml:trace contextRef="#ctx0" brushRef="#br0" timeOffset="19118.87">25145 12181 3310 0,'0'0'494'0,"0"0"-274"16,0 0-211-16,0 0 124 0,0 0-37 16,53 0-86-16,-32 0 73 0,-2 0-83 15,-1-3-9-15,-5 0 9 0,1 0 0 16,-4 0-181-16,-5 3 96 0,-2-2-107 15,0-1-470-15,-3 1 110 0,0 0-560 16</inkml:trace>
  <inkml:trace contextRef="#ctx0" brushRef="#br0" timeOffset="19400.39">25328 12061 1004 0,'0'0'280'16,"55"-11"-257"-16,-23 7-7 0,-8 3-3 15,-3 1-13-15,-2 0-19 0,-4 5-33 16,-4 1 9-16,-3 4 43 0,0 1 337 16,-5 2-58-16,-1 1-25 0,-2 4 95 15,-2-3-119-15,-4 1-21 0,1 0 25 16,0 0-90-16,2-1-46 16,3-3-24-16,0-6 21 0,0 0-48 15,0-4-37-15,0 1 56 0,3 2 1 16,5-2-17-16,2-3 60 0,6 0-81 15,3-5-29-15,-1-1-1 0,1 0-97 16,-3-2-218-16,0-1 141 0,-3-1-126 16,0 0-609-16,-2 2 130 15,-1 2-201-15</inkml:trace>
  <inkml:trace contextRef="#ctx0" brushRef="#br0" timeOffset="19556.45">25696 12166 1554 0,'0'0'507'0,"0"0"-112"0,0 0 105 16,-8 39-158-16,8-24-31 0,0-1-17 15,5-4-74-15,3 0-45 0,3-2-129 16,5 1 84-16,-1-3-127 0,7 0 59 16,-4-5-53-16,3 1-9 0,-2-2-257 15,-1 0 192-15,1 0-114 0,-1-2-401 16,-4-1 181-16,-1-4-164 0,-2 1-1000 16</inkml:trace>
  <inkml:trace contextRef="#ctx0" brushRef="#br0" timeOffset="19770.59">25939 12158 2622 0,'0'0'216'15,"0"0"-11"-15,0 49 369 16,0-30-259-16,0 3-70 0,6-1-30 0,-1 1-27 16,3-4-92-16,0 1-93 0,2-2 92 15,-2-2-95-15,3-3-70 16,-6-5 36-16,1-1 25 0,-1-3-260 15,0 2 197-15,0-1-68 0,-2-2-344 16,-3-1 94-16,0-1-97 0,-8-6-555 16,0-1-4-16,-5-4 315 0</inkml:trace>
  <inkml:trace contextRef="#ctx0" brushRef="#br0" timeOffset="20063.39">25971 12153 2020 0,'0'0'314'0,"43"-20"-314"0,-22 14-1 15,-3 4-27-15,3 1 28 0,-2 1 25 16,2 0 137-16,0 4-81 16,-5 1 32-16,0 1 44 0,-3 2-38 15,-5 3-32-15,-2-1-20 0,-4 1-6 16,1 2-29-16,-3-1 3 0,-3 3 57 16,-2 1-76-16,0-2-13 0,-3 0 83 15,2 0-9-15,1-2-58 16,0-1 41-16,2-1-60 0,3-3 25 15,0-3-9-15,0-2 19 0,6 3 22 16,4-3 128-16,6 1-43 0,5 1-126 16,6-4 62-16,-3 0-78 0,2 0-195 15,-5-5 151-15,-2 3-60 0,-6 1-371 16,-2 0 40-16,-6-1-220 16,-2 1-961-16,-3-6 989 0</inkml:trace>
  <inkml:trace contextRef="#ctx0" brushRef="#br0" timeOffset="20235.81">26212 12249 977 0,'0'0'1543'16,"0"0"-1112"-16,0 0-168 15,0 0 78-15,0 0-57 0,0 0-194 16,0 0-90-16,37-26-72 0,-21 21 71 16,-3 2 1-16,-2 0-193 0,-3-1 73 15,-5 2-90-15,-1 0-360 16,1-1 105-16,0-3-220 0,-1 3-928 15</inkml:trace>
  <inkml:trace contextRef="#ctx0" brushRef="#br0" timeOffset="20687.77">26339 12121 351 0,'0'0'776'0,"45"-10"-428"16,-16 8-276-16,-2 0 9 0,-1 2-29 16,-2 2-29-16,0 1-23 15,-5 6 4-15,-3-3 19 0,-3 4-7 16,-3 3 147-16,-4 0 93 0,-4 3 6 15,-2-1 138-15,0 3-159 0,-5-4-11 16,2 0 94-16,-2 1-97 16,2-1-70-16,1-3-103 0,-1-6 34 15,0 1-88-15,3-3 28 0,-5-1-28 16,3 1 0-16,2-2 12 0,-3-1-12 16,0 0 0-16,1-1-106 0,-1-4 81 15,3-5-48-15,0-5-115 16,0-3 144-16,0-2-45 0,0 1-98 15,3 0 130-15,2 3-77 0,5-1-199 16,4 4 205-16,2 2-30 0,0 4-39 16,2 3 194-16,1 3 3 0,-1 1 125 15,-2 3 4-15,0 3 12 0,-5 1 60 16,-1 1-115-16,-2 3-32 0,-5-1-12 16,-3 3 12-16,0-3-28 15,-6-2-14-15,1-1 87 0,-3 3 25 16,3 1 18-16,-3 1 31 0,3 1-66 15,2-5-85-15,3 2 104 0,3 2-76 16,2-2-31-16,6 3 53 16,2-5-72-16,5 1 40 0,3 1-21 15,1-2-19-15,2 1-192 0,2-2 123 16,0 2-108-16,4-2-482 0,-9-4 20 16,0-1-645-16</inkml:trace>
  <inkml:trace contextRef="#ctx0" brushRef="#br0" timeOffset="21776.13">14742 13422 1983 0,'0'0'376'0,"0"0"-88"0,0 0 88 15,0 0-168-15,0 0-14 0,0 0 28 16,0 0-42-16,0 0-73 0,0 0-107 15,5-14 66-15,5 11-66 0,4 1-9 16,7-2-10-16,0 3 19 0,3 1-116 16,2 0 87-16,-2 1-195 0,-3 2-752 15,-5-3-751-15</inkml:trace>
  <inkml:trace contextRef="#ctx0" brushRef="#br0" timeOffset="22964.18">15406 13209 114 0,'0'0'626'0,"0"0"-173"0,0 0 94 15,0 0-255-15,0 0-13 0,0 0 115 16,0 0-230-16,0 0-68 0,0 0-76 15,0 0-18-15,0-5 27 0,6 14 99 16,-1 6 57-16,-5 3-29 0,8 3-30 16,-3 0-21-16,-5-3-105 0,0 2 25 15,5-4-25-15,-2 2 0 16,0-5-80-16,-1-3 77 0,-2-2-67 16,3-4-127-16,-3-2 172 0,0 1-61 15,0-1-96-15,0-1 163 0,0-1 19 16,-3-3-125-16,-2-2 15 0,2-6-41 15,-2-4-101-15,5-4 87 16,-2 3-29-16,-1-3-173 0,3 2 165 16,0 0 59-16,3-1-183 0,4 2 255 15,1-2 71-15,6 3 175 0,-4 2 75 16,3-1 14-16,1 5 310 16,-4 3-289-16,-2 4-50 0,-2 2-42 15,-1 0-109-15,0 2-43 0,0 7-34 16,3 4 73-16,-5 5-4 0,-3-1-21 15,0 2 27-15,-5-5-72 0,-1 2 9 16,1-3 0-16,-5-1-19 0,4-2 22 16,-2-4-6-16,6 1-16 0,-1-4 32 15,-2-1-13-15,2 3-19 0,0-2-84 16,3-2 18-16,0-1-110 16,6 0 7-16,4 0 169 0,4-1 0 15,7 0-4-15,-3 0 2 0,-2 1 2 16,-3 2 0-16,-2 4 10 0,-3 1 19 15,0 0-20-15,-3 2 36 16,0 0-6-16,-2 6-8 0,0-1 62 16,-3-1-26-16,-8-2-26 0,3 0 55 15,-6 0-23-15,-2-1-32 0,-1-4 48 16,-1 3-77-16,-1-3 20 16,5-2-26-16,-2-3-6 0,2 0-317 15,1-1 100-15,-1-2-100 0,6-1-997 16,-3-4-244-16</inkml:trace>
  <inkml:trace contextRef="#ctx0" brushRef="#br0" timeOffset="23329.37">15700 13442 2384 0,'0'0'278'0,"0"0"-210"15,0 0-49-15,0 0 58 16,0 0 74-16,0 0 129 0,0 0-105 16,0 0-175-16,0 0-23 0,0 0 11 15,16-39 12-15,-8 22-89 0,0 0 85 16,-5 0-15-16,2 1-102 16,-5-3 57-16,11 5-84 0,-9-4-260 15,9 6 214-15,-6 3 29 0,0 4 90 16,-2 0 59-16,0 0 16 0,2 4 14 15,0 0 73-15,1 1 52 0,-1 7 120 16,3 7-117-16,0 6-26 0,0 4 22 16,0 1-16-16,-3-1-30 0,-2-3 7 15,5 0 13-15,-3-1-112 0,0-1 32 16,-2-1-32-16,0-1 0 0,-3-3-99 16,0 1 32-16,0-5-51 15,0-3-213-15,0-2 106 0,-3-3-166 16,-2 0-1266-16</inkml:trace>
  <inkml:trace contextRef="#ctx0" brushRef="#br0" timeOffset="23748.76">15724 13396 1431 0,'0'0'786'0,"37"-14"-430"0,-13 6-262 16,3 2-29-16,-1 0-62 0,3-4 13 15,0 1-5-15,3 0-11 0,-3-2 0 16,0 1-23-16,-7 2-6 0,-4 0-413 16,-2 2 163-16,-5-1 64 0,-4 3-175 15,-4 2-4-15,-3-2 32 0,0 3-65 16,-5 1 427-16,-8 0 126 0,-6 5 337 16,3-1-82-16,-5 5-55 15,8-3 74-15,-3 2-202 0,5-2 3 16,6-2 102-16,0-1-103 0,2 3-49 15,3-3-51-15,0 4-39 16,8-1 50-16,5 3 30 0,3 1 53 16,0-1-65-16,5-2-34 0,-5 4 28 15,-5-2-104-15,-1 1 21 0,-2-4-11 16,-3 1-29-16,-2-3 18 16,-3 2-8-16,0-2-10 0,0 3 31 15,0 2 42-15,-5-3-54 0,-3 2 15 16,0-2 11-16,-3 1-45 0,3-5-258 15,-2-1 104-15,-1-1-79 0,6 0-415 16,-3-3 123-16,0-9-776 0</inkml:trace>
  <inkml:trace contextRef="#ctx0" brushRef="#br0" timeOffset="23968.09">16158 13330 1462 0,'0'0'822'0,"3"33"-683"16,-3-14 74-16,3-5 83 0,-3-1-52 16,0-1-78-16,5-1-96 0,0-4 22 15,-2-2-45-15,8 1-40 0,-1-2 50 16,6-1-35-16,5 1 0 16,-2-4 6-16,2 0-28 0,-5-1-69 15,0-3-71-15,-3 1-188 0,-8-1-736 16,3 0-150-16</inkml:trace>
  <inkml:trace contextRef="#ctx0" brushRef="#br0" timeOffset="24168.27">16222 13323 2695 0,'0'0'533'16,"0"0"-517"-16,34-4 111 0,-20 3 29 15,-4-2-42-15,1 2-35 16,-3 0-79-16,-3-1-31 0,0-1 18 16,-2 1-107-16,5 0-267 0,-5 0 160 15,-1 0-102-15,-2-2-558 0,0 2 79 16</inkml:trace>
  <inkml:trace contextRef="#ctx0" brushRef="#br0" timeOffset="24563.59">16368 13244 139 0,'0'0'711'0,"42"0"256"16,-23 4-458-16,-3 4-244 0,-3 3-23 16,0 0-53-16,-2 2-16 0,-6-1-4 15,5 0-45-15,-7 0-29 0,2-2-38 16,-5 2 41-16,0-2-60 0,0-4-35 16,0 2 98-16,-2-5-32 15,-1 1-66-15,0 1 75 0,1-3-78 16,-6 3-56-16,8-4 43 0,-5-1-12 15,2-2-176-15,-2-7 131 16,2-7-40-16,3-2-193 0,0-3 131 16,3-1-130-16,7 2-513 0,1 6 376 15,5 2 143-15,-3 1 296 0,3 4 189 16,-3 3-46-16,0 4 312 16,1 0-183-16,-6 2-68 0,-3 3 9 15,0 1-72-15,0 6 30 0,-5 1 81 16,0 6-51-16,0-2-8 0,-5-1 87 15,2-1-84-15,1 2-90 0,-1-4-103 16,1 0 99-16,-1-2-102 0,3-4 44 16,0-3-35-16,0-2-9 0,3 4-31 15,4-3 31-15,4-2 0 0,5-1-103 16,0-1 100-16,5-3-103 16,-5-3-347-16,0 2 133 0,-3-3-233 15,-2 0-1362-15</inkml:trace>
  <inkml:trace contextRef="#ctx0" brushRef="#br0" timeOffset="24820.75">16778 13304 1431 0,'0'0'614'0,"-10"35"-238"16,7-17-128-16,3-3-13 0,0-1 153 15,3 2-140-15,-1-2-71 0,4-3-51 16,2-2 15-16,-3-3-52 0,5 3-45 16,1-1 65-16,5-3-109 0,-3-2 25 15,0-2-25-15,1-1 0 0,-4-1-147 16,-2-1 65-16,3 0-94 16,-3-1-401-16,-3-1 93 0,-2 1-318 15,-3-2-1181-15</inkml:trace>
  <inkml:trace contextRef="#ctx0" brushRef="#br0" timeOffset="25022.76">16778 13342 2438 0,'0'0'666'0,"0"0"-490"0,0 0-170 15,40 1 176-15,-24-4-49 0,-3 0-82 16,0-3 9-16,3 1-60 0,-8-3 12 15,5 3-43-15,-5-1-45 0,-5 2-424 16,2-2 192-16,-2 2-108 0,0-3-780 16,-1 2 71-16</inkml:trace>
  <inkml:trace contextRef="#ctx0" brushRef="#br0" timeOffset="25366.94">16903 13218 1930 0,'0'0'680'0,"0"0"-615"0,55-20 83 16,-28 10 189-16,2 3 64 0,-3 3-271 15,-2 0-124-15,-3 3 70 16,-5 1-76-16,-5 0-88 0,-3 4 73 16,-3-2-65-16,-2 0-136 0,-3 1 150 15,-3 5-17-15,-5 3 83 0,-5 1 22 16,-6 3 23-16,4 1 2 16,1-1 84-16,4-3-49 0,4-1-75 15,4 1 34-15,2-2-41 0,2-4 22 16,4 0-6-16,7 3 19 0,6-1-7 15,2-2 70-15,5 1-82 0,-2-2 6 16,-3 3 53-16,3-3-75 0,-11 2-12 16,8-2 12-16,-10 3 0 0,-3-4 0 15,-3 0 0-15,-2-2 0 0,-3 0 25 16,0 3 84-16,-11 2 49 16,-5 1 6-16,-5 1-40 0,0-4-124 15,0 3 22-15,5-5-22 0,0 4 0 16,3-4-158-16,0-1 87 0,5 0-161 15,2-2-683-15,1 0-317 16,2 0-662-16</inkml:trace>
  <inkml:trace contextRef="#ctx0" brushRef="#br0" timeOffset="26290.22">18055 13296 1306 0,'0'0'498'0,"0"0"-398"15,0 0 50-15,0 0 141 0,0 0-94 16,0 0-38-16,0 0-159 16,0 0 0-16,0 0 0 0,0 0 141 15,5 4 4-15,-5 13 12 0,0 5 15 16,0 0-38-16,0-1-77 0,0-4-38 15,3 0-2-15,-3-3-17 0,2-2-57 16,-2-1 31-16,0-3-15 0,0-4-208 16,0-2 124-16,0 3-74 0,0-4-213 15,0-1-19-15,0-2-50 0,0-3-1041 16</inkml:trace>
  <inkml:trace contextRef="#ctx0" brushRef="#br0" timeOffset="26524.01">18105 13238 925 0,'0'0'706'0,"37"-21"-280"0,-18 17 27 0,-3 4-262 15,0 0-47-15,-3 3 66 0,-5 4-92 16,0-2-38-16,-6 2-48 16,1-2 86-16,0 5-16 0,-3 3-4 15,-3 3 38-15,-2-2-32 0,-9-3-51 16,1-1 48-16,-3 1-101 0,0-1 41 15,3-4-43-15,-3 2 2 0,3-3-163 16,2 1 88-16,3-3-86 0,3-1-374 16,3-1 166-16,-1 1-323 0,3-2-1349 15</inkml:trace>
  <inkml:trace contextRef="#ctx0" brushRef="#br0" timeOffset="26862.2">18291 13428 2161 0,'0'0'278'16,"0"0"-104"-16,0 0 17 0,0 0-72 16,0 0 9-16,0 0 16 0,0 0 28 15,0 0-13-15,0 0-13 0,0 0-108 16,13-2-38-16,-11-14-100 16,4 3 99-16,-1 1 1 0,0-2-123 15,3 1 101-15,0 0-52 0,0-1-88 16,0 0 114-16,3 2-13 0,-1 1-61 15,1 1 122-15,2 4-12 0,-5-1-5 16,0 6 17-16,-3 0 33 0,1 1 50 16,2 5 45-16,-1 6-29 0,4 8 44 15,0 2 0-15,-1 2-26 0,-4 0-1 16,-4-2 10-16,1-2-88 16,0 0-10-16,-3 0 0 0,2-4-28 15,-2-1-38-15,0-2 7 0,0-1 31 16,0-2-248-16,-2-5 150 0,-1 1-58 15,0-1-326-15,-5 1 158 16,-5-4-278-16,5-1-1369 0</inkml:trace>
  <inkml:trace contextRef="#ctx0" brushRef="#br0" timeOffset="27018.75">18246 13372 2073 0,'0'0'398'0,"0"0"-246"0,0 0-94 16,50-1 7-16,-34 1-27 0,2 0-35 16,-2 0-6-16,3 0-13 0,-6 0-384 15,-2-2-151-15,-4-1-502 0</inkml:trace>
  <inkml:trace contextRef="#ctx0" brushRef="#br0" timeOffset="27329.61">18399 13278 2026 0,'0'0'614'0,"0"0"-530"16,50-24-7-16,-31 13 30 16,0-3 27-16,-1 0-25 0,1 1-7 15,-6-1-31-15,-3 2-71 0,1-2-15 16,-8 3 14-16,-1 0-116 0,-2-3-108 15,-2 7 223-15,-4-2 0 0,-4-1-75 16,-3 2 26-16,-6 2-17 0,0 0 7 16,1 4 61-16,-1 2 35 0,3-1 84 15,1 3 32-15,1 2-10 0,4 1 6 16,4-1-55-16,-1 3-69 16,4 4-4-16,0-1-38 0,3 2 9 15,8 2-146-15,5-2 44 0,3 1-87 16,3-3-485-16,-6-3-625 0</inkml:trace>
  <inkml:trace contextRef="#ctx0" brushRef="#br0" timeOffset="33363.33">19715 13212 1012 0,'0'0'267'0,"0"0"-156"16,48-44 77-16,-40 31 394 16,-3 4-101-16,-2 5-297 0,-3-1-72 15,0 2-6-15,0 0 0 0,-3 0-100 16,-7 3-6-16,-9 4 0 0,1 7-54 15,-6 1-55-15,3 3 106 16,2-4-20-16,-2 2-6 0,5-1 29 16,-3 2 0-16,4-1-13 0,1-2 13 15,1 0 0-15,8-4 1 16,0 0-2-16,2-3 1 0,3 1-61 16,3-2 61-16,2 2-4 0,5 2 4 15,6-4 39-15,3 1 22 0,5-2 19 16,0-1 26-16,-3 1-33 0,-3 0-57 15,1 2 26-15,-3 0-42 0,-3 0 22 16,-5 3-9-16,-3-4-7 0,0 3 13 16,-2-2 32-16,0 2-13 0,-3-1 4 15,0 5 116-15,-11-2-3 16,1 0-26-16,-6 3-13 0,0-3-107 16,0-4 33-16,3 1-23 0,-1-3-19 15,1-1-19-15,3-1 0 0,2 0 19 16,2 0-236-16,1 0 126 0,5-2-80 15,0-5-241-15,0-2 210 16,8-6-92-16,3-2-620 0,2 0-181 16</inkml:trace>
  <inkml:trace contextRef="#ctx0" brushRef="#br0" timeOffset="33969.33">19903 13217 1501 0,'0'0'786'16,"0"0"-624"-16,-2 44-27 0,2-27 85 16,0-1-25-16,0-1-57 0,0 2-7 15,2-4-45-15,1 1-54 0,0-2-13 16,2-3 10-16,-2-1-29 16,-1-4 16-16,1-1-7 0,2 1-9 15,1-3 3-15,-1 0 29 0,0-1 3 16,3-6-32-16,3-4 61 15,-1-6-64-15,1-2 25 0,-3 0-19 16,0-1-6-16,-3 3-29 0,3-2-3 16,-3 0 29-16,3 0-169 0,0 3 109 15,0 1-39-15,-3 4-77 16,1 2 166-16,-4 5 11 0,1 1-53 16,0-1 55-16,-1 3-2 0,1 0 18 15,-3 7 48-15,3 4 64 0,-3 3-13 16,2 3-32-16,-2-1-29 0,3-4-54 15,0-2 44-15,-3-3-44 0,2-3 16 16,1-1-12-16,2 3-4 0,-2-3 19 16,5-1 22-16,2-2 6 0,1-3-37 15,5-6 56-15,-3 0-66 16,-2-1 7-16,-1 1-30 0,-2-1 23 16,0-1-98-16,0 0 82 0,-3 1 13 15,1 2-162-15,-4 3 152 0,1-1-19 16,0 4-12-16,-3 1 44 15,2 1 0-15,-2 0-45 0,0 0 20 16,0 10 25-16,0 4 135 0,0 5-30 16,-2 2-17-16,2-2 26 0,-3 1 13 15,3-2-74-15,0-1-25 16,3-1-18-16,-1-3-10 0,1-5-148 16,0-1 123-16,2 0-58 0,-2-2-167 15,2 1 154-15,3-3-92 0,0-2-417 16,2-1 51-16,-2-2-214 0</inkml:trace>
  <inkml:trace contextRef="#ctx0" brushRef="#br0" timeOffset="34172.24">20425 13212 1882 0,'0'0'564'0,"0"0"-213"15,0 0-296-15,0 0 73 0,0 0 84 16,-8 45 46-16,6-24-109 15,-1-3-45-15,0 0-56 0,3-2 21 16,0 0-69-16,3-2-98 0,0-2 73 16,2-2-19-16,0-5-153 0,3 1 124 15,5-3-96-15,1 0-435 16,-4-2-95-16,1-1-516 0</inkml:trace>
  <inkml:trace contextRef="#ctx0" brushRef="#br0" timeOffset="34374.08">20650 13257 1937 0,'0'0'405'0,"0"0"-166"16,-8 48-68-16,3-32-65 16,2-1 61-16,3-2-87 0,0-2-80 15,0-3-11-15,3-3 10 0,-3-2-72 16,5 4-157-16,-2-4 88 15,0 0-10-15,2-1-421 0,0-2-117 16,-2-5-409-16</inkml:trace>
  <inkml:trace contextRef="#ctx0" brushRef="#br0" timeOffset="34652.72">20698 13202 364 0,'0'0'649'0,"0"0"-50"16,40-27-261-16,-24 24-20 0,0 3 150 15,2 0-272-15,1 5-58 0,-4 0 22 16,1 4-17-16,0 3-44 0,-2 0-13 16,-1 5 47-16,-3-4-14 0,-4 2-21 15,2-1 34-15,-3 2-50 0,-5-3-66 16,0 0 96-16,0-2-100 16,-5 1 26-16,-3-3 8 0,-3 0-37 15,-2-3 26-15,0 1 42 0,-1-4-77 16,-2 0 40-16,3-2-40 15,0 1 0-15,0-2-167 0,2-3 136 16,1 1-106-16,4-1-303 0,1-2 199 16,2 0-62-16,3-6-362 0,6 0-41 15,2-2-411-15</inkml:trace>
  <inkml:trace contextRef="#ctx0" brushRef="#br0" timeOffset="34875.26">21056 13191 1254 0,'0'0'1120'16,"0"0"-858"-16,-3 54-62 0,-2-35 152 15,-1 0-62-15,1 3-62 0,0-2-48 16,2-3-20-16,0 2-103 16,3-6-26-16,3 1 7 0,2-3-38 15,-2-2-145-15,2 0 126 0,-2-6-62 16,5-1-117-16,3 2 109 15,2-4-98-15,3-3-433 0,-3-2 19 16,-3-4-430-16</inkml:trace>
  <inkml:trace contextRef="#ctx0" brushRef="#br0" timeOffset="35351.06">21217 13263 1698 0,'0'0'561'0,"-8"37"-289"0,6-19 66 16,-1 1-81-16,3-2-40 0,3 0 75 16,4-2-78-16,4-2-51 0,2-1-55 15,3-2 70-15,5-2-95 0,1-4-83 16,-1 0 103-16,3-4-103 16,-1 0 43-16,-1-4-15 0,-4 0-28 15,-2-2-19-15,-5 2 19 0,-3 1 0 16,-3-3-40-16,-2 3 38 15,-3-4 2-15,0 0-158 0,-3-2 155 16,-8-3-44-16,-2 1-191 0,-3 2 222 16,3 3 13-16,0 1 3 0,-1 3 6 15,6 1 21-15,3 0-24 16,0 0 112-16,5 1-115 0,-3 0 16 16,3 0-18-16,0 0 2 0,3-1-122 15,2 0 121-15,8-2 1 0,3 1-105 16,0 0 102-16,0 0-47 0,-3 2-123 15,-5 0 172-15,0 0 1 0,-5 0-54 16,2 0 54-16,-2 3 0 0,-1 3 2 16,1-1 65-16,2 2 40 0,-2 1 25 15,-3 1 3-15,0 0-100 0,0 1 5 16,3-3-15-16,-3 0-25 16,0-1-76-16,2-1 45 0,1-2 22 15,2 3-237-15,-2-5 142 0,0 0-146 16,2-1-630-16,-2 0-103 15,2-8-390-15</inkml:trace>
  <inkml:trace contextRef="#ctx0" brushRef="#br0" timeOffset="35618.72">21654 13079 2386 0,'0'0'478'0,"0"0"-270"0,0 0-74 16,0 0 125-16,0 0 0 0,-21 44-23 15,18-29-81-15,3-2-99 0,0-3-37 16,0-1 43-16,0-2-62 16,0-4-134-16,3 1 133 0,0 0-62 15,-1-1-173-15,1-2 185 0,2 0-110 16,0-1-403-16,-2 0 98 15,2-1-286-15,-2-3-1072 0</inkml:trace>
  <inkml:trace contextRef="#ctx0" brushRef="#br0" timeOffset="35775.74">21757 13051 1542 0,'0'0'932'16,"0"0"-790"-16,8 39 19 0,-8-20-42 15,0-2-52-15,3 2-44 0,-3 1-22 16,0-3-2-16,0 3-140 0,0-5-359 16,0-3-155-16,-3-1-725 0</inkml:trace>
  <inkml:trace contextRef="#ctx0" brushRef="#br0" timeOffset="36408.6">19451 13000 10 0,'0'0'2205'0,"0"0"-1879"0,0 0-226 15,0 0-93-15,0 0 131 0,0 0 62 16,0 0 81-16,-14 46-147 15,9-28-134-15,2-4 41 0,1-2-41 16,-1-2 0-16,3-1-68 0,0-4 66 16,0 0-128-16,0-3-287 0,5 0 185 15,-5 0-156-15,6-1-1167 16</inkml:trace>
  <inkml:trace contextRef="#ctx0" brushRef="#br0" timeOffset="36596.98">19538 12991 2451 0,'0'0'496'15,"0"0"-480"-15,0 0 100 16,-11 49 82-16,9-32-10 0,2 0-144 16,0-1-19-16,0 2-47 0,5-3 22 15,0 2-417-15,1-2 153 0,-1-5-106 16,-2-2-1430-16</inkml:trace>
  <inkml:trace contextRef="#ctx0" brushRef="#br0" timeOffset="37874.12">22626 13223 906 0,'0'0'417'16,"0"0"-179"-16,0 0 12 0,0 0 101 16,0 0-141-16,0 0-48 0,0 0 25 15,0 0-145-15,0 0-23 16,-32-14 0-16,24 28 62 0,-2 3 41 16,2 5 124-16,3 0-64 0,2 2-39 15,0 2-29-15,3-2 18 0,3 0-91 16,5-3-10-16,0-3-12 15,2-1-19-15,4-3-23 0,-1-5 23 16,3-3 0-16,0-3 3 0,0-3 19 16,-1-4-22-16,-1-1 35 0,-1-3 12 15,-2-1-47-15,-6 1 31 16,0-3-31-16,-2 0 0 0,-1-4-41 16,-2 4 40-16,-2-1 1 0,-4 2-78 15,1 2 46-15,0 0 32 0,0 3-150 16,-1 0 149-16,1 2-17 0,-3 1-64 15,3-3 66-15,-3 4 16 0,2 1-80 16,4 0 78-16,-1 0-34 0,3 2-98 16,0 3 134-16,3-2-1 0,7 3 1 15,6-2 61-15,3-1 9 16,2-3-19-16,-2 0 44 0,-1-3-92 16,1 1 32-16,-1-2-16 0,-2 1-19 15,-5 2-46-15,-1-1 46 0,-4 1 0 16,-4 0-174-16,4 1 28 15,-1-1-107-15,0-3-514 0,-2 3-233 16,-1-2-303-16</inkml:trace>
  <inkml:trace contextRef="#ctx0" brushRef="#br0" timeOffset="38201.28">22957 13162 1384 0,'0'0'221'0,"40"-22"-6"0,-19 13 84 15,0 0-199-15,-2 2-29 16,2 3-46-16,-5-1-23 0,0 2 0 16,-6 3 2-16,1 0 51 0,-3 5 0 15,-3-2 54-15,-2 2-70 0,0 5-23 16,-3 9 49-16,-3 1 41 15,-2 3 4-15,-6 1 63 0,0-1-26 16,3-1-26-16,-2 3-16 0,-1-1 16 16,1-1-96-16,2 1 7 0,0-3-29 15,0-2-3-15,0-2-76 16,0 2 51-16,3-6-71 0,-1 1-159 16,1-4 92-16,2-1-36 0,1-6-357 15,-1 2-253-15,-5-4-499 0</inkml:trace>
  <inkml:trace contextRef="#ctx0" brushRef="#br0" timeOffset="38576.32">22984 13326 1941 0,'0'0'247'0,"37"-18"-127"15,-16 12-33-15,-3-1-35 0,4 2 19 16,-1-3 6-16,3 3-45 15,0-1-12-15,-1 1-20 0,-1-1 0 16,-1 1-1-16,0-1-81 0,-3 4 30 16,-4 1 1-16,-1 1-6 0,-2 0 37 15,-6 2 4-15,0 0-20 16,-5 4 23-16,0 5 13 0,0 2 59 16,-8 3 15-16,3 3 39 0,-6-3 116 15,6 0-40-15,0-1 36 0,-1-2-21 16,6 0-39-16,0-1-39 0,0-3-94 15,3-1 28-15,0-3-60 0,7 1 25 16,1-2 19-16,10 3 3 0,3-2-37 16,0-1 74-16,0-4-84 0,-3 0 16 15,-3 0-16-15,1-4 0 16,-3 1-146-16,0 0 24 0,-3-2-87 16,-5 3-343-16,-3-1 134 0,-2-2-240 15,-3 2-998-15</inkml:trace>
  <inkml:trace contextRef="#ctx0" brushRef="#br0" timeOffset="38764.19">23309 13314 2315 0,'0'0'526'0,"0"0"-100"0,0 0-121 16,0 0-219-16,0 0-29 0,0 0 22 15,0 0 43-15,38-1-100 0,-25 1 22 16,-3 0-19-16,-4 0-25 0,-4 0-101 15,4 0 98-15,-1 0-114 0,0 0-237 16,-2 0 131-16,-1 0-159 0,-2-2-816 16,0-1-56-16</inkml:trace>
  <inkml:trace contextRef="#ctx0" brushRef="#br0" timeOffset="39277.67">23349 13244 1562 0,'0'0'546'0,"0"0"-446"15,50-26 7-15,-28 21-16 0,2-2-52 16,-1 2-4-16,6-2 1 0,-2 4-1 16,2 3 101-16,-2 0-34 0,-6 0-102 15,0 7-3-15,-5 0-9 16,-3 1 12-16,-2 2 64 0,-6 4 29 16,0-2-3-16,-5 5-10 0,-2-2-38 15,-4 0 73-15,-2 2-17 0,-2-2-5 16,-1-1 24-16,1 1-117 0,2-4 38 15,0-3-38-15,2 0 0 0,1-5-44 16,2 1 41-16,1-2-35 0,-1-1-150 16,1-1 153-16,-1 0 19 0,3-5-118 15,0-5 60-15,0-4-54 16,0-1-236-16,0-1 96 0,0 0-89 16,0 4-339-16,3 1 338 0,-1 2 107 15,1 4 251-15,-1 2 156 0,1 2 261 16,2-1 218-16,-2 2-272 15,8 4-46-15,-3 5 92 0,5 5-175 16,3 0-46-16,-3 0-16 0,3 1-33 16,0-6-44-16,0 1-32 0,5-3 128 15,-3-3-118-15,4 1-51 16,-4-5 47-16,3 0-48 0,-2-3 8 16,-3 0 36-16,0-1-65 0,-6-4 34 15,1 3-22-15,-1-5-12 0,-4 1 34 16,-4-1-6-16,1-2-28 0,-3 1 0 15,0-1-40-15,-3-1-44 0,1 1-377 16,2 1 206-16,0 2-6 0,0 2-297 16,2 2 174-16,6-2-131 0,3 3-647 15,-3 0 466-15</inkml:trace>
  <inkml:trace contextRef="#ctx0" brushRef="#br0" timeOffset="39464.47">24067 13280 912 0,'0'0'957'0,"0"0"-584"15,5 46-95-15,-7-34 60 0,-4 0-116 16,1 0-75-16,-3 0-32 0,3-1-33 16,-1-4-82-16,4-3 29 0,-4-2-23 15,4 2-6-15,-3-2-103 16,2-1 88-16,-2-1-17 0,2 0-86 16,3-5 73-16,-3-2-58 0,1-7-157 15,-1-1 80-15,0-1-118 0,-2-1-530 16,2 5 105-16,3 2-7 0</inkml:trace>
  <inkml:trace contextRef="#ctx0" brushRef="#br0" timeOffset="39675.54">24035 13262 180 0,'0'0'1249'16,"0"0"-664"-16,37 10-142 15,-24 0 70-15,3 2-238 0,6 1-24 16,-1-1-13-16,0 3-62 0,3-3-51 16,0-1-64-16,-1-4 61 0,1 0-41 15,0-4-78-15,0-1 108 0,-6-2-83 16,-2 0 6-16,-2-1 28 15,-6-2-62-15,-1 0 28 0,-4-3-28 16,0 0 0-16,-3-4 40 0,0-2 6 16,-6-2-46-16,-1 0-129 0,-4 1 127 15,0-3-101-15,1 1-299 16,4 0 156-16,1 4-156 0,5 0-455 16,0 6 440-16,5-2-58 0,3 4-723 15</inkml:trace>
  <inkml:trace contextRef="#ctx0" brushRef="#br0" timeOffset="39994.35">24477 13296 1117 0,'0'0'544'0,"-2"39"-112"0,-4-20 72 15,1-2-233-15,3-1 17 16,-1 0 82-16,3-1-212 0,3-4-28 16,-1-3-93-16,3-3 48 0,6 2-28 15,5-4-23-15,2-2 89 0,4-1-51 16,-1-5-66-16,0-3 90 15,0-1-96-15,0-1 31 0,-5-2-31 16,0 0 0-16,-3 0 25 0,-5-2-9 16,-2-3-16-16,-6 0 43 0,-3-3-18 15,-8-1-25-15,1 3-229 16,-3 0 192-16,-1 3-32 0,4 3-3 16,-1 2 72-16,1 2 0 0,-1 6-23 15,3 0 11-15,0 2 12 0,0 0-117 16,6 2 115-16,-1 1-34 0,0 2-163 15,3 0 76-15,0 4-74 0,3-1-267 16,2-1 193-16,8 2-74 0,-2-2-933 16</inkml:trace>
  <inkml:trace contextRef="#ctx0" brushRef="#br0" timeOffset="40470">24750 13315 2100 0,'0'0'298'15,"0"0"-69"-15,0 43 215 0,0-30-227 16,-2 0-26-16,2-1-86 0,0-2-26 16,0 1-79-16,0-2-9 0,0-5 9 15,0-1 0-15,0 1-101 16,2-2 16-16,-2 0-7 0,3-1-93 16,0 1 162-16,-3-2-15 0,2-3-122 15,-2-2 86-15,0-5 26 0,-5-8-220 16,0 1 107-16,-3-2 67 0,5 1 91 15,3 3 3-15,3 2 155 0,5 1 235 16,5 2-92-16,3 0 17 0,5 4 99 16,3-1-103-16,0 4-81 0,5-1-66 15,2 2 20-15,4 0-144 16,-3 1 6-16,-1-2 28 0,-1-1-74 16,-4 2 0-16,-2-2 0 0,-6 0 0 15,-2 0-21-15,-2 2 21 0,-6 0 0 16,-6 1-68-16,-2 1 66 15,0 0 2-15,0 0-175 0,-2 1 150 16,-6 3-2-16,-3 3 27 0,3 0 18 16,-3 2 84-16,4 2-56 0,1 3 131 15,-2 3-177-15,6-2 74 16,2-2-59-16,0 0-15 0,2-2-43 16,4-2 43-16,-1 0 0 0,-2-3-160 15,2-2 142-15,0-1-117 0,0 1-330 16,3 1 261-16,0-3-110 0,0-1-579 15,0-1 124-15,-3 0-529 0</inkml:trace>
  <inkml:trace contextRef="#ctx0" brushRef="#br0" timeOffset="40734.26">25272 13249 1326 0,'0'0'1057'15,"0"0"-760"-15,19 36 166 0,-14-15-167 16,-3-1-26-16,1-1 66 0,-3-2-73 16,5 4-93-16,1-2-102 0,-1-1 80 15,0-1-148-15,1-2 25 16,-1-3-25-16,0-1 0 0,-2-3-123 16,-1-4 104-16,-2-1-92 0,6 1-231 15,-4-2 200-15,-2-1-75 0,3-1-319 16,-3-3 203-16,-3-8-258 0,-2 1-833 15</inkml:trace>
  <inkml:trace contextRef="#ctx0" brushRef="#br0" timeOffset="40874.75">25367 13222 1522 0,'0'0'468'0,"59"-31"-147"16,-28 21 89-16,-2 2-195 0,-2 4-29 15,-3 2-26-15,-6 2-96 0,-4 0-64 16,-9 1-197-16,0 1-56 15,-5 3-82-15,-2 1-449 0,-6 3-24 16</inkml:trace>
  <inkml:trace contextRef="#ctx0" brushRef="#br0" timeOffset="41424.23">25296 13307 1083 0,'0'0'1342'0,"0"0"-913"15,0 0-291-15,0 0 67 0,0 0 139 16,0 0-132-16,53 18-121 0,-24-18-72 15,-3-1 16-15,1-5-35 0,-1 3-23 16,1-1 23-16,-1-2 0 0,-2 2-18 16,-3-1 18-16,-5 2 0 0,-3 0-73 15,-5 1 73-15,-5 2 0 16,0 0-72-16,-3 0 50 0,0 2-16 16,-6 3-80-16,-2 5 118 0,-5 2 26 15,0 5-20-15,5-1 184 0,3-1-39 16,2 0 29-16,3-2 16 15,5 0-72-15,3 0-80 0,6-1 104 16,-1-2-108-16,5-1-9 0,1-4 52 16,2-1-83-16,3-4 49 0,-3-2-18 15,3-2-31-15,0-1 9 16,-3-3-9-16,0-1 0 0,-5 0 6 16,-5 2-6-16,-6-4 0 0,-2 0-55 15,-3-2 9-15,-6-2 46 0,-2 0-296 16,-5 1 190-16,-3-1-84 0,0-1-313 15,3 5 300-15,3-1 12 0,-1 3-30 16,6 5 221-16,2-2 29 0,0 3-20 16,1 2 62-16,-4-2-11 0,4 2 55 15,-1 1-10-15,3 0-31 16,-3 5-65-16,3 6 134 0,0 3-23 16,0 5 2-16,6 2 46 0,-4-5-47 15,6 3-43-15,0-4 84 0,0 3-85 16,3-4-65-16,2 0 84 15,-2 1-96-15,5-3 12 0,-3-1-12 16,0-4 0-16,0 2-172 0,1-5 171 16,-1 0-100-16,-3-2-234 0,1-2 219 15,-3 0-177-15,0 0-812 16,-6-1-76-16,1-5-135 0</inkml:trace>
  <inkml:trace contextRef="#ctx0" brushRef="#br0" timeOffset="41892.14">25963 13290 1023 0,'0'0'1509'0,"0"0"-1226"0,11 46 25 16,-11-32 49-16,0 1-106 0,2 0-50 15,-2-2-82-15,3-3-24 0,0-3-95 16,2 0 37-16,-2-5-9 15,-3 0-28-15,5-1 35 0,-2 2-10 16,2-3-25-16,3-2 34 0,-3-2-34 16,3-5 0-16,3-2-52 0,-1-4 52 15,4-5 0-15,-1 1-62 16,3-2 43-16,0 1-37 0,5 2-231 16,3 3 224-16,-1 3 41 0,-4 1-31 15,0 7 53-15,-9 0 0 0,1 3 2 16,-9 1 64-16,1 0-66 0,-3 4 6 15,-3 1-6-15,-7 7 136 0,-6 2 5 16,-3 5-37-16,1-4-39 0,-1 3-55 16,6-4 136-16,2 0-90 0,3 0-25 15,3-2 30-15,3-1-61 16,-1-3 31-16,3-1-31 0,3-3 0 16,-1 2 31-16,6-2-6 0,3 2-25 15,5-3 31-15,0-1-25 0,-1-1-6 16,-1-1-102-16,2 0 74 15,-6-1-89-15,6-1-243 0,-5-2 194 16,2-2-147-16,0-4-754 0,-8 4-73 16,6-2-206-16</inkml:trace>
  <inkml:trace contextRef="#ctx0" brushRef="#br0" timeOffset="42064.14">26376 13248 2631 0,'0'0'549'0,"0"0"-466"15,0 0 251-15,3 42-38 0,-6-20 46 16,-2 2-75-16,0-2-70 0,0-4-110 16,2 2 54-16,3 0-141 0,0-5 9 15,0 2-11-15,5-5 2 16,-2-4-215-16,-1 0 172 0,4 0-118 16,4-3-292-16,4 1 229 0,-1-3-210 15,0-3-999-15,-5-1-268 0</inkml:trace>
  <inkml:trace contextRef="#ctx0" brushRef="#br0" timeOffset="43236.29">26599 13290 1755 0,'0'0'733'16,"0"0"-453"-16,0 34 12 0,-3-23-45 15,1-1-101-15,-1-2-38 0,0 0-105 16,1-4 54-16,-1 1-57 0,3-2 3 16,-3-1 10-16,1 3-13 0,2-3 2 15,-3-2 11-15,3 0-13 16,0-5-13-16,0 1-73 0,3-1-41 16,-3-3-93-16,5-5 176 0,-5 0-75 15,3-4-109-15,-1 4 96 0,1 1-139 16,0 3-491-16,2 5 316 15,-2 0 446-15,2 3 208 0,0 1 199 16,3 1 8-16,3 7 153 0,2 5-205 16,3 5-76-16,0-1 4 0,0-1-68 15,-1-1-46-15,4-3 10 16,2 0 26-16,0-2-71 0,3-3-65 16,-5-3 73-16,-1-2-150 0,-2-1 55 15,0-1-33-15,-5-1-22 0,2-3 12 16,-5-2-12-16,-3 3 0 0,0-6-24 15,-2-2 24-15,-3-1 0 0,0-3-208 16,0 1 190-16,-3-4-84 0,-2 4-216 16,2-5 218-16,1 2-101 0,2-2-440 15,0 3 175-15,0-2-66 16,5 7-621-16,3 2 778 0,3 5 209 16,2 1-30-16,0 2 118 0,-2 1 78 15,-1 2 32-15,-2 2 102 0,-2 4 140 16,-1 2 351-16,-2 4-287 15,-3 5-20-15,-3-1 71 0,-2 1-196 16,-1-1 32-16,1 0 73 0,0 1-37 16,-1-1-65-16,4 0 9 15,2-2-25-15,2-1-74 0,4-1-56 16,4-3 120-16,4-2-58 0,1-3-81 16,4 1 104-16,2-4-135 0,3-2 43 15,0 0-45-15,0-1 2 0,2 0-218 16,-2-2 196-16,-3-2-65 0,-2-3-168 15,-6-1 240-15,-2 1-54 0,-6-4-130 16,-2 0 139-16,-3 0-25 0,-3 2-108 16,-2-1 193-16,-6 1 38 0,-2 2 54 15,-1-1 72-15,1 4-19 16,0-3 18-16,2 5 58 0,6 1-41 16,2 0-4-16,3 0 36 0,0 1-212 15,3 0-22-15,8 1 22 0,7 1 0 16,6 0-126-16,0-1 111 15,0 1-50-15,-3 1-253 0,3-2 247 16,-3 1-66-16,0 2-196 0,0 1 333 16,-5-1 0-16,-3-1-25 15,-5 3 25-15,-5-4 26 0,0 2 2 16,-3 3 135-16,0 1 19 0,0-2-1 16,0 4 26-16,-6 1-164 0,-2 0 12 15,3-3-42-15,0-1-13 0,0-1-269 16,2-2 114-16,0 2-158 0,3-2-935 15,-2-1-349-15</inkml:trace>
  <inkml:trace contextRef="#ctx0" brushRef="#br0" timeOffset="48694.61">16765 13966 275 0,'0'0'427'0,"0"0"-244"16,0 0 28-16,0 0 118 16,0 0-212-16,24-38 1 0,-22 30 109 15,4 1-55-15,-4 1 6 0,1-3 33 16,0 4-98-16,-1-2-7 0,-2 4 58 16,0 0-48-16,0-1-29 0,3 1 2 15,-3 3-66-15,0 0-23 0,0 0-215 16,0 7 197-16,5 0 18 0,-2 9 29 15,0 5 35-15,-1 3-42 0,1 3-22 16,0 2 55-16,-1 2-13 0,1 6-39 16,-3 2 45-16,0 4-26 15,-5 2-12-15,-1-1 34 0,4 1-44 16,-4-5-6-16,1 0 6 0,2-7 0 16,3-6-28-16,-2-4 26 15,2-5 2-15,0-7-29 0,0-5 28 16,0-5 1-16,2 3 0 0,-2-4 23 15,0 0 25-15,3 0 31 0,-3 0 26 16,5-5-54-16,1 1-35 16,-1-2 57-16,6 0-73 0,2-3 25 15,3-1 7-15,2 2 19 0,3 2-20 16,1 0 82-16,-4 6-113 0,6 0 16 16,-3 0-18-16,0 0 2 0,-2 6-186 15,-3-1-103-15,-3-1-268 0,-5 0-1975 0</inkml:trace>
  <inkml:trace contextRef="#ctx0" brushRef="#br0" timeOffset="50162.1">17430 14226 1142 0,'0'0'300'0,"0"0"135"16,0 0-162-16,0 0-59 16,0 0 60-16,2-36-142 0,1 29-35 15,-3 0 41-15,3 0-39 0,-3 3-25 16,2 1-20-16,-2 0 51 0,0 3-82 16,0 0-23-16,0 4-19 15,-8 6 19-15,0 10 39 0,-7 6 98 16,-1 3-11-16,0 4-47 0,-3-1 28 15,3 2-107-15,-2-1 35 0,-1-1-35 16,6-4 0-16,0-3-85 16,2-3 82-16,3-5-10 0,3-4-69 15,5-4 69-15,-3-4-50 0,3-3-200 16,0-1 129-16,3-1-36 0,0-1 64 16,7-9 106-16,1-7 0 0,5-6-99 15,0 0-4-15,-1-2-62 0,-1 1-210 16,-1-2 171-16,-2 3 35 0,-4-1 9 15,4 0 141-15,-3 1 16 0,0-1 1 16,0 3-1-16,0 1 3 16,2 5 59-16,-4 4 64 0,-1 4 46 15,-2 3 146-15,-1 2-157 0,1 2-22 16,2 0-25-16,-2 4-47 0,2 8 26 16,3 9 71-16,-3 3 21 15,3 6-32-15,0-2-58 0,0-2 45 16,-2 1-65-16,4-1-65 0,-2-2 48 15,5 1-55-15,-2-6-76 0,2 3 50 16,-2-4 20-16,-1-3-267 0,-2-1 161 16,0-3-41-16,-5-5-252 15,0-1 146-15,-3-2-159 0,0 0-782 16,-3 0 417-16</inkml:trace>
  <inkml:trace contextRef="#ctx0" brushRef="#br0" timeOffset="50318.06">17321 14454 1334 0,'0'0'413'15,"0"0"-117"-15,0 0-244 0,35-11-26 16,-14 11-17-16,3 0-9 0,-1 6-22 16,4-2-92-16,-1 3-220 15,-7-2-207-15</inkml:trace>
  <inkml:trace contextRef="#ctx0" brushRef="#br0" timeOffset="50750.56">17872 14443 447 0,'0'0'1570'16,"0"0"-1214"-16,0 0-49 0,0 0 76 16,0 0-188-16,0 0-58 0,-32-37-55 15,16 35 36-15,-2 2-46 0,2 0-43 16,0 2 75-16,3 4-13 0,-3 1 0 15,5 5 79-15,3-2-58 0,0 2-71 16,6 3 67-16,-1-1-108 16,3-1-46-16,3-1 44 0,5-2 2 15,2-1-72-15,4-4 70 0,4-3 2 16,-5-2-96-16,11 0 58 0,-5 0 35 16,-1-5-139-16,1 0 130 15,-3 0-10-15,-3 4-132 0,0 0 141 16,-5 1-5-16,0 2-145 0,0 2 161 15,-3 2-27-15,1 5-117 0,-1 4 124 16,0 4 3-16,1 1 19 0,-4 1 50 16,3 0-2-16,-2 3 0 15,0 1 56-15,-1 0-79 0,-2 0-9 16,3 1 28-16,-3-1-44 0,0-2 13 16,-5-3 3-16,2-5-16 0,0-7 25 15,-2 0-3-15,3-4 16 0,-4 0-29 16,-2 0 79-16,3-3-88 0,-3 1-6 15,0-2-10-15,3-3-91 16,-3-5-275-16,3-4 107 0,-1-5-184 16,4-7-798-16,2 4-199 0</inkml:trace>
  <inkml:trace contextRef="#ctx0" brushRef="#br0" timeOffset="51002.49">18073 14465 850 0,'0'0'1363'0,"0"0"-995"0,0 0-129 16,0 0-88-16,0 0 3 0,0 0 56 16,-10 34-67-16,7-15-41 0,3 0-23 15,3-2 3-15,2-3-82 0,0 0-16 16,3-2 15-16,0-5 1 0,3 0-259 15,-1-5 96-15,1-2-83 0,0 0-288 16,-6-3 48-16,0-2-512 16</inkml:trace>
  <inkml:trace contextRef="#ctx0" brushRef="#br0" timeOffset="51252.2">18343 14233 2081 0,'0'0'453'0,"0"0"-247"15,-10 34-51-15,2-12 15 0,3 3 139 16,-1 1-58-16,4-1-90 0,-1 3-88 16,0-1 21-16,3 2-94 0,0-2-3 15,3-1 2-15,0-2 1 0,-1-2-142 16,4-2 98-16,-1-2-117 0,-2-4-221 15,2-5 139-15,-2-1-121 0,-1-4-666 16,-2-3-145-16</inkml:trace>
  <inkml:trace contextRef="#ctx0" brushRef="#br0" timeOffset="51470.05">18140 14298 1608 0,'0'0'1246'0,"0"0"-1215"15,0 0-31-15,0 0-90 0,0 0 29 16,0 0 45-16,37 4-97 0,-21 3-359 15,-1-1-120-15,-4-1-464 0</inkml:trace>
  <inkml:trace contextRef="#ctx0" brushRef="#br0" timeOffset="51964.41">18455 14509 1994 0,'0'0'757'16,"0"0"-755"-16,0 0 137 16,0 0 117-16,0 0-87 0,47-7-51 15,-25-1-26-15,-4-2 25 0,1 1-82 16,-6-1-10-16,0 2-3 0,-2 2-22 16,-6 0 16-16,0 2-13 15,-2 0-3-15,-3-1 22 0,0 1-25 16,-3 0 3-16,-5 0-199 0,-5 4 171 15,-3 0 9-15,0 5-39 0,0 1 58 16,3 3 4-16,3 0 11 0,2 3 52 16,2-1 3-16,4 2-20 15,2 1 48-15,0 1-79 0,8-1 9 16,2-1-2-16,4-1-26 0,1-2-16 16,4-1-28-16,0-3-10 0,-6 4-368 15,5-5 106-15,-2-2-80 0,-5-1-723 16,-3-1-90-16</inkml:trace>
  <inkml:trace contextRef="#ctx0" brushRef="#br0" timeOffset="53221.35">16789 14513 710 0,'0'0'345'0,"0"0"-32"16,0 0-219-16,0 0 36 0,0 0 150 15,0 0-183-15,0 0 4 0,0 0 80 16,0 0-93-16,0 16-7 0,-3-9 29 15,3 4-7-15,0 8 6 0,0 4 59 16,0 2-59-16,0 2-19 16,0 1-11-16,0 2 52 0,0 4-23 15,0 5-22-15,0 3 19 0,0 2-45 16,0 1 13-16,0 0 12 0,-5 1-85 16,2-2-24-16,1-1 24 15,-4-4 0-15,4-6-45 0,-1-4 45 16,0-9 0-16,3-4-14 0,0-3 14 15,0-5 0-15,0-4-7 0,0-2 7 16,0 0 0-16,0-2 13 0,0 0 88 16,0 0-20-16,3-3-27 15,-3-1 50-15,0-1-104 0,3-2 41 16,-1 1-1-16,-2 0-37 0,3-2 44 16,2 3-6-16,1-2-41 0,4 1-38 15,3 0 19-15,6 1 19 0,5 0-106 16,0 2 78-16,2-1 28 0,-2 2-409 15,0-1-40-15,-8 2-656 16</inkml:trace>
  <inkml:trace contextRef="#ctx0" brushRef="#br0" timeOffset="56100.01">17334 14991 1004 0,'0'0'459'15,"0"0"-257"-15,0 0 16 0,0 0 48 16,0 0-127-16,0 0-29 0,0 0 65 16,0 0-75-16,-13-33 3 0,13 29-10 15,0-2-10-15,0 2-28 0,3 0-20 16,-3 0 36-16,2 2-11 0,-2 1-50 15,0-1-10-15,0 2 0 16,3 0-147-16,-3 7 147 0,3 3 0 16,-3 7 67-16,0 6 23 0,0-1-33 15,0 5-6-15,0-1 19 0,-3 2-51 16,0-3 0-16,1 2-1 0,-3 1-18 16,-1-6 0-16,4 1 23 15,2-5-23-15,0-4-33 0,0-4 33 16,0-3 0-16,0-4-19 0,0-1 19 15,0 1 0-15,0-3-10 0,0 0-12 16,2 0 6-16,4 0 3 16,-4 0 13-16,6-4 0 0,-3 0 19 15,3 1-19-15,0-2 0 0,0 1 2 16,3 2 4-16,-1 1 57 0,4 1-31 16,2 0 70-16,-1 0-58 0,1 0-41 15,0 0 67-15,0 2-54 0,3-2 6 16,-1-1 9-16,3-4-31 0,-2-1 26 15,-1-1 8-15,4-3-34 16,-6 0 22-16,-3 2-12 0,-3-3-10 16,-2 4 31-16,-2 2-2 0,-4 0-29 15,1 0 34-15,-3-3 22 0,3 0-46 16,-3 1 24-16,-6 0 2 16,1-3-36-16,-6 3-59 0,-2 1 59 15,3 1 0-15,-1 2-69 0,3 3 69 16,3 0 0-16,-1 0-97 0,-2 5 95 15,1 1 2-15,-1 4-28 0,2 6 28 16,4-3 0-16,2 3 25 16,0 0 3-16,5-2-28 0,0-2 22 15,3 2-19-15,3-4-3 0,2 0 2 16,0-1-2-16,3-2 0 0,0-1-51 16,5-1 23-16,-5-1-42 0,3-3-202 15,-1 0 110-15,1-1-91 0,-1 0-165 16,-2-2 218-16,0-3-234 0,0 0-301 15,0-1 423-15,0 0 155 16,0-4 85-16,-6 3 72 0,1-3 30 16,-3 3 182-16,-3 1 71 0,-2 1 13 15,-1-1 159-15,-2 0-238 16,0 0-29-16,0 0 96 0,0-3-78 16,-5 3-36-16,0 0 38 0,-1 0-58 15,-1 1-36-15,1 3-22 0,-4 0 40 16,-4 2-37-16,4 2-45 0,-1 0 95 15,6 3-42-15,0 2-56 0,-1 2 93 16,4 2-140-16,-4 1 37 16,6-4-37-16,0-2 0 0,8-2-58 15,-2 1 58-15,4 0 0 0,9-4 3 16,-1-1 12-16,1-1-15 0,-6-4-3 16,-5 1 1-16,-3 0 2 0,1 1-93 15,-1-1 93-15,-2 0 0 0,2 0-25 16,-3 1 25-16,1 0 0 0,-3 1 25 15,3 1-4-15,-3 1-21 16,0 0-3-16,0 0 3 0,0 3 25 16,0 3-22-16,0 0 137 0,0 2-106 15,2 0 19-15,1 0-23 16,2 0-30-16,6 0-58 0,5-1 57 16,0-1 1-16,5-2-205 0,-3-4 171 15,1 0-157-15,0 0-307 0,-4-3 199 16,1 1-130-16,-5 1-487 0,-6-4 175 15,1 2-275-15</inkml:trace>
  <inkml:trace contextRef="#ctx0" brushRef="#br0" timeOffset="56348.98">18097 15230 1131 0,'0'0'1587'0,"0"0"-1141"0,0 0-197 16,0 0-84-16,0 0-7 0,0 0-64 15,0 0-2-15,0 0-55 0,0 0-18 16,24 14 57-16,-11-14-48 0,3-1 4 15,-3-3 8-15,1-1-40 16,-1-1-148-16,0 3 107 0,-2 1 10 16,-1 2-297-16,-4 0 278 0,-1 0 12 15,-2 1-20-15,2 3 58 0,3 2 48 16,-3 1-10-16,3 4 60 0,3 2-98 16,-1 1 16-16,1-1-48 15,-3-1-15-15,2-1-370 0,-2-2 42 16,-2-2-126-16,-1-3-1024 0,-2-2 762 15</inkml:trace>
  <inkml:trace contextRef="#ctx0" brushRef="#br0" timeOffset="59154.42">16752 15332 214 0,'0'0'284'0,"0"0"-76"16,0 0 144-16,0 0-166 0,0 0-56 15,0 0 124-15,0 0-147 0,0 0 7 16,0 0 13-16,0 0-53 0,0-22 17 16,0 20 58-16,0 1-87 15,0-1 12-15,0 1 20 0,0-1-42 16,0 2-4-16,0 0-16 0,0 0-9 15,0 0-23-15,0 0-18 0,0 0 18 16,0 0-39-16,0 1-23 0,0 4 62 16,-3 5 36-16,3 7 63 15,-3 4-15-15,3 5-7 0,-2 3 0 16,-1 2-23-16,1 4-12 0,-4 2-13 16,4 3 48-16,-1 2-36 0,3-1 7 15,-5-2-6-15,5 0-42 0,0-3-10 16,0 0 8-16,0-2 2 15,-3-1-38-15,0-2 22 0,1-5 16 16,-1-2-89-16,0-3 88 0,1-3-1 16,-1-4-49-16,0-7 51 0,3-1 0 15,0-4 3-15,-2 1 16 0,2-2-3 16,0-1 0-16,0 0 77 0,0 0-93 16,0-2-58-16,2-3 55 15,1-2 3-15,0 2 0 0,2-3 4 16,0 4-1-16,1-2 19 0,-6 1-35 15,10 2 13-15,-2 2-107 16,3 1 106-16,5 0 1 0,2 4-142 16,3 0-35-16,-2 1-174 0,-8-1-1519 15</inkml:trace>
  <inkml:trace contextRef="#ctx0" brushRef="#br0" timeOffset="64190.16">17390 15721 824 0,'0'0'404'15,"0"0"-121"-15,0 0 91 0,0 0-176 16,0 0-30-16,0 0 75 0,0 0-153 15,0 0-9-15,-11-33 6 0,9 29-19 16,-1 2-20-16,-2-1-22 16,0 2 19-16,-3 1-45 0,2 0-19 15,-2 0 18-15,-2 4-24 0,2 1-33 16,-3 4 35-16,1 1 4 0,-1 2-45 16,0 1 64-16,4-1-17 0,4 0-60 15,-2-1 48-15,5 0 0 0,0 1-68 16,0-1 42-16,2 0 0 0,6 0-52 15,3-1 62-15,-3 0 9 16,5 1-15-16,0-1 48 0,0 0-36 16,3 0 22-16,-2-1 6 15,1 1 11-15,4 1 13 0,-6-2 23 16,3 2 13-16,-3 1 70 0,-2-2-64 16,-6 0 4-16,1-2 28 0,-1-1-45 15,-3 0 3-15,-2-2 17 0,0 3 37 16,0-3-2-16,-2 1 143 0,-3 0-84 15,-9 2-79-15,-2 0-64 16,-5-2 47-16,3-1-37 0,-1-2-8 16,3-2 20-16,0 1-35 0,0-1 7 15,-2-1-7-15,5 0 0 0,-1 0-49 16,1-2 49-16,3 0-115 0,2 0-195 16,2-1 104-16,4 1-65 0,-1-1-484 15,3 1 231-15,0 0 26 16</inkml:trace>
  <inkml:trace contextRef="#ctx0" brushRef="#br0" timeOffset="64526.12">17703 15883 989 0,'0'0'267'0,"0"0"49"0,0 0-95 15,0 0-7-15,0 0 146 0,0 0-250 16,0 0-49-16,-40-14 9 16,21 19 1-16,1 0 6 0,2 1-32 15,0-1-22-15,-3 3 9 0,6 3-16 16,-3-3 39-16,6 3-20 0,-4 1-29 16,7 1 49-16,-1-1-7 0,5 3 3 15,0-1 26-15,3 0-64 0,3 1-11 16,2-1-4-16,6-2-18 15,5-1-52-15,0-2 70 0,5-2 1 16,0-3-137-16,0-1 29 0,6-2-87 16,-4-1-500-16,-7-1 72 0,-2-3-350 0</inkml:trace>
  <inkml:trace contextRef="#ctx0" brushRef="#br0" timeOffset="68371.98">17795 15946 274 0,'0'0'760'16,"0"0"-640"-16,0 0-91 0,0 0 79 16,0 0-7-16,0 0-43 0,0 0 475 15,19 34-354-15,-11-20-76 0,-3 2 50 16,3-4-102-16,0 2 4 0,-3-4-35 16,-2-3 18-16,2-1-22 0,-2-1-16 15,2-1 33-15,-5-1-17 16,3 0 26-16,-1-2 38 0,-2 0-6 15,0-1 158-15,0-1 18 0,0-3-82 16,0-3-155-16,0-4 47 16,0-4-28-16,0-5-4 0,3 2 7 0,2-2-35 15,3 1 16-15,0 1-19 16,0 0 3-16,3 2-79 0,2 0 60 16,-2 4 19-16,-3 2-70 0,0 3 54 15,-1 3 13-15,-1 3-121 0,4 1 47 16,-2 3-63-16,3 2-216 0,-1 3 159 15,-2 2-55-15,-2-2-595 16,-4-2 52-16,1 0 96 0</inkml:trace>
  <inkml:trace contextRef="#ctx0" brushRef="#br0" timeOffset="69114.88">18060 15936 1137 0,'0'0'342'15,"0"0"-14"-15,0 0-221 0,0 0-35 16,0 0 200-16,0 0-120 0,0 0-84 16,0 0-14-16,0 0-12 0,-21 19 16 15,21-4 27-15,5-1 24 0,1 2-16 16,1-4-16-16,4-1-13 16,-3 0-35-16,5-3-22 0,0-2 6 15,3-3-13-15,0-2 16 0,-2-1 9 16,1-1 10-16,-1-4-35 0,2-3 77 15,-3-2-23-15,-5 1-41 16,2-2 57-16,1 1-70 0,-6 0 25 16,1-1-2-16,-4-1-23 0,1 1-49 15,-3 0 46-15,0-1-93 0,0 1-147 16,-3 2 92-16,3 1-29 0,-2 3-214 16,2 1 44-16,0-1 42 0,0 2-151 15,0-3 257-15,5 3 71 16,-3 0 50-16,1 3 81 0,2 0 28 15,-2 5 357-15,2 4-89 0,1 2-29 16,-4 4 138-16,4-3-262 16,-1 2-30-16,-2-5 35 0,-1-3-70 0,1 0-36 15,-1-1 22-15,1 0 1 0,2 1 9 16,1-3-23-16,-1 2 39 16,3-2-36-16,-3-3 13 0,3 0 16 15,3 0-32-15,-1-4-35 0,-2 0 38 16,0 0-54-16,-2-1 23 0,-1-1-17 15,3 0-6-15,-3 0 3 16,0 0 16-16,-2 2-19 0,2 1 16 16,-2 2-16-16,-3-2 0 0,3 3-17 15,-3 0 15-15,2 1-18 0,-2 2-12 16,3 0 32-16,0-1 0 0,-1 0 1 16,4 0 6-16,-1-2-7 0,5 0 12 15,1-4-31-15,5-2 19 16,-3-2-146-16,3-1 56 0,-5 2-19 15,2-3-77-15,-5 4 144 0,2-1 16 16,-4 3-64-16,-1 2 52 0,-2-2 21 16,-1 3-7-16,1 0 23 0,0 1 2 15,-3 1-1-15,2 5 171 16,1 4-24-16,2 4 43 0,-2 3-85 16,2 0-67-16,0-2-34 0,1-1 21 15,2-1-25-15,2 0-77 0,1-1-57 16,-1-1-81-16,1 2-265 15,-6-4 58-15,1-3-274 0</inkml:trace>
  <inkml:trace contextRef="#ctx0" brushRef="#br0" timeOffset="70001.73">16709 16082 418 0,'0'0'369'0,"0"0"-40"0,0 0 97 15,0 0-214-15,0 0-24 0,0 0 52 16,0 0-136-16,0 0-10 0,0 0 25 16,0 0-57-16,-10 11-4 0,7 1 32 15,3 7-13-15,0-5-57 0,3 4-4 16,2 0-7-16,-2 1-9 15,2 1-4-15,-2 0 2 0,2 3-37 16,-2 0-196-16,2 0 31 0,0 3-159 16,-5-2-769-16,0-8 372 0</inkml:trace>
  <inkml:trace contextRef="#ctx0" brushRef="#br0" timeOffset="70180.5">16791 16505 1347 0,'0'0'650'0,"0"0"-448"0,0 0-177 16,0 0-8-16,0 0 25 0,0 0-6 15,0 0-36-15,0 0-13 0,0 0-301 16,38 13-151-16,-33-11-284 0</inkml:trace>
  <inkml:trace contextRef="#ctx0" brushRef="#br0" timeOffset="70298.64">17009 16589 1307 0,'0'0'900'0,"0"0"-900"16,0 0-14-16,0 0-80 0,0 0-195 16,0 0-130-16,34 6-905 0</inkml:trace>
  <inkml:trace contextRef="#ctx0" brushRef="#br0" timeOffset="70439.92">17221 16597 1980 0,'0'0'97'0,"0"0"-97"16,0 0-32-16,0 0-46 0,0 0-292 15,0 0-262-15,0 0-160 0</inkml:trace>
  <inkml:trace contextRef="#ctx0" brushRef="#br0" timeOffset="77047.61">20039 14183 664 0,'0'0'453'0,"0"0"71"0,0 0-300 0,0 0-45 16,0 0 83-16,0 0-135 15,0 0-14-15,0 0 16 0,0 0-71 16,-3-14-52-16,6 12 7 0,-1 0-13 15,3 0 3-15,1-2 17 0,-1 3 21 16,3-2-18-16,0 1-20 16,-3-3 29-16,3 3-12 0,-2 1-17 15,1 1-3-15,-4 0 0 0,2 0-13 16,1 0 13-16,-1 0 0 0,0 2-12 16,-2 4 11-16,0-3 1 0,-1 1-3 15,1 4 3-15,0 2 13 0,-3 3 3 16,0 0 42-16,0 4-33 0,0-5-12 15,-3 2 48-15,0 0-45 16,1 4-10-16,-1-2 33 0,0 6-10 16,1 1-7-16,-1 0 32 0,3 6-41 15,0 2 0-15,-3 0 28 0,3 7 1 16,-2-1-29-16,2 2 66 0,-3 4-15 16,3 2-55-16,0 2 48 15,0 1-25-15,0 1-29 0,0-1 108 16,3-2-111-16,5-3 35 0,-3-2 9 15,6-1-6-15,-1-4-29 16,1-4 85-16,2-1-62 0,3-5-10 16,-3-3 43-16,6-3-65 0,-1-5 42 15,-2-4 2-15,3-2-10 0,-4-3 4 16,-1 0 8-16,-1-4-46 0,-5 0 38 16,-3 0-38-16,-2-2 0 0,0 0 28 15,-1 1-28-15,-2-1 0 16,0 0 12-16,0 1-2 0,0 0-10 15,-5 3 12-15,-3 2-12 0,-3 4 0 16,-2 2 6-16,0 2-6 0,0 2 0 16,2 1-34-16,0 5 34 0,1 5 0 15,2 2-42-15,0 5 42 16,0 1 0-16,5 4-32 0,1 1 32 16,2 4 0-16,0 2-15 0,5 0 15 15,0 3 0-15,9-1 28 0,-4 1-28 16,6 2 0-16,0 0 6 15,0 0-6-15,2 1 0 0,1-2-20 16,-1-1 20-16,4-1 0 0,-7-2 3 16,1-1-3-16,0-3 0 0,-2-2 22 15,-1-3-6-15,-5-3-16 0,0-3 37 16,-6-1-15-16,1-6-22 0,-3-2 22 16,-5-4-16-16,-3-2-6 0,-3-3 25 15,-2-3 27-15,-3-3 29 0,-3-1-23 16,-2-2 102-16,0 0-160 15,0-3 62-15,2-1-62 0,3 0 0 16,1 0-163-16,4-1 138 0,6-1-101 16,-1-1-297-16,6 2 221 0,-2 0-126 15,4-3-279-15,6-4 98 16,3 3-283-16,5-8-836 0</inkml:trace>
  <inkml:trace contextRef="#ctx0" brushRef="#br0" timeOffset="77989.39">21082 15114 137 0,'0'0'1378'0,"0"0"-1160"15,0 0-205-15,0 0 211 0,0 0 7 16,5 36-40-16,1-12 28 0,-6 4-96 15,2 0 2-15,-2-2 1 16,0-1-27-16,0 1-45 0,0-5-19 16,3-3-4-16,2-5-31 0,-2-5-74 15,0-3 73-15,-1-2 1 0,3-2-77 16,-2-1 77-16,5-4-10 0,0-7 10 16,5-9 0-16,-2-3-80 0,-1-2-130 15,-7 0 139-15,0 2-3 16,-3 0 19-16,0 0 55 0,-3 0 0 15,0-2 0-15,-2 2 13 0,-3 2-13 16,6 1-10-16,-4 6-12 0,4 4 12 16,2 5 10-16,-3 2 139 0,0 1 25 15,3 0 106-15,0 0-72 0,0 2-198 16,0 0-54-16,3 4 54 16,2 1 67-16,9 0-29 0,1-2 35 15,4-1-29-15,-1-4-34 0,1-4 41 16,0 0-51-16,-4 0 25 0,1-2-25 15,-5 3 0-15,-3 1-16 16,-5 1 16-16,-1 1 0 0,1 0 4 16,-3 2 27-16,2 0-31 0,-2 0-106 15,0 2 46-15,-2 8 60 0,-3 7 79 16,-3 4 29-16,2 2-29 0,4 5-44 16,-4-4 69-16,6 3-44 0,0-1-47 15,0 2 46-15,0-1-59 0,8 0-53 16,0-1 51-16,5-1 2 0,1-1-300 15,2-2 109-15,-1-4-38 16,1-5-424-16,0-2 187 0,-5-6-155 16</inkml:trace>
  <inkml:trace contextRef="#ctx0" brushRef="#br0" timeOffset="78406.89">21575 15213 2244 0,'0'0'297'0,"0"0"-90"0,0 0 18 15,0 0-84-15,-35-6-20 0,22 13-6 16,0 3 15-16,2 5-31 0,1-2 27 16,2 1 13-16,5 0-42 0,0 2-43 15,3-5 69-15,0 0-123 0,0-4-16 16,6-1 13-16,-4-2 3 15,6-2-51-15,3 2 51 0,5-4 0 16,2-5 10-16,-2-4-10 0,0 0 0 16,-5 1-136-16,-3 2 135 0,-3 1-46 15,-2 2-57-15,2-5 104 0,-5 1 0 16,5 2 23-16,-5 2 24 16,0-1 6-16,0 3-21 0,0 1 97 15,0 0-123-15,0 5 54 0,-3 2-23 16,1 9 44-16,2-2-74 15,0 2 80-15,0-1-87 0,8-6-7 16,0 1 4-16,2-2 3 0,4-1-134 16,1-4 110-16,-1-1-86 0,2-1-259 15,-1-1 208-15,1-4-78 0,-2 0-470 16,-6 0 77-16,-1 0-529 0</inkml:trace>
  <inkml:trace contextRef="#ctx0" brushRef="#br0" timeOffset="78736.75">21779 15290 1494 0,'0'0'1577'0,"0"0"-1446"0,0 0-22 15,0 0 59-15,2 35-47 0,9-28-42 16,-1 0-73-16,6-4 70 16,3-3-76-16,-1 0 13 0,-2-5-13 15,3-1 0-15,-6-1-120 0,3-2 88 16,0 3-38-16,-6-1-168 0,1 1 158 15,-6 0 7-15,1 2-1 16,-4 2 74-16,1-1 0 0,0 2 3 16,-1 0 80-16,-2 1 10 0,0 0 57 15,0 2 18-15,0 3-4 0,0 1 3 16,0 3 16-16,3 1-136 0,5 3-4 16,-3-1-35-16,6-2-8 0,-1-1-151 15,1-3 116-15,0 0-125 16,2-1-219-16,-3 0 44 0,1-4-198 15,-3 1-713-15</inkml:trace>
  <inkml:trace contextRef="#ctx0" brushRef="#br0" timeOffset="79663.49">22631 14942 71 0,'0'0'1331'15,"0"0"-1016"-15,0 0 143 0,0 0-319 0,0 0-35 16,0 0-14-16,0 0-71 16,0 0 4-16,0 0 187 0,0 23-66 15,0-2-19-15,0 2 42 0,0 1-24 16,0 2-22-16,0 1-38 0,0 1 12 15,0-3-86-15,0 0 20 16,0-2 6-16,0-5-35 0,0-4-32 16,3-1 32-16,-3-6 0 0,3-3-75 15,-1-1 62-15,-2 1 13 0,6-4-53 16,-4 0 53-16,9-4 38 0,5-5-26 16,0-5 20-16,5-1-32 0,-5 0-56 15,0 1 43-15,0 1 13 0,-1 1-41 16,-4 4 41-16,-3 2 0 15,-3 2-30-15,1 0 30 0,-4 2 0 16,1-1-9-16,0 2 7 0,-1 0 2 16,1 1-118-16,-3 1 117 0,0 3 0 15,-3 4 2-15,-5 3 37 0,0 3-22 16,-2 5 6-16,-1-2 39 16,3 0-10-16,0-2-45 0,0-1 76 15,6 0-9-15,-1 0-63 0,3-3 56 16,0 1-66-16,3-4-71 0,-1-3 71 15,6 0 0-15,3-1-135 16,2-3 134-16,3-1-14 0,0 0-118 16,2-4 50-16,1-1-105 0,-1-1-481 15,1-2 24-15,-6-1-445 0</inkml:trace>
  <inkml:trace contextRef="#ctx0" brushRef="#br0" timeOffset="80017.25">23034 15182 1949 0,'0'0'667'0,"0"0"-445"0,-40 7 9 15,27 1 47-15,2 1-30 16,1 1-53-16,5-1-28 0,-1 1-34 16,4-1-133-16,2-3 47 0,0-1-35 15,2-1-12-15,6 1-42 0,3-1 27 16,7-1 15-16,4-3-64 0,-1-4 52 15,0-4 12-15,-3-1-135 16,-2 1 132-16,-2-1-38 0,-7 0-123 16,-1 4 164-16,-1 3-29 0,-5-2 29 15,3 2 3-15,-3 0 32 0,0 0-35 16,0 2 123-16,0 0-41 0,0 0-76 16,0 3 63-16,-6 5-31 0,1 2-4 15,2 3 92-15,3-2-104 0,0-1 22 16,3-4-22-16,0 1-22 15,7-1-65-15,4 1 65 0,4 1 0 16,1-7-246-16,-3-1 133 0,5 0-64 16,-5 0-274-16,2-5 18 0,-5-1-142 15,-2 1-886-15,-3 0 734 0</inkml:trace>
  <inkml:trace contextRef="#ctx0" brushRef="#br0" timeOffset="80312.88">23336 15216 1966 0,'0'0'815'0,"0"0"-478"0,0 0-132 16,0 0-2-16,0 0-32 0,13 36-45 15,-2-29-13-15,5-1-81 0,2-2-7 16,3-4 15-16,1 0-40 0,-4-3 26 16,1-1-42-16,-1-2 16 0,1 0-173 15,-3 1 171-15,-1 2-48 16,-1 0-123-16,-6-1 173 0,0 3 0 15,-6 0-24-15,1 1 24 0,0 0 3 0,-1 1 57 16,-2 2 136-16,3 1-10 16,-3 2-2-16,3 1 11 0,2 1-188 15,0 0 64-15,6 2-71 16,5-1 0-16,2-1-143 0,-2 0 106 16,3-3-143-16,-6 0-403 0,0-2 230 15,-5-2-357-15,-3-1-1807 0</inkml:trace>
  <inkml:trace contextRef="#ctx0" brushRef="#br0" timeOffset="81354.92">24432 15223 2242 0,'0'0'304'0,"0"0"-140"16,0 0-122-16,0 0-10 0,0 0 209 15,48-4-71-15,-27-4-78 0,0-2-31 16,-2-2-10-16,0 5-51 0,-6-3 9 16,-3-1-9-16,-2 4 0 0,-2 1 4 15,-4-3 40-15,-2 3 4 16,0 0-42-16,0 0 99 0,0 0-7 15,-8 2-4-15,-5 3-2 0,-3 2-64 16,-2 8-22-16,-1 2 82 0,3 6-21 16,3-3-36-16,2 7 118 0,1 1-52 15,2 0-82-15,5 1 97 0,6-4-112 16,-1-1 6-16,9-1-37 16,5-2 31-16,2-3-280 0,4-5 243 15,4-3-70-15,3-4-268 0,0-3 119 16,-2-5-163-16,-3-3-679 15,-6 1-23-15,-4 1 347 0</inkml:trace>
  <inkml:trace contextRef="#ctx0" brushRef="#br0" timeOffset="81619.13">24771 15218 2079 0,'0'0'533'0,"0"0"-76"0,0 0 40 16,0 0-254-16,0 0-70 0,0 0-68 15,-10 34 26-15,18-28-131 0,5 1 46 16,6-2-46-16,4-2 0 0,1-3-111 15,0-3 109-15,-3-4 2 16,-2 0-65-16,2 1 46 0,-8 0 19 16,0 2-202-16,-5 0 186 0,-2 3 0 15,-4 1-9-15,1 0 25 0,-3 4 19 16,0 5 63-16,0 5 126 16,0-1-71-16,-3-2-131 0,3-1 62 15,0-5-68-15,8 1-181 0,0-2 122 16,5 3-58-16,3-2-189 15,0-4 145-15,3-1-116 0,-3-6-569 16,-3 2-200-16,0-3-247 0</inkml:trace>
  <inkml:trace contextRef="#ctx0" brushRef="#br0" timeOffset="82365.64">25224 15223 2109 0,'0'0'627'0,"0"0"-360"0,0 0 1 0,-37 0 41 15,21 9-25-15,3 1-60 16,-3 3 56-16,6 2-11 0,4 0-103 16,1 1-129-16,5-3 76 0,5-1-113 15,6-2-37-15,5-3 25 16,2-3 12-16,6-3-116 0,3-2 116 16,-1-5 0-16,3-7-108 0,0-1 80 15,-2-2 22-15,-3 2-176 0,-3-2 170 16,-3-1-50-16,-4 1-190 15,-4-2 202-15,1-2-45 0,-6 1-138 16,0-3 183-16,-2-1-99 0,-3 0-570 16,0 0 86-16,-3 2-71 0,1 8-476 15,-1 1 929-15,3 8 251 0,-2 2 1138 16,-1 2-168-16,0 0-523 0,1 4 111 16,2 9-271-16,0 6-18 0,0 9 62 15,5 2-75-15,0 1-74 16,3-2-74-16,0 0 43 0,0-2-111 15,3-1-18-15,-1-1 70 0,1-3-92 16,-1-2-68-16,-2-3 47 0,0-5 21 16,-5-2-201-16,0-5 199 0,-1 0-64 15,-2-3-256-15,0-1 216 16,0-1-80-16,0 0-121 0,-2-3 305 16,-4-9-113-16,-4-5-242 0,4-4 140 15,1 2-89-15,5 2-357 0,0 2 624 16,5 5 39-16,1 2 531 0,4 2-183 15,4-1-30-15,1 4 48 16,7 1-135-16,-4 2-64 0,3 0-22 16,6 0-17-16,-1 0-16 0,1 0-84 15,-3-2 56-15,2 1-84 0,-5-1-6 16,-2 1 6-16,-1-1 0 0,-7 1-50 16,0 0 38-16,-9 1 12 0,1-1-140 15,-3 1 127-15,0-2 1 0,-3 1-79 16,-7 1 79-16,-9 0-14 15,-2 5 26-15,0 1 48 0,2 1 45 16,3 3-5-16,3 0 107 0,2 1-62 16,3 3 15-16,3 0 69 0,5 3-82 15,3-3-126-15,7 0 134 16,6-2-143-16,0-2 52 0,3-2-34 16,2-2-18-16,3-2-106 0,0-2 104 15,-1 0 2-15,1-1-226 0,-3-1 110 16,1 0-115-16,-4 0-514 15,1 0 61-15,-6 0-633 0</inkml:trace>
  <inkml:trace contextRef="#ctx0" brushRef="#br0" timeOffset="87062.15">26755 15262 1474 0,'0'0'293'0,"0"0"22"0,19 50-108 15,-14-30-113-15,0-3-16 0,1-1-43 16,-1-4-33-16,0-1-2 0,0-6-17 16,-2 0 15-16,0-4-21 0,-1 0 6 15,4-1 17-15,-4 0 0 0,1-2 61 16,2-7-25-16,3-4-23 15,-2-1-7-15,-1-2 23 0,-3 0-25 16,1 1 18-16,0 2 30 0,-1-2-17 16,-2 2 14-16,3 1-11 0,-3 0 1 15,3 2-29-15,-1 3 25 0,1 1 32 16,0 3 36-16,-3 1-1 16,2-1-28-16,1 3-71 0,2 0 20 15,-2 2 8-15,2 4-15 0,-2 6 70 16,2-1-47-16,0 4-39 0,1-4 57 15,-1-1-57-15,-2-3-19 16,2-3 19-16,-2 0 0 0,-1-1-28 16,6 0 15-16,-2-1 13 0,4-2-54 15,3-2 51-15,1-6 3 0,-1-3-102 16,3-2 83-16,-3 2-16 0,0-1-42 16,-2 1 75-16,-1 2 2 0,-4 0-67 15,-1 4 54-15,-2 3 12 16,-1-3 1-16,1 1 26 0,0 2 54 15,-1 2 76-15,-2 0-67 0,0 4-76 16,3 7 31-16,-3 5 93 0,3 0-52 16,-1 1-85-16,3-2 39 0,1-1-39 15,2 2-148-15,2 0-2 16,1-4-89-16,2 2-404 0,-2-5 93 16,-3-2-498-16</inkml:trace>
  <inkml:trace contextRef="#ctx0" brushRef="#br0" timeOffset="90924.23">27483 15217 297 0,'0'0'283'0,"0"0"-19"0,0 0 79 16,0 0-249-16,0 0-65 0,0 0 69 16,0 0 367-16,0 0-124 0,0 0-18 15,19-14-200-15,-24 11-62 0,-1 2-29 16,-2-1 7-16,1 2-20 0,-4 0 26 16,-2 6 16-16,-3 1 3 0,5 1-12 15,1 1-1-15,2 3-22 0,0-1-10 16,2-3 77-16,1 5-32 0,5-3-45 15,-3 1 38-15,3 0-57 16,3-2-65-16,2-2 63 0,-2 0 1 16,5-3-59-16,3-2 60 0,2-2 0 15,3 0 1-15,0-5 8 16,-3-2-9-16,-5 1 26 0,0 1-25 16,-3 0-1-16,0 1-122 0,-2 0 120 15,0-2 1-15,2 0 1 0,-2 2 7 16,-1 2 18-16,-2 0-9 15,0 2 42-15,0 0-58 0,0 0-23 16,0 3 23-16,0 4 23 0,3 6 15 16,-3-1-19-16,3 2-19 0,2-3-25 15,0-2 21-15,0 0 4 0,6-2-124 16,0-1 9-16,2-1-81 0,0-2-434 16,-5-3 13-16,0 0-161 0</inkml:trace>
  <inkml:trace contextRef="#ctx0" brushRef="#br0" timeOffset="91300.57">27468 15048 2358 0,'0'0'133'0,"0"0"-46"0,0 0-77 16,0 0 57-16,0 0-2 0,0 0-43 16,37 17 36-16,-21-21-22 0,-1-4 15 15,-1-4 1-15,-4 0-1 0,1 0-25 16,-1-1 22-16,-4 2-36 0,-4-2 1 16,-2 2 16-16,0 0 0 0,-5 1 9 15,2 2 17-15,-4-1-52 0,-4 4 13 16,0 1 22-16,-2 1-38 15,2 3-22-15,1 4 9 0,2 0 13 16,3 2-93-16,-1 2 91 0,6 2-30 16,0 4-93-16,6 0 96 0,4 0-44 15,6-6-356-15,0-2-24 16,-3-3-321-16</inkml:trace>
  <inkml:trace contextRef="#ctx0" brushRef="#br0" timeOffset="91532.67">27764 14874 1647 0,'0'0'276'0,"0"0"-49"0,0 0 64 15,-5 50-45-15,5-28 4 16,8 1-44-16,0 3-43 0,0 1-30 15,2 4 13-15,1 2-10 0,2-2-136 16,0 3 38-16,1-2-51 0,2 1 13 16,-1-4-259-16,1 0 148 0,0-1-81 15,0 1-218-15,-3-1 81 16,-2 0-183-16,-3-11-1200 0</inkml:trace>
  <inkml:trace contextRef="#ctx0" brushRef="#br0" timeOffset="93484.79">28943 15212 91 0,'0'0'264'15,"0"0"-149"-15,0 0-40 0,0 0 45 16,0 0-45-16,0 0 26 0,-35-33 82 16,30 30-134-16,2-1 3 0,1 3 23 15,-1-4-4-15,0 4-2 0,1-2 71 16,2 2-33-16,-3 0 26 15,3 0 104-15,-2-2-81 0,2 1-4 16,0 1 72-16,0-2-115 0,0 1-5 16,0 2 18-16,0 0-32 0,0 0-90 15,0 0-22-15,0 2 9 16,0 7 13-16,2 5 89 0,3 6 46 16,1 5-1-16,-4 2 32 0,4 2-55 15,-1 4-38-15,0 1-66 16,1 0 56-16,2 0-63 0,-1-5-32 15,-1-1 7-15,4-5-38 0,-2-3-278 16,0-4 155-16,0-6-23 0,-5-3-165 16,2-2 154-16,-5-4-36 0,3-1-245 15,-1 0 303-15,-2-3 133 0,3-7 16 16,-3-3-10-16,-3-6-16 0,1 1 7 16,-6 0 58-16,0 1 10 0,0-1 5 15,-3-2-5-15,3-1 0 0,-2-2-94 16,-1-2 93-16,1 2-29 15,4 0-45-15,1 0 36 0,5 4 39 16,0 1 49-16,5 1 121 0,3 4 48 16,3-1 205-16,-1 4-179 0,6 0-52 15,0 2 180-15,3 0-210 16,2 2-43-16,0 1 52 0,-2 2-87 16,2 3-39-16,-5 0-29 0,-3 3 38 15,-5 1-54-15,-3 1 16 0,1 4-16 16,-4 3 20-16,1 1 24 15,-3 3 71-15,-5-3-31 0,-6 3 27 16,0-3 32-16,-2-2-67 0,-3 0-19 16,0-1 50-16,-2 0-104 0,2-2 45 15,-3-1-36-15,1-1-12 0,2-2-69 16,0 1 69-16,3-3-79 0,5 2-187 16,0-4 132-16,5 0-96 0,1 0-201 15,2-2 234-15,2-3-149 0,12-4-486 16,4-3 463-16,6 0 86 15,-6 3-328-15</inkml:trace>
  <inkml:trace contextRef="#ctx0" brushRef="#br0" timeOffset="93845.07">29255 15196 961 0,'0'0'417'0,"0"0"281"0,0 0-400 16,0 0-65-16,0 0-1 15,0 0-177-15,0 0-20 0,0 0 10 16,-42 14 54-16,29-1 7 0,-1 1 38 16,7-1-14-16,-1-1-38 0,5-1-64 15,3 0-2-15,0-5-26 0,0 1-105 16,5-1 93-16,6-2 5 0,2-1-60 16,6-3 66-16,-1 0 1 0,3-3-86 15,-5-5 58-15,5 1-97 0,-2-1-175 16,-3 0 152-16,-3 2-39 15,-2 0 22-15,-1 1 165 0,-4 2 17 16,-1 1 116-16,-3 2 67 0,1 0-23 16,0 0 39-16,-1 2-37 0,-2 4-20 15,3 1-20-15,2 4-28 16,-2 1-111-16,0-2 19 0,-1-2-38 16,4 0 19-16,-1-2-234 0,3 0 87 15,0 0-70-15,0-4-255 16,0-1 135-16,0-1-201 0,-3-2-638 15</inkml:trace>
  <inkml:trace contextRef="#ctx0" brushRef="#br0" timeOffset="94113.11">29329 15005 1959 0,'0'0'579'0,"0"0"-311"0,0 0-85 16,24-38-13-16,-13 28-17 0,-3 1-77 16,-3 3-69-16,0 1 37 0,-5 1-44 15,3-1 26-15,-3 0 21 16,0-1-2-16,-3 0-36 0,-2 3 77 16,-5 1-86-16,-6 2 34 0,-3 2-21 15,6 7-13-15,0 2-22 0,5 1 0 16,2 2 22-16,4 3-146 15,2-1 117-15,5 0-130 0,6 1-337 16,2-4 122-16,0-1-258 0,3-4-1187 0</inkml:trace>
  <inkml:trace contextRef="#ctx0" brushRef="#br0" timeOffset="95082.33">30182 15081 778 0,'0'0'294'0,"0"0"34"16,0 0 144-16,0 0-219 0,0 0-46 15,0 0 49-15,0 0-140 0,0 0 25 16,0 0 104-16,-10 30-59 0,10-14-53 16,2 3 17-16,1-4-2 0,2 1-72 15,1 0-51-15,-1-4 48 16,0-1-73-16,0-3 9 0,1-2-9 16,-4-1 0-16,1-1-28 0,0-3 26 15,2 1 2-15,-2 0-32 0,-1-2 32 16,1 0 0-16,0 0-85 15,-1-1 73-15,1-2-1 0,0-2-136 16,-3 0 127-16,2-3-57 0,1 0-163 16,2 0 127-16,-2 1-30 0,2-2-47 15,6 1 166-15,2 2 6 0,3 1 20 16,0-1 55-16,5 2 16 0,-3-1 3 16,4 2-16-16,-4-1-46 0,3 0 1 15,-2 0-3-15,-3 1-10 0,0-3-14 16,0 1 14-16,-6 1 6 15,-2 0 10-15,-5 1-9 0,-1 2 6 16,1-2-4-16,-3 1 49 0,0-1 3 16,0-1 3-16,-8 3-29 0,-5 1-35 15,-3 0-45-15,-3 2 45 16,1 6 0-16,-1 0 22 0,3 2 36 16,3 2 15-16,3 0 7 0,-1 3 34 15,6-1-41-15,5 2-67 0,0-2 48 16,2 0-54-16,12-2 9 15,2-1-9-15,2-3 0 0,6-1-1 16,-3-2-27-16,6-2 28 0,-1-3-225 16,-2 0 123-16,5-3-45 0,-2-2-51 15,-4-2 98-15,4-1-106 0,-6-2-256 16,-2 0 206-16,-1-2 91 0,-2 1 116 16,-3-3 49-16,-2 3 23 0,-1-2 58 15,1 1-16-15,-6 3-26 16,3 2-4-16,-5 2-33 0,0 1-1 15,-3 1 102-15,2 0 101 0,-2 2 58 16,0 1 160-16,0 0-275 0,0 6-42 16,0 5 77-16,0 3-33 0,0 4-70 15,0 1-73-15,5-1 51 16,-2-2-57-16,0-2-67 0,5 0 51 16,-6-4-130-16,1-2-226 0,0-2 205 15,-1-1 32-15,1-2-274 0,0 2-91 16,-3-1-153-16,2-3-400 15</inkml:trace>
  <inkml:trace contextRef="#ctx0" brushRef="#br0" timeOffset="95681.78">30842 15094 1711 0,'0'0'376'0,"0"0"-126"0,45-3 28 16,-29 3-162-16,0 0-4 15,2 0-25-15,1 0-26 0,-1 0-61 16,-2 1 19-16,-3 0-19 0,-2 0 0 16,-3-1 7-16,-5 0-7 0,-1 0 0 15,1 0-4-15,-3 1 4 16,0 0 23-16,-3 1 63 0,-2 2-9 16,-8 2-10-16,-1 2 32 0,-2 1 60 15,3 2-13-15,3 1 5 0,-4 0 37 16,6 2-30-16,-2 0-65 15,7 3 38-15,3-5-131 0,3 1-19 16,5-1 7-16,5-2 12 0,6 0-109 16,2-4 84-16,0-1 25 0,0-4-226 15,0-1 141-15,1 0-53 0,-4-4-115 16,1 0 132-16,-4 0-115 0,-4-3-155 16,0 2 307-16,-6 2 45 0,0-1 39 15,1 0 33-15,-4 0 2 16,1-1 39-16,0 2 32 0,-1-1 3 15,-2 3 131-15,0 0-49 0,-2 1-51 16,-1 0 21-16,3 0-10 0,-3 2-151 16,3 0-12-16,3 0 12 0,7 1 0 15,4-3 25-15,4 0 13 16,1-5-38-16,-1 0-10 0,1 1 10 16,-6 0 0-16,0-1-56 0,-2 3 43 15,-3-1 4-15,-3 2-4 0,0 0 13 16,-2 1 28-16,2 0 7 15,1 2 116-15,-4 2-38 0,4 3 49 16,-1-1 39-16,-2 3-173 0,2 0 37 16,0-2-53-16,1-1-12 0,-1 1-203 15,0-2 101-15,0-2-113 0,1 1-359 16,-1-3 208-16,0-1-164 0,-5 0-1567 16</inkml:trace>
  <inkml:trace contextRef="#ctx0" brushRef="#br0" timeOffset="95960.82">31742 15370 2888 0,'0'0'451'0,"0"0"-326"0,0 0-125 15,0 0-156-15,0 0-325 16,0 0-2024-16</inkml:trace>
  <inkml:trace contextRef="#ctx0" brushRef="#br0" timeOffset="102822.73">24056 16142 1405 0,'0'0'286'0,"0"0"107"16,0 0 41-16,0 0-250 0,0 0-11 15,0 0 7-15,0 0-20 0,0 0-51 16,0-6 2-16,-2 6 16 16,2 0-51-16,0 0-67 0,-3 0 48 15,3 1-57-15,-3 1-6 0,-2 3 6 16,2 0 0-16,-2 5 25 0,-3 0-18 16,-5 6-7-16,0 1 12 15,-1 1-12-15,-1 0 0 0,-4 1 3 16,3 2-3-16,-2 2 0 0,-4 0 25 15,1 5-6-15,-3-1-19 0,-2 4 0 16,-3 2 0-16,-3 4 0 0,-2 5 13 16,-6 3-4-16,0 2-9 0,-5 4 22 15,0 2-9-15,0 3-13 0,-3 2 19 16,1 1-10-16,-1 0-9 0,-2 0 32 16,2 0-32-16,0-2 0 15,3 0-6-15,-2 0 6 0,4-4 0 16,1-2-22-16,2 3 9 0,0-5 13 15,6 0-98-15,0-3 95 0,4-7 3 16,4-3-98-16,2-4 96 16,0-1 2-16,6-7-101 0,2-2 100 15,5-6-34-15,1-6-78 0,7 0 112 16,0-8-62-16,3-2-330 16,3 0-23-16,8-6-95 0,-1-3-862 15</inkml:trace>
  <inkml:trace contextRef="#ctx0" brushRef="#br0" timeOffset="103829.61">24077 16165 261 0,'0'0'1295'16,"0"0"-1204"-16,0 0 13 15,0 0 275-15,0 0-236 0,0 0-33 16,0 0 71-16,0 0-84 0,0 0 3 15,0 0 51-15,32 38-58 0,-26-34-10 16,-1 5 16-16,3-3-3 16,-3 0-45-16,3 4-35 0,3 2 57 15,-1 0-22-15,3 4-16 0,1-1 63 16,-4-2-25-16,1 0-32 0,2 0 66 16,-2 3-28-16,2 0-32 15,0 1 76-15,3 0-60 0,-3 3-51 16,3 0 69-16,0 4-68 0,0 0 24 15,3 2 19-15,-4 2-56 0,4 2 43 16,0 1 7-16,2 3-50 0,-3 0 43 16,6 2 1-16,-3 2-26 0,0 2 19 15,3-3 50-15,0 0-87 0,3 3 49 16,-4-3 31-16,4 4-80 0,-1-2 55 16,1 4-37-16,2-4-18 15,-2 2 40-15,2 1-25 0,0-4-15 16,0 2 37-16,3-1-28 0,-3-2-9 15,3 0 10-15,-3-6-10 0,0 0 0 16,3-2 12-16,-6-4-12 16,1-2 0-16,-3-6-22 0,-1 0 22 15,-4-3 0-15,2-3-181 0,-5-1 169 16,-5-5-102-16,-1 1-272 0,-5-4 223 16,1-1-104-16,-4-1-499 15,-2 0-55-15,0 0-477 0</inkml:trace>
  <inkml:trace contextRef="#ctx0" brushRef="#br0" timeOffset="104834.18">22819 17882 638 0,'0'0'1431'0,"0"0"-1217"16,0 0-104-16,0 0 74 0,0 0-58 16,0 0-46-16,0 0-15 0,0 0-8 15,0 0 17-15,0 0-6 0,27-3 8 16,-19 3-5-16,2 0 15 16,6-2 25-16,0 0-37 0,5 1-33 15,1-2 54-15,1-1-35 0,1 1-44 16,0 0 72-16,3-2-41 0,2 2-40 15,0 0 65-15,3-4-72 0,2 5 13 16,3-1-13-16,3 0 0 0,2 0-25 16,1 1 25-16,4-1 0 0,1 0-117 15,2 0 115-15,3 1-29 0,3 1-109 16,0-2 139-16,2 3-24 0,0 0-26 16,0 0 51-16,-2 0 0 15,2 0-13-15,-2 0 13 0,-1 3 0 16,1-2 1-16,2 2-1 0,-2 0 0 15,2-2-7-15,-2-1 7 16,2 0 0-16,3-1 3 0,0-2 1 16,-3 0-4-16,3-2 9 0,0 0-9 15,0 0 0-15,0-2 16 0,0 2-16 16,0-3 0-16,0 3 6 16,0-1-6-16,-3 1 0 0,-3-1-3 15,1 4 3-15,-6 0 0 0,-2 2-199 16,-3 0-9-16,-10 0-219 0,-9 1-1394 15</inkml:trace>
  <inkml:trace contextRef="#ctx0" brushRef="#br0" timeOffset="106705.15">23651 18150 358 0,'0'0'176'0,"0"0"-23"0,0 0 26 15,0 0-68-15,0 0-43 0,0 0 33 16,0 0-42-16,0 0 42 0,0 0 163 16,3-9-102-16,-3 7-3 0,0 1 43 15,0 0-86-15,0-1-2 0,2 0 105 16,-2-1-44-16,0 0-21 0,3 1 19 16,-3-2-25-16,0 3-46 15,0-3 12-15,0 2-21 0,0 2-93 16,0-1-30-16,0 1 28 0,-5 0-12 15,2 1-27-15,-5 6 41 16,-2 4 0-16,2 2-18 0,-3 3 18 16,3 5 19-16,5 2 16 0,3 1 82 15,3-1-69-15,5-2-29 0,0-5-4 16,3-4-15-16,2-3-32 16,0-3 32-16,3-3 0 0,0-3-9 15,2-4 9-15,1-6 0 0,-1-1 16 16,-2-2-16-16,0-1 0 0,-5-2 19 15,-3 1 3-15,0 0-22 0,-8-1 22 16,0 3 1-16,0-1-17 0,-8 2 22 16,-3 2-12-16,1-1-16 0,-4 3-114 15,-2-1 98-15,1 2-37 0,-1 2-138 16,-3 3 105-16,6 0-26 0,2 2-141 16,6 0 112-16,0 0-27 15,5 2-139-15,0 2 9 0,0-1-134 16,0 1-392-16,0-2 175 0</inkml:trace>
  <inkml:trace contextRef="#ctx0" brushRef="#br0" timeOffset="107173.05">23807 18176 1091 0,'0'0'602'15,"0"0"-232"-15,0 0-133 0,0 0 44 16,0 0-113-16,0 0-68 0,0 0-30 15,0 0-25-15,29 34-42 0,-26-28 23 16,0-1-23-16,2 1-3 0,0-1 1 16,1-1 6-16,-1-1-4 0,0-1 13 15,1-2 10-15,-1 0-26 0,3 0-29 16,-3-1 29-16,0-2-61 0,1-2-32 16,-1 1 92-16,3-2-12 15,-5 0 13-15,2 1 13 0,-2-1-13 16,-1 2 0-16,3-1 80 0,-5 3-38 15,6 0 3-15,-6 2 79 16,2 0-25-16,1 4-76 0,-3 3 44 16,3 1-61-16,-3-3 23 0,0 0-26 15,2 0-3-15,-2-2-41 0,3 5 41 16,-3-4 0-16,3 3-71 16,-1-4 52-16,1 2 19 0,2-4-96 15,1-1 77-15,-1 0-58 0,0 0-183 16,0-6 154-16,1 3 9 0,2-4-20 15,0 3 114-15,-3-1 3 0,0 1-26 16,3-1 26-16,-3 0 77 0,1 3 152 16,-4 0-58-16,4 2-62 0,-4 0-61 15,4 2-10-15,-4 4-38 0,1-2-41 16,0 2-36-16,-1-1-232 0,1-1-545 16,0 1-138-16</inkml:trace>
  <inkml:trace contextRef="#ctx0" brushRef="#br0" timeOffset="107521.29">24263 18285 625 0,'0'0'1088'16,"0"0"-916"-16,0 0-49 0,0 0 237 15,0 0-53-15,0 0-63 0,0 0-106 16,0 0-86-16,0 0-14 0,3 5 23 16,-6-9 44-16,0 3-38 0,-2-3-45 15,0-2 54-15,-3 1-66 0,2-3 22 16,-4-3-27-16,2-3-5 16,0-4-89-16,3-3 64 0,2-6-74 15,3 0-189-15,11-2 218 0,2 3 5 16,8 5 65-16,0 1 129 0,0 7 31 15,3 0-1-15,-5 4-47 16,-3 8-112-16,0 1-51 0,-6 0 29 16,-2 5-90-16,0 3-109 0,-3 2 99 15,-2 1-158-15,-3 3-620 0,0-3-290 16</inkml:trace>
  <inkml:trace contextRef="#ctx0" brushRef="#br0" timeOffset="108022.73">24281 18192 1510 0,'0'0'633'16,"0"0"-416"-16,0 0-29 16,0 0 70-16,0 0-178 0,0 0-80 15,45-5 16-15,-34 2-16 0,5 3 16 16,-3 0 10-16,0-1 16 0,-2 0-20 15,-3 1-9-15,-3 0 83 16,-2-1 22-16,0 0-73 0,-1 1-13 16,1 0-32-16,-3 0 13 0,0-1 3 15,3 1 19-15,-3 0-7 0,0 0 52 16,0 0-77-16,0 1 25 16,0 1-12-16,-3 0 3 0,0 4-9 15,-2-2 85-15,0 0-41 0,-1 3-45 16,4-1 89-16,-1 1-98 0,0 0 31 15,3-3-33-15,0 4 2 0,0-2-57 16,0 1 56-16,3-2 1 0,5-1-22 16,0-1 22-16,5-3 0 0,0-2-82 15,-2-1 80-15,0-3-55 0,-3 3-63 16,-6 1 120-16,3-1 0 16,-2 0-10-16,0 2 10 0,2-2 0 15,-2 1 13-15,2-3 35 0,0 4 37 16,-5 0-44-16,3 0 54 0,0 1-95 15,-3 0 22-15,0 2-35 16,0-1 13-16,0 4-199 0,2-2 91 16,-2-1 10-16,3 0-263 0,2 3 4 15,0-3-60-15,6-1-695 0,-3-1 28 16</inkml:trace>
  <inkml:trace contextRef="#ctx0" brushRef="#br0" timeOffset="108316.73">24642 18202 2705 0,'0'0'389'0,"0"0"-217"0,0 0-22 16,0 0 9-16,0 0-96 0,0 0-31 15,0 0-26-15,0 0-6 0,0 0-35 16,-3 4 35-16,3-4 19 16,0 0 0-16,5 0 13 0,-2-1-32 15,5-3-33-15,0-1 33 0,5 1 0 16,-2-1-25-16,-3 0 25 0,0 5 15 15,-6 0 27-15,3 0 99 16,-2 0-46-16,2 0-20 0,1 1 76 16,2 4-120-16,-6-1 22 0,6-1-31 15,-5 4-22-15,2-2-174 0,1 4 73 16,-1-1-65-16,3 0-204 16,2-1 160-16,1 0-162 0,5-3-520 15,0-3 245-15,5-1 48 0,-5-2-148 16</inkml:trace>
  <inkml:trace contextRef="#ctx0" brushRef="#br0" timeOffset="108743.58">24944 18222 576 0,'0'0'355'0,"0"0"-39"0,0 0 361 16,0 0-136-16,0 0-128 0,0 0-32 15,0 0-187-15,0 0-36 0,0 0 51 16,0 0 27-16,-16 2-77 16,10 0-102-16,-2 0 39 0,3 2-96 15,2 0-114-15,-2-1 113 0,3-1-70 16,-1 1-54-16,3 1 125 0,0-3 0 15,5-1-113-15,3 0 110 16,3 0 3-16,-1 0-47 0,1 0 47 16,-6 0 0-16,1 2 16 0,1 0-3 15,1 5 30-15,0 2-17 0,6 5 100 16,-4 3-83-16,-2 4-8 16,0 4 2-16,-3 1-37 0,1-3-12 15,-4-1 11-15,-2-4 1 0,0-3-69 16,0 0 57-16,-2-1 12 0,-4 4-16 15,-2-4 16-15,0 4 0 0,1-6-95 16,1-4 79-16,-2-1 16 0,6-5-53 16,-4-1 53-16,1-1 6 0,-3 0 35 15,0-2-60-15,0-10 19 0,3-4-78 16,5-9 62-16,5-1 16 16,8 2-91-16,6 3 90 0,0 4 1 15,2 0-41-15,3 3 41 0,-1 2 0 16,1 2-19-16,0 1-12 0,-3 4 31 15,0-2-544-15,-5 2-167 16,0-1-665-16</inkml:trace>
  <inkml:trace contextRef="#ctx0" brushRef="#br0" timeOffset="109425.51">22653 16686 411 0,'0'0'1396'16,"0"0"-1250"-16,0 0-113 0,0 0 317 15,0 0-73-15,23 43-57 0,-12-17 7 16,2 0-121-16,-2-1-32 0,-1-4-52 16,1-1 19-16,0-1-41 0,-3-2-11 15,2-2-12-15,1-4 23 0,-3-3-224 16,-3-3 38-16,-2-1-110 16,-1-3-446-16,-2 1 78 0,0-2-363 0</inkml:trace>
  <inkml:trace contextRef="#ctx0" brushRef="#br0" timeOffset="109676.32">22523 16660 1698 0,'0'0'373'0,"0"0"93"16,24-35-250-16,-11 23-33 0,0 0 27 15,6-3-98-15,-1 0-29 0,6 0-52 16,-3-1 65-16,-2 2-74 0,-1 1 10 16,1 1-29-16,-3 1-3 0,-3 0-57 15,0 1 35-15,-5 3 18 0,-3 1-200 16,1 3 73-16,-4 0-96 16,4 1-442-16,-1 0-68 0,-5 1-533 0</inkml:trace>
  <inkml:trace contextRef="#ctx0" brushRef="#br0" timeOffset="109923.87">22888 16671 2156 0,'0'0'250'0,"0"0"-15"0,8 34-48 16,-2-22-71-16,-6-1-62 0,2 2-47 15,-2-2 15-15,3 0-22 0,0-2-78 16,-3-4-105-16,2 0-104 16,1-2-615-16,-1 1-136 0</inkml:trace>
  <inkml:trace contextRef="#ctx0" brushRef="#br0" timeOffset="110425.54">23092 16574 1786 0,'0'0'205'0,"0"0"-140"0,0 0 61 15,0 0 56-15,0 0-18 0,0 0 85 16,0 0-69-16,0 0-10 0,-45 16 12 16,32 1-14-16,5 2-25 0,3-1 15 15,2-3 5-15,3-4-112 0,0 0-20 16,3-7-50-16,2 1 19 16,6-4-97-16,-1-1 84 0,3-6 13 15,3-4-82-15,0-4 80 0,-3-2 2 16,3-3-135-16,-5-1 133 0,2 0-55 15,-5-1-73-15,0-1 130 16,-3-1 0-16,-2 3 16 0,0-3 15 16,-3 1-27-16,-3 1 21 0,0-1 7 15,-2 1-32-15,0 5-76 0,2 2 72 16,1 6-27-16,2 3 27 16,0 3 4-16,0 0 29 0,0 2 60 15,0 3-10-15,0 9-29 0,2 6 80 16,3 6 26-16,1 0-61 0,2-2-88 15,2-1 64-15,4-2-71 0,-1-1-68 16,3-1 37-16,-3-2-8 0,3-2-307 16,-6 0 191-16,1-3-20 0,-6-4-211 15,1-3 106-15,-4 1-37 0,-2-1-364 16,0-1 190-16,0-2-21 16</inkml:trace>
  <inkml:trace contextRef="#ctx0" brushRef="#br0" timeOffset="110609.22">22952 16380 2289 0,'0'0'385'0,"0"0"-157"0,0 0-176 16,0 0-40-16,0 0 1 15,0 0-10-15,40-10-3 0,-24 15-101 16,2 1-183-16,1 0-175 0,-6-2-1109 15</inkml:trace>
  <inkml:trace contextRef="#ctx0" brushRef="#br0" timeOffset="111222.15">24785 16450 1484 0,'0'0'449'0,"0"0"-86"0,8 46 150 16,-8-29-295-16,2 3-61 0,1-3-51 15,0 2-40-15,-1-3-66 0,1 0-3 16,-1-3-22-16,1-2 15 0,0-3-188 16,-3-5 109-16,2 0-14 0,-2-1-113 15,0-1 120-15,0 1 5 0,0-2-22 16,0-5-136-16,-2 0-11 16,-1-4 36-16,-2-3 221 0,0-1 3 15,-1-4-1-15,-2 2 1 0,3 2-2 16,0-3-155-16,5 2-100 0,0 0-143 15,5 1-422-15</inkml:trace>
  <inkml:trace contextRef="#ctx0" brushRef="#br0" timeOffset="111561.72">24785 16450 347 0,'61'-4'472'0,"-46"-1"310"0,1 0-405 15,0 4-40-15,-3 1 122 0,-5 0-296 16,0 3-66-16,-2 4-46 16,-1 3-3-16,-2 4-13 0,-1 4-35 15,-2-2 51-15,-5-1-51 0,0 0 16 16,-3-3-9-16,-3-1-7 0,1-1-48 15,2-2 46-15,0-1-47 0,0 1-131 16,2-5 145-16,4 0 6 0,-4 1-32 16,4-1 58-16,2-1-52 0,0 1-96 15,0-2 112-15,0 2 10 0,5-2 6 16,6 0 23-16,2 2 94 16,-2 1 122-16,2 1-82 0,-5-2-15 15,-3 2 41-15,-2 1-26 0,2 3-26 16,-2 2-7-16,-1 1 38 0,-2-1-38 15,0-2-35-15,-5-1 53 16,-6 4-119-16,3 1 51 0,-5 0-48 16,0-1-3-16,5-2-73 0,-3-3 42 15,3 0-95-15,3-2-164 0,3-2 125 16,-1-2-151-16,0 0-691 16,3 0-341-16,0-2 621 0</inkml:trace>
  <inkml:trace contextRef="#ctx0" brushRef="#br0" timeOffset="111814.35">25015 16744 1960 0,'0'0'547'0,"0"0"-26"16,16 41-287-16,-8-31-34 16,2 0-47-16,-2-6-52 0,6 0-66 15,-4-4 28-15,4-2 59 0,-1-2-47 16,0-6 36-16,-2 0 85 0,2-1-134 15,-5-3-28-15,0 1 25 16,-3-1-59-16,-2 0-12 0,-1 2 10 16,-2 0 2-16,0 1-236 0,-5 0 164 15,-3 1-88-15,3 2-294 0,-3 2 142 16,3 2-205-16,2-1-633 16,0 4 371-16,1-1 0 0</inkml:trace>
  <inkml:trace contextRef="#ctx0" brushRef="#br0" timeOffset="112237.82">25317 16702 55 0,'0'0'1422'0,"0"0"-1200"16,0 0-86-16,0 0 20 0,-34 6 94 15,23 1 221-15,3 2-181 16,0 0-31-16,0 5-8 0,5-3-80 16,3-2-60-16,0 0-89 0,3-2 28 15,2-4-50-15,1 1-52 0,4-1 52 16,9-3 0-16,-1-3-119 16,1-4 87-16,-1-5-85 0,-2-4-147 15,0 0 155-15,-2-2-41 0,-1 0-65 16,-3-2 179-16,-2 1 36 0,-2 2 4 15,-1-4 50-15,-5 3 17 0,0 0-45 16,-5-1 9-16,-3 4-35 0,2-1-183 16,1 6 19-16,2 4 125 0,3 2 39 15,-2 0 232-15,-1 4 47 0,0 0 101 16,1 1-222-16,-1 10-69 16,1 6-4-16,2 4 50 0,0 1-119 15,2-2 31-15,3-2-50 0,3 1 3 16,0-4-246-16,3 0 101 0,2 1-71 15,0-5-492-15,3-2 12 16,0-2 163-16,0-1 64 0,-3-4-111 16</inkml:trace>
  <inkml:trace contextRef="#ctx0" brushRef="#br0" timeOffset="113021.71">25603 16688 140 0,'0'0'753'15,"0"0"-371"-15,0 0 21 0,0 0 100 16,0 0-321-16,0 0-82 0,0 0-52 15,-34-23-9-15,28 23 26 0,-2 3 54 16,6-1-10-16,-1 2-9 0,3 2-33 16,5-1-15-16,9 1-52 0,1-1 22 15,7 2-19-15,-4 0-3 0,1-1-5 16,-6-3 5-16,-5 3 0 16,0-1 2-16,-3 2 27 0,-2 0 12 15,-1-1-22-15,-2 3 109 0,-2-4-20 16,-3 4-6-16,-6 2 19 0,-2-1-99 15,-3 1 13-15,3-6-17 16,2 0-18-16,6-3 13 0,2-2-13 16,0 0 0-16,-2-1-76 0,5-3 51 15,0-1-80-15,3-4-283 0,5 1 195 16,5-1-16-16,5-1-127 0,1 2 158 16,-6 4 0-16,0 4 3 15,1 0 175-15,-1 3 19 0,-5 1 202 16,3 5 9-16,-4 1 41 0,-1 1 173 15,-1 5-210-15,-2-1-53 0,-1 0 38 16,1 1-24-16,-3 1-57 0,0-1-40 16,0 1 18-16,0-4-116 0,-5 1 28 15,-1 1-28-15,1-1 0 0,-3-3-6 16,-2 0-13-16,2-6 19 16,2 2-176-16,1-5 176 0,0-2 0 15,-1 0-124-15,4 0 122 0,-4-4-61 16,4-6-152-16,-1-8 155 0,3 0-38 15,3-3-112-15,7 0 136 16,4 2 1-16,2 2-23 0,2-2 41 16,3 2-67-16,6-1 6 0,2 1 116 15,-3 0 164-15,4 0 37 0,-4 1-76 16,0 1-106-16,-2 1 10 16,0 2-29-16,-5 0 0 0,-1 2-11 15,-5 4 11-15,-5 0 0 0,-2 2 2 16,-6 2 8-16,0 1 16 0,0-1 34 15,-8 2 26-15,-3 0-32 0,-2 6-10 16,0 4 121-16,-1 1 21 0,4 5 65 16,-3 1-11-16,5 3-52 0,2-4-24 15,4 3 50-15,2-5-186 0,2-1 45 16,6-2-58-16,3-2-15 16,2-3-70-16,0-2 49 0,6-2 21 15,-1-2-184-15,4-5 150 0,-1-1 0 16,3-3-268-16,-3-1 240 0,0-3-62 15,0 1-266-15,0-1 239 16,-2-2-10-16,-3-1-167 0,-3-1 158 16,-2-3-80-16,-3-2-328 0,-6-3 55 15,-2 4-59-15</inkml:trace>
  <inkml:trace contextRef="#ctx0" brushRef="#br0" timeOffset="113367.66">26220 16534 293 0,'0'0'2359'0,"0"0"-1494"16,-16 46-531-16,14-23-7 0,-1 0 76 15,3 1-98-15,3-2-137 0,2-1-159 16,3-3 86-16,2-3-95 0,4-2-104 16,-1-5 80-16,5-3 24 0,1-4-83 15,2-1 83-15,-2-5 0 0,2-3-107 16,-5-1 64-16,0-1 43 16,-3 0-284-16,0-2 263 0,-5 1-54 15,-3-2-151-15,-2-1 222 0,-3-5-80 16,-5 1-306-16,-3-3 73 0,0 3-234 15,3 3-913-15,2 5 682 16,0 7 782-16,1 1 342 0,-1 2 430 16,0 4-81-16,1 10 218 0,2 4-544 15,0 4-38-15,5 2 70 0,0-1-119 16,3-1-140-16,3 0-135 16,-3 0 99-16,5-1-102 0,0-4-80 15,0 2 28-15,1-7 6 0,-1 2-322 16,-5-5 297-16,0-3-72 0,-3-1-241 15,-2-2 264-15,-1-1-54 0,-2-1-344 16,-2-1 152-16,-6-5-249 0,-3 2-959 16</inkml:trace>
  <inkml:trace contextRef="#ctx0" brushRef="#br0" timeOffset="113503.21">26318 16569 137 0,'0'0'1952'15,"56"-1"-1482"-15,-30 2-364 16,-5 4-106-16,-2 0-48 0,-1 2-279 16,-2-2-283-16,-5-3-869 0</inkml:trace>
  <inkml:trace contextRef="#ctx0" brushRef="#br0" timeOffset="114954.7">22780 17740 255 0,'0'0'532'0,"0"0"-288"16,0 0 79-16,0 0-170 0,0 0 39 15,0 0 142-15,0 0-214 0,0 0-45 16,0 0 51-16,-3-5-3 0,3 5 16 15,0 0 60-15,0 0-86 16,-3 0-30-16,3 0-60 0,0 0 18 16,-2 0-31-16,-1 2 9 0,0 1-6 15,-2 2-13-15,0 0 13 0,-3 6 3 16,0-1-16-16,-5 5 3 0,0 1-3 16,-3 1 0-16,2 0 3 15,1-2-3-15,3-2 0 0,2-2-42 16,2 0 39-16,-2-2-39 0,6-1-74 15,-4-1 116-15,4-1-1 0,2-3-52 16,-3-1 52-16,3 1 0 0,0 0-93 16,0-1 81-16,0 0-25 0,0-1 9 15,0 1 29-15,3-1 42 0,2 4 25 16,0-5 14-16,6 0-30 16,2-6-38-16,6 2 9 0,-3-2-22 15,2 3-85-15,-2 0-86 0,-3 1-97 16,-2 1-513-16,-6-2 13 0</inkml:trace>
  <inkml:trace contextRef="#ctx0" brushRef="#br0" timeOffset="116052.6">23399 17070 209 0,'0'0'1183'15,"0"0"-923"-15,0 0 10 0,0 0-173 16,0 0 26-16,0 0 7 0,0 0-46 16,0 0 36-16,0 0 35 15,0 0-75-15,11 23-2 0,-6-14 15 16,3 5 29-16,3 4-36 0,0 5-6 15,2 1-6-15,0 0-39 0,3 1-29 16,0 4 45-16,0 0-32 0,2 3-12 16,3 0 85-16,1 0-92 0,1 2 35 15,1-4-35-15,3 0 0 0,-3-2-4 16,2-3 4-16,-2-1 0 16,2-2-5-16,1-5 5 0,-1 3 0 15,1-2-11-15,-3-2 11 0,0-4 0 16,-1 2-30-16,1-4 29 0,-3 1 1 15,-2-2-134-15,-1-2 103 16,-2-2-27-16,-2 0-118 0,1 1 99 16,-7-3-13-16,3 2-93 0,-8-3 102 15,2 0-84-15,-2-1-308 0,-1 1-125 16,-2 1-194-16</inkml:trace>
  <inkml:trace contextRef="#ctx0" brushRef="#br0" timeOffset="116691.71">24562 17088 653 0,'0'0'698'15,"0"0"-438"-15,-24 37-39 0,14-20 74 16,-1 1-126-16,-2 5 9 0,-6 6 47 15,1 0-99-15,-6 6-4 0,-5 5-3 16,0 4-14-16,-6 1-57 0,1 2-13 16,2-1 77-16,3-1-112 0,5-6 32 15,3-4-23-15,2-2-9 0,3-3-111 16,6-5 18-16,-3-2-73 16,2-6-268-16,3-2 204 0,0-5 20 15,6-4-167-15,-1-1 65 0,0-4-140 16</inkml:trace>
  <inkml:trace contextRef="#ctx0" brushRef="#br0" timeOffset="117391.31">23482 17028 695 0,'0'0'189'0,"0"0"104"0,0 0 244 16,0 0-355-16,0 0-46 16,0 0 201-16,0 0-237 0,0 0 16 15,-35-9 120-15,33 7-117 0,2 2-26 16,0-1 12-16,0 1-28 15,0 0-77-15,0 0-45 0,0 0 45 16,2 0 19-16,3 3 7 0,-2-1 35 16,5 0-49-16,5 1-2 0,6 2 38 15,5-2-32-15,2 0 0 0,3-1 28 16,3-2-44-16,8 0 10 16,2-3-10-16,6 1 0 0,2-6 16 15,8 3-10-15,1-5-6 0,4 1 1 16,6 1 12-16,-3 3-13 0,3-5 25 15,0 4-9-15,-3-1-16 0,-2 1-80 16,-3 1 57-16,-6-2-34 0,-2 2-170 16,-5 1 138-16,-8-1-98 0,-6 3-316 15,-10 0-230-15,-11-1-655 0</inkml:trace>
  <inkml:trace contextRef="#ctx0" brushRef="#br0" timeOffset="118350.25">23691 17247 1687 0,'0'0'347'0,"0"0"-104"15,16 45 81-15,-14-30-205 0,-2-3-74 16,3 0-35-16,-3-2 12 0,0-3-22 15,0-2 10-15,0 1-10 16,0-5 0-16,0 1 19 0,0-1 0 16,0-1 10-16,0 0 45 0,0 0 1 15,0-3-75-15,-3-5-76 0,3-4 75 16,0-3-1-16,3-5-62 16,2 1 64-16,3 2-20 0,0-1-134 15,3 6 77-15,-1-2 41 0,1 4 13 16,2 0 23-16,-5 3 107 0,0 3 68 15,-5 3-88-15,2 1-49 0,-2 0-35 16,-1 0 52-16,1 0-7 0,-3 3 0 16,0 5 35-16,-3 1-48 0,-5 2-19 15,-2 2 19-15,-1-2-35 0,1-2-36 16,2-2 20-16,2 0 3 16,1-4-83-16,0 0 71 0,-1 2-26 15,1-1-107-15,0 2 49 0,0-2-49 16,2 0-58-16,3-1 122 15,0-1 45-15,3-1 49 0,2 0 145 16,0-1-13-16,0 0 59 0,1 0-53 16,-1 1-48-16,0 0-26 0,1 0 7 15,2 0-23-15,0 2-7 0,0-1 29 16,-1 0-12-16,-1 0-58 0,2 4 47 16,-3-2-47-16,3-1 7 15,-3 4-7-15,1-2 0 0,-1 2-96 16,0 0 29-16,-2-2-64 0,-1 1-296 15,1-1 71-15,0-3-140 0,-1 2-780 16</inkml:trace>
  <inkml:trace contextRef="#ctx0" brushRef="#br0" timeOffset="118576.84">23927 17206 2009 0,'0'0'431'0,"0"0"-253"0,0 0 25 16,0 0 12-16,0 45-39 0,0-26-119 15,0-5-57-15,0-1 0 0,2-1-22 16,1-2 16-16,-1-1-277 16,1-5 71-16,0 0-72 0,-1-2-378 15,1-1 38-15,5-1-426 0</inkml:trace>
  <inkml:trace contextRef="#ctx0" brushRef="#br0" timeOffset="118887.38">24027 17187 347 0,'0'0'336'15,"0"0"-118"-15,0 0 137 0,0 0-134 16,0 0-42-16,-18 34 39 0,18-27-150 16,5 1-3-16,3-3 32 0,0 3-32 15,2-2 36-15,1 0 112 0,-3 3-97 16,0-5-9-16,-3 2 22 16,0-1-46-16,1 2-28 0,-4-1-46 15,1-1 46-15,-3-1-29 0,0 3-17 16,0-1 39-16,-3 4-48 0,1-3-9 15,-4 0 7-15,1 1-91 0,-3 0-235 16,3-3 44-16,-3 2-147 0,0-5-708 16,5 0 310-16</inkml:trace>
  <inkml:trace contextRef="#ctx0" brushRef="#br0" timeOffset="119234.74">24123 17241 1454 0,'0'0'484'16,"0"0"-218"-16,0 0 57 0,0 0-139 15,0 0-49-15,2 37-48 0,1-33-29 16,5-2-16-16,0-2 15 0,2-2 39 16,6-7-22-16,3-5-20 15,-3-1 6-15,2 0-60 0,-5 4-9 16,1 0-7-16,-6 5-25 0,-3-1-337 15,0 3 169-15,0-1-10 0,-2 3-147 16,0 1 158-16,-3 0 0 0,0 1-114 16,0 2 244-16,-6 4 78 0,-1 3 33 15,-1 3 227-15,0 3 45 0,2-1 156 16,4-2-193-16,2 1-11 16,0-2 9-16,5-1-151 0,-2 1-45 15,7-3-6-15,-2-3 57 0,3 2-52 16,-1-2-69-16,1 1 4 15,0-3-4-15,-3 0-337 0,-1 0 42 16,-4-2-268-16,0-1-1363 0</inkml:trace>
  <inkml:trace contextRef="#ctx0" brushRef="#br0" timeOffset="132078.54">27544 16266 110 0,'0'0'1115'0,"0"0"-777"16,0 0 133-16,0 0-263 15,0 0-1-15,0 0 41 0,0 0-138 16,0 0-46-16,0-10-45 0,0 10 17 16,0 3-14-16,0 2 36 0,0 8 6 15,0 0-35-15,0 2-16 0,0-1 0 16,0-1-13-16,3-1-30 16,0-2 4-16,-1-1-202 0,1-2-275 15,-3-2 88-15,3-4-187 0</inkml:trace>
  <inkml:trace contextRef="#ctx0" brushRef="#br0" timeOffset="132280.32">27656 16261 1562 0,'0'0'753'0,"0"0"-407"15,0 0-130-15,0 0-114 0,0 0-92 16,0 0-10-16,-3 44-68 0,11-30 68 16,0 0-135-16,2-4-381 0,-4-2-133 15,-1-4-519-15</inkml:trace>
  <inkml:trace contextRef="#ctx0" brushRef="#br0" timeOffset="133040.09">27944 16387 1052 0,'0'0'488'16,"0"0"-85"-16,0 0 135 16,0 0-296-16,0 0-59 0,0 0-32 15,0 0-106-15,0 0-45 0,0 0 0 16,-2 6 42-16,4 8 50 0,1 0 17 15,0 6 18-15,-1-2-48 0,-2 3-47 16,0 2 47-16,0 2-79 0,0-2 13 16,3 0-13-16,-3-1 0 15,3-4-52-15,-3-1 49 0,2-3 3 16,1-1-67-16,-1-6 67 0,-2-1 0 16,6-1-60-16,-4-1 47 0,1-2 13 15,5-2-44-15,3 1 44 0,5-1 0 16,2-2 25-16,-2-4-15 0,-3 1-10 15,0 2-18-15,-5-2-11 16,0 3 26-16,-2 0-198 0,-1 1 115 16,-2-2-77-16,-1 0-317 15,4 0 140-15,-6 0-170 0,2-2-718 0</inkml:trace>
  <inkml:trace contextRef="#ctx0" brushRef="#br0" timeOffset="133272.65">27934 16528 1902 0,'0'0'422'0,"0"0"1"16,0 0-35-16,0 0-222 0,0 0-45 16,0 0-13-16,0 0 32 0,0 0-71 15,45-35-56-15,-29 30 24 0,-6 4-37 16,-2 0-53-16,-3-1 28 0,-2 2 18 15,5-1-208-15,-5 1 158 16,5-1-64-16,-3 0-241 0,-2 0 40 16,-1-1-176-16,1 0-734 15</inkml:trace>
  <inkml:trace contextRef="#ctx0" brushRef="#br0" timeOffset="133444.49">27939 16343 1575 0,'0'0'406'0,"0"0"-53"0,0 0 77 16,0 0-231-16,0 0-87 0,34-27-96 15,-20 25-4-15,-4 2-12 16,1 2-83-16,2 2-7 0,-2 3-200 16,2 0-425-16,-5-1-46 0,0-2-403 0</inkml:trace>
  <inkml:trace contextRef="#ctx0" brushRef="#br0" timeOffset="134313.41">28204 16591 234 0,'0'0'411'0,"0"0"-170"15,0 0-55-15,0 0 123 0,0 0-98 16,0 0 7-16,0 0 133 0,0 0-173 16,0 0-20-16,0 0 81 0,10-34-117 15,-10 33-61-15,3 1-54 0,0 0 70 16,-1 2 13-16,1 5 41 16,2 4 18-16,1 4-34 0,-1 2-48 15,-2 0 5-15,-1-5-72 0,4-1-3 16,-6-3 3-16,2-4 0 0,1 1-29 15,-1-1 29-15,1-2 0 0,0 2-52 16,-3-3 50-16,2-1 2 0,1 0 0 16,2-5 6-16,1-2-6 15,4-6 13-15,1-2-32 0,-1 3 16 16,1-1-163-16,0 2 119 0,-3 2-17 16,0-1-13-16,-1 5 77 0,-1 2 0 15,-1-1 1-15,0 3-2 16,-2-1 1-16,2 2 0 0,1 0 29 0,-4 3 28 15,1 5 42-15,0 5-13 16,-1 1-51-16,-2 4-16 0,3-3-6 16,-1-1-13-16,-2-3-80 0,3-3 61 15,-3 2-76-15,3-5-225 0,-1 1 5 16,1-3-89-16,0-2-701 0,-3 0 307 16</inkml:trace>
  <inkml:trace contextRef="#ctx0" brushRef="#br0" timeOffset="134628.39">28450 16478 1383 0,'0'0'686'0,"0"0"-275"0,0 0-130 16,0 0-66-16,0 0-52 0,-2 44-35 15,2-22 0-15,2-1-4 16,3-5-90-16,1 2-11 0,2-4-4 15,-3 0-19-15,0-4-16 0,6 0 16 16,-3-6 0-16,2 2-62 0,1-3 46 16,-3-3 6-16,3-2-111 0,-1-3 109 15,-2 0-36-15,0-1-122 0,-3 3 97 16,-2 0-43-16,2 0-44 16,-2-3 159-16,2 3-2 0,-2-1 6 15,-3 3 67-15,3-1 56 0,-3 2-11 16,0 0-16-16,0 3-29 0,0 3 13 15,0 1 10-15,0 0-93 0,0 2-41 16,2-1 40-16,3-2-87 0,1 1-344 16,-1-2-142-16,0 0-629 0</inkml:trace>
  <inkml:trace contextRef="#ctx0" brushRef="#br0" timeOffset="135428.53">28720 16644 1680 0,'0'0'416'0,"0"0"-76"0,0 0 34 0,43-24-271 16,-33 17-84-16,-4 4-3 0,-1-2-6 16,-2 3-10-16,-1-1 3 15,1-3 35-15,-3 3-12 0,0-2 0 16,0 1 54-16,0 2 38 0,-5 1 0 15,2 1-23-15,-5 0-47 0,3 3-22 16,-3 6 81-16,2 2-12 0,-2 4 12 16,1 4 59-16,4 1-55 15,3-5-108-15,0-1 75 0,5-4-78 16,3-1-62-16,5-2 49 0,1-3 13 16,7-2-104-16,-3-2 85 0,-2-2-9 15,5-5-195-15,-2-2 163 16,2-3-13-16,-5-3-76 0,0 1 120 0,-3-2-6 15,0 1-74-15,-7 0 107 16,-1 0-28-16,-2-2-8 0,-3 0 38 16,0-2 0-16,-3-1-98 0,-2 1-34 15,2 1-199-15,0 7-358 0,3 1 494 16,-2 3 195-16,2 4 338 16,-3 1 89-16,0 1 4 0,1 1 45 15,-4 9-257-15,4 8-40 0,2 5 64 16,0 2 3-16,0-1-54 0,0-2-87 15,5 0 15-15,3-4-120 0,3 1-28 16,2-7 28-16,0 1 0 0,3-4-237 16,0-3 236-16,5-4-55 15,-2-1-56-15,-1-5 112 0,3-4 0 16,-5-3-81-16,0 0 81 0,0-2 0 16,-5-1-127-16,-3-1 114 0,-3 0-34 15,-2-3-26-15,-3-4 36 16,-6-2 37-16,-2-2-265 0,3 1 85 15,0 3-187-15,-1 4-379 0,4 4 464 16,-1 7 256-16,0 5 26 0,3 1 327 16,-2 2 57-16,-3 1 116 15,-1 6-252-15,4 9-33 0,-4 7 97 16,4 0-44-16,2 5-95 0,0-1-86 16,2-1 64-16,4-1-151 0,2 0 27 15,-1 0-27-15,4-2 0 0,0-4-231 16,-3-1 145-16,2-5-97 0,-4 0-291 15,-4-5 332-15,1-3 41 0,-3-1-173 16,0-1 172-16,0 0-7 0,0-1-122 16,-5-2 147-16,-3 0-74 15,-3-5-197-15,-2-4 151 0,-1-2 19 16,-1-4-176-16,-1-3 22 0,5 1-120 16</inkml:trace>
  <inkml:trace contextRef="#ctx0" brushRef="#br0" timeOffset="135525.53">29073 16589 141 0,'0'0'1190'0,"0"0"-611"16,0 0-116-16,15-37 44 0,-1 30-337 15,4 1-52-15,3 1 7 0,-2 1-58 16,5 2-67-16,0-1-45 0,-1 2 45 16,-1-1-140-16,1 1-339 0,-1 0-155 15,-6-2-489-15</inkml:trace>
  <inkml:trace contextRef="#ctx0" brushRef="#br0" timeOffset="136003.16">29295 16239 1448 0,'0'0'669'0,"0"0"-274"16,0 0-11-16,0 0 118 15,0 0-283-15,0 0-74 0,0 0 72 0,0 0 28 16,0 0-112-16,3 44-108 16,-3-30 71-16,2-3-96 0,1-3-27 15,0-3 14-15,-1-1 13 0,1 0-258 16,2-1 193-16,1 0-65 0,1-3-184 15,1 0 250-15,0-6-53 0,0-3-259 16,0-3 61-16,0-2-82 0,-3-2-245 16,-2 0 385-16,-3 2 124 0,0-1 89 15,3 3 25-15,-3 0 19 16,2 5 137-16,-2 1 269 0,0 4-7 16,0-3 218-16,3 3-284 0,-3 0-78 15,3 0-24-15,-1 2-114 16,1 6-7-16,2 5 73 0,6 5 1 0,0 1-184 15,-4 4 22-15,4-2-57 16,0 1-43-16,-1-2-421 0,1-1 210 16,-1-2-194-16,-2-5-1360 15</inkml:trace>
  <inkml:trace contextRef="#ctx0" brushRef="#br0" timeOffset="136922.39">30185 16539 1384 0,'0'0'403'0,"0"0"-42"0,0 0 117 15,0 0-204-15,0 0-37 0,0 0 34 16,0 0-87-16,0 0-38 0,0 0-20 16,-5-32-4-16,-3 28-87 15,-3 1-10-15,-5 2 39 0,0 1-36 16,3 0 0-16,0 4 28 0,-3 5-56 16,0 1 34-16,3 2-3 0,0 0-31 15,2 2 44-15,3-1 5 0,5-1-49 16,1-1-52-16,2-2 36 15,0-2 16-15,2-2-193 0,4 0 177 16,4-2-21-16,4-3-61 0,1 0 98 16,1-2 0-16,0-5-73 0,-3 1 61 15,-2-2 12-15,0 2-101 0,-3 1 101 16,-3 2 0-16,-2-2-15 0,-1 2 15 16,1 1 0-16,2-2 19 15,-2 4-9-15,-1 0 5 0,1 0-8 16,2 6 119-16,1 5-26 0,4 2-71 15,-2 3 49-15,3-2-78 0,-3-3 6 16,2-3-7-16,4-1 1 0,-1-3-195 16,3 1 126-16,-3-4-63 15,-5-1-229-15,0-1 173 0,0-6-100 16,-6-1-572-16,4 1 90 0,-6-5-368 0</inkml:trace>
  <inkml:trace contextRef="#ctx0" brushRef="#br0" timeOffset="137217.29">30209 16359 1063 0,'0'0'1134'16,"0"0"-752"-16,0 0-28 16,0 0-213-16,45-15 6 0,-29 10-9 15,2-3-30-15,-2 2-29 0,-3-1-35 16,1 0 42-16,-6 1-86 0,-1 0 25 15,-4 2-25-15,0 2 0 0,-3-2 25 16,0-1 32-16,0 0-7 0,-6-1-46 16,-4 4 65-16,-6 2-69 15,0 0-60-15,0 4 58 0,6 5 2 16,-4 1-132-16,6 0 119 0,6 2-57 16,-1-1-183-16,3 1 109 0,8-1-96 15,3 1-495-15,2 0 79 0,0-5-165 16</inkml:trace>
  <inkml:trace contextRef="#ctx0" brushRef="#br0" timeOffset="137704.76">30791 16526 150 0,'0'0'926'0,"0"0"-600"16,0 0-1-16,0 0 145 0,0 0-207 0,0 0-70 15,0 0-54-15,0 0-110 0,0 0-16 16,0 0-1-16,-2 22 30 16,10-22-10-16,0 0-28 0,2-1 44 15,-2-1-16-15,0-2-32 0,0 0 35 16,0 1-35-16,-5-2 16 16,-1 0 26-16,-2 1 3 0,0 0-20 15,0-1 52-15,-8 0-48 0,-2 0-20 16,-1 3 26-16,-5 1-35 0,6 1-9 15,-4 2 9-15,4 1 0 0,2 4-24 16,-3 0 24-16,6 3 42 0,0 1 5 16,-1 2 42-16,4 3-28 15,2-3-7-15,2 2 25 0,6 0-79 16,0-1-16-16,3-2 15 0,2 0 1 16,3-3-152-16,0-3 114 0,0 0-80 15,0-4-211-15,0-2 43 0,-3 0-157 16,-3-1-821-16</inkml:trace>
  <inkml:trace contextRef="#ctx0" brushRef="#br0" timeOffset="138010.35">30937 16565 1867 0,'0'0'557'0,"0"0"-135"15,0 0-232-15,0 0 27 0,0 0-22 16,24 42-97-16,-13-32-98 0,-1-2 25 15,1-4-25-15,-1 0 0 0,4-2 13 16,-4-2-13-16,1 0 0 0,2-1-25 16,-2-4 22-16,-1 1 3 0,1-1-54 15,-6-1 54-15,0 3 0 16,-2 0 1-16,0-1-1 0,2 0 0 16,-2-1 22-16,-1 2-22 0,-2 2 35 15,3 1 12-15,-3 0 99 0,0 1-36 16,-3 3-69-16,3 2 59 0,-2 0-100 15,2 5-103-15,0-4 52 16,5 2-128-16,3-2-314 0,2 1 24 16,-2-2-521-16</inkml:trace>
  <inkml:trace contextRef="#ctx0" brushRef="#br0" timeOffset="138729.7">31387 16543 1739 0,'0'0'926'0,"0"0"-508"0,-34 20-134 16,26-9 30-16,0 4-71 0,3-3-70 16,2 1-104-16,3-1 21 0,3-2-90 15,5-1-87-15,2-3 65 0,1-1 3 16,5-5-198-16,2 0 192 15,-4-5-32-15,1-5-79 0,1 2 134 16,-2-3-22-16,-1-3-74 0,-3 1 95 16,-2-2 3-16,-2 2-57 0,-1-4 35 15,-5 2-10-15,3-3-82 0,-3 0 59 16,0-2-79-16,0 3-435 0,2 2 0 16,1 5-62-16,0 5 445 15,-3 0 186-15,2 4 323 0,1 1 333 16,-3 0-326-16,2 5-75 0,4 6 114 15,-4 7-133-15,4 5-49 0,-4 3-3 16,1-1-58-16,-3-2-79 0,3-2-19 16,-3 1 0-16,0-5-28 15,0 2-131-15,2-2 74 0,-2-2-9 16,-2-1-36-16,2-4 55 0,-3-3-26 16,3-3-143-16,0-2 145 0,0-2-21 15,5 0-171-15,3-3 114 16,6-6 11-16,1-2-53 0,4-3 94 15,-3 2 42-15,5 1 55 0,0 1 36 16,0 1 138-16,6 2 168 0,-3-1-123 16,0 2-59-16,2 2 41 0,-2-1-55 15,-3 0-60-15,0 0-61 16,-5-1 54-16,3 2-79 0,-9 0-1 16,-2 1 1-16,-2 1 0 0,-4 0 29 15,1-3 15-15,-3 3 0 0,-3-1-9 16,-5-1 72-16,-8 4-57 0,-2 0-41 15,-1 7 117-15,1 1-38 0,4 2-48 16,-1 0 118-16,4 3-31 0,3 0-22 16,5 2 46-16,3 2-151 15,3-1 49-15,5-1-49 0,5 1 0 16,3-5 43-16,3 1-37 0,4-5-6 16,1 1-31-16,0-2 19 0,3-2 12 15,-1-1-280-15,-2-3 175 0,2 0-90 16,-2-1-399-16,0-3 98 15,-5-1-538-15,-1 0-1115 0</inkml:trace>
  <inkml:trace contextRef="#ctx0" brushRef="#br0" timeOffset="147439.25">27873 17341 271 0,'0'0'772'16,"0"0"-619"-16,0 0 137 0,0 0 405 16,0 0-300-16,0 0-247 15,0 0-26-15,0 0 39 0,5 34-49 16,6-33-26-16,2-1 4 0,5-3 12 15,6-8-86-15,-3-3 9 0,-2-1-3 16,-3 1-22-16,-8 2 23 0,0 2-23 16,-6 0 0-16,-2 4-26 0,0 0 26 15,-2 2 0-15,-3-3-9 16,-3 2 9-16,-8-1 0 0,0 4-23 16,0 2 22-16,0 4 1 0,3 5-54 15,2 0 51-15,-2 1 3 0,5 3-25 16,0-2 25-16,3 3 44 0,5 1-34 15,0-1 63-15,0 0-48 0,5 0-2 16,0 2-12-16,9-5-11 16,-4-3-48-16,6 0 33 0,0-5 15 0,2-2-195 15,6-1 128-15,-5-1-67 16,2-3-200-16,-2-5 134 0,-1 3-23 16,-7-1-241-16,-1 0 191 15,-4 0 88-15,-1-1 48 0,0 4 137 16,-5-1 3-16,0 2 118 0,0-1 93 15,3-1 33-15,-3 1 139 0,0 0-127 16,0-1 38-16,0 4 94 0,0 0-272 16,0 1-65-16,0 1 22 0,3 6 29 15,-1-2-105-15,1 6 25 0,5-1-25 16,2-1 0-16,6-1-49 16,5-3 33-16,1-3-57 0,-1-2-208 15,-3-4 188-15,-2-2-32 0,0 0-136 16,-3-1 97-16,-2 2 15 0,-3 0-23 15,-3 3 141-15,-2 0 31 0,-3 0 61 16,2 0 111-16,-2 1 93 16,0-2 259-16,0 3-269 0,0 0-103 15,0 0-19-15,0 6-13 0,0-1-120 16,-2 1-13-16,2 2-9 0,5 2 22 16,3 1-256-16,8-1-66 15,5 2-256-15,-2-5-1278 0,-1-3 1085 0</inkml:trace>
  <inkml:trace contextRef="#ctx0" brushRef="#br0" timeOffset="148017.96">29025 17288 1265 0,'0'0'267'16,"0"0"3"-16,0 0 106 0,-42 15-240 15,28-7-3-15,4 1 70 0,-4 3-29 16,4-2-4-16,-1 1 38 16,6 0-67-16,0-3-62 0,5-3-76 15,0 0 1-15,0-3-4 0,0 2-96 16,8 1 95-16,0-3 1 0,7-2-137 15,4-4 102-15,0-4-23 0,-4 0-112 16,-4-1 90-16,-6 5-20 0,1-1-97 16,-4 0 159-16,1 4 25 15,-3-3 13-15,3 0 6 0,-1 2 43 16,1-2 241-16,-3 0-40 0,0 2-11 16,0 2-16-16,0 0-109 15,-3 2-70-15,1 7-38 0,2 4 76 0,0 4-31 16,0 0-42-16,5 0 39 15,3-2-48-15,2-6-75 0,4-4 56 16,-1 1 19-16,0-4-313 0,0-2 122 16,1 0-84-16,-6-3-398 0,-1-3 132 15,-1 3-68-15,-4 0-610 0</inkml:trace>
  <inkml:trace contextRef="#ctx0" brushRef="#br0" timeOffset="148238.16">29176 17387 2134 0,'0'0'375'0,"0"0"-91"0,0 0 8 16,0 0-142-16,34 21-32 15,-13-20 19-15,3-1 56 0,3-8-19 16,-3-3 34-16,-3-2-55 0,-3 2-153 16,-4-2 56-16,-1 3-38 15,-3 0-18-15,-4 4 41 0,-4-1-38 0,1 3-3 16,0-2-84-16,-1 1 81 15,-2-2-125-15,0 3-307 0,0-4 179 16,0 4-220-16,0 0-1105 0</inkml:trace>
  <inkml:trace contextRef="#ctx0" brushRef="#br0" timeOffset="148875.13">30095 17283 421 0,'0'0'619'0,"0"0"42"0,0 0-418 16,0 0-22-16,0 0 70 16,0 0-184-16,0 0-49 0,0 0 16 15,0 0 3-15,-37-7-12 0,18 16 66 16,6 2 7-16,-3 0-10 0,3 1 47 15,2 0-19-15,3 0-29 0,6 1-52 16,2-2 20-16,0-2-95 16,2-1-60-16,4-3 57 0,4 0 3 15,6-2-54-15,0-3 54 0,0-2 0 16,2-6-126-16,-4-3 94 0,2-1-18 16,-3-1-52-16,0-1 102 0,-2-3 0 15,-1 4-26-15,-4-2 26 0,-4 3 0 16,1-1 20-16,-3-1 15 15,0 2-10-15,-3-2-9 0,-2 3 19 16,2-1-35-16,-2 1-61 0,0 5 61 16,5 2 0-16,-3 3 7 0,0 0 97 15,1 1-21-15,-1 1-80 16,-2 10 76-16,5 3-13 0,0 6-31 16,0 1 74-16,0-2-105 0,5-2 46 15,0-3-44-15,6 2-6 0,-3-3-50 16,5-2 22-16,-2-1-32 0,5-2-376 15,-3 0 127-15,0-5-209 0,0-2-704 16,-2-1 391-16</inkml:trace>
  <inkml:trace contextRef="#ctx0" brushRef="#br0" timeOffset="149033.9">30323 17339 215 0,'0'0'2233'0,"0"0"-1962"15,0 0-88-15,0 37 3 0,-3-30-103 16,3-3-83-16,0-2-73 0,0 3-81 16,3-1-149-16,-1-3-487 0,1 1 130 15,2-1-116-15</inkml:trace>
  <inkml:trace contextRef="#ctx0" brushRef="#br0" timeOffset="149408.31">30397 17216 1023 0,'0'0'504'15,"0"0"133"-15,37-4-420 0,-29 4-1 16,0 0-93-16,-3 0-123 0,0 1-2 16,-2 1-179-16,5 0 10 0,-3 4-33 15,-2-2-293-15,0 5 273 0,-3-4 129 16,0 4 30-16,0-1 53 15,0 0 12-15,0 1 29 0,2 0-16 16,1-2-9-16,0 0 67 0,-1-2 72 16,3 0 14-16,3 5 239 0,6 0-127 15,-1 1-4-15,0-1 101 16,-5-3-205-16,-3-1-43 0,-2-4-48 16,0 2 45-16,-3 2-27 0,0 1-37 15,0 3 31-15,-6 0-78 0,-4 1 34 16,-3 0-42-16,-1-2 4 0,1-3-171 15,8-4 127-15,2-2-26 0,-2 0-140 16,2 0 98-16,1-5-87 0,2-1-417 16,5-5 28-16,8-7-7 15,8 0-295-15</inkml:trace>
  <inkml:trace contextRef="#ctx0" brushRef="#br0" timeOffset="149911.69">30712 17295 423 0,'0'0'505'0,"0"0"0"0,37-19-420 0,-32 17 35 16,-2 2 328-16,2-1-179 0,-5 1-78 15,0 0-56-15,-2 1 39 16,-6 5-142-16,0-1-16 0,0 2-16 16,0-2 0-16,3 2 0 0,-1 2 52 15,4-1-4-15,-1 4-29 16,3-3 45-16,0-3 13 0,3-1 41 16,7 4 32-16,6-1-20 0,5 1 22 15,0 0 15-15,-2-1-48 0,-3 0-59 16,-5-4 25-16,-4-1-85 0,-1 1 6 15,-4-1-6-15,1 0 0 0,-3-1-31 16,0 2 31-16,-3 0 0 16,-5 0-236-16,1 1 185 0,-7-2-59 15,1-2-156-15,5-1 193 0,3 0-35 16,2-3-190-16,0-4 118 0,6-3-26 16,8-5 6-16,2 3 200 0,8-2 73 15,0 2 134-15,1 2-95 16,1-2 94-16,7 2-81 0,-4 1 82 0,0-1-3 15,-2 5-55-15,-2-3-58 16,-1 2-91-16,-5 1 19 0,-3-2-6 16,-3 3 15-16,-2 1-6 0,-5 1 91 15,-3 0-38-15,0 0-42 16,-5 1 132-16,-9 1-162 0,-1 0 60 16,-4 7-54-16,3 0 6 0,3 2 7 15,0 1 74-15,5 1-28 0,0 2-65 16,8-1 139-16,0 1-95 0,2-3-17 15,9 0 50-15,0 0-80 0,5 0 46 16,-1-3-27-16,4-2-19 0,5 3 0 16,-3-4 0-16,3 0 0 15,2 1-290-15,1-2 161 0,2 0-107 16,0 0-527-16,-2-3 91 0,-4 0-488 16</inkml:trace>
  <inkml:trace contextRef="#ctx0" brushRef="#br0" timeOffset="150233.81">31557 17503 3127 0,'0'0'594'0,"0"0"-594"0,0 0-79 16,0 0-289-16,0 0-136 15,0 0-576-15</inkml:trace>
  <inkml:trace contextRef="#ctx0" brushRef="#br0" timeOffset="-212198.5">27028 18205 440 0,'0'0'851'0,"0"0"-549"16,0 0-80-16,0 0 18 0,0 0-159 15,0 0 32-15,0 0 136 16,0 0-132-16,0 0-24 0,16 2 20 16,-6-3-26-16,4 0-20 0,4-2-48 15,6-1 23-15,5 1-42 0,-2-1-7 16,2 0-12-16,-3-1 6 0,-2 3-389 16,-8-1-216-16,0-3-764 0</inkml:trace>
  <inkml:trace contextRef="#ctx0" brushRef="#br0" timeOffset="-208107.23">27581 17966 220 0,'0'0'313'15,"0"0"-255"-15,0 0 135 0,0 0 119 16,0 0-155-16,0 0-24 0,0 0 95 16,0 0-91-16,0 0 6 0,0 0 77 15,-2-28-100-15,2 23-36 16,0 2 46-16,0-3-72 0,0 3-3 15,0 0 19-15,0 0-29 0,2-1-42 16,-2 3 10-16,3 1 7 0,2 0 18 16,-2 0 39-16,2 2-3 0,3 7 0 15,0 4 10-15,0 8-11 16,3 4-63-16,-3 7 12 0,0 5-22 16,0 1 0-16,-3-5 3 0,-2-7-6 15,-1-5 3-15,4-6-137 0,-4-5 108 16,1-2 13-16,-3-4 9 15,2-2 7-15,-2 2 0 0,0-2 3 16,0-1 7-16,3-1-7 0,-3 0 42 16,3 0 16-16,-1 0-35 0,1-3-23 15,2-5 38-15,3-5-6 0,0-8-31 16,5-4 37-16,3-6-41 0,0-3 16 16,0 2-16-16,-3 4 0 0,-2 6-51 15,-3 4 6-15,-3 5-83 16,1 3-174-16,-4 2 186 0,-2 6 26 15,0 1-98-15,0 1 17 0,0 0-82 16,0 0-453-16,0 0 181 0,-10 7-13 0</inkml:trace>
  <inkml:trace contextRef="#ctx0" brushRef="#br0" timeOffset="-207902">27727 18057 1461 0,'0'0'299'0,"0"0"-42"0,0 0 174 16,0 0-205-16,0 0-78 0,0 0 23 16,0 0-55-16,0 0-33 0,24 46-13 15,-19-30 19-15,3 1-86 0,-2-3 35 16,-1 3-34-16,0-5-4 0,3 1-103 16,-3-2 13-16,3-2-57 0,-2-3-261 15,-1 0-97-15,0-4-128 16,-5 0-794-16</inkml:trace>
  <inkml:trace contextRef="#ctx0" brushRef="#br0" timeOffset="-207592.39">27915 18104 801 0,'0'0'358'0,"0"0"10"0,0 0 159 0,0 0-278 16,0 0-32-16,0 0 47 15,0 0-90-15,-18 44-20 0,18-32 2 16,0 0-41-16,5-2-55 0,3 2-47 16,0-4 38-16,5-3-48 0,0-1 19 15,3-3 13-15,0-1-32 0,3-1 26 16,-1-5-4-16,-2-1-25 0,0-2-6 16,-3-2 6-16,0 0 0 0,-2 1-48 15,-6-3 47-15,1 2 1 16,-4-1-74-16,-2 2 72 0,0 1-37 15,-2 1-155-15,-4 2 114 0,-4-2-61 16,-1 1-180-16,-5 0 11 0,3 0-118 16,0 6-515-16,5 0 418 15,3 1 130-15</inkml:trace>
  <inkml:trace contextRef="#ctx0" brushRef="#br0" timeOffset="-207223.88">28082 18126 1074 0,'0'0'455'0,"0"0"30"0,0 0 62 16,0 0-318-16,0 0-69 0,0 0-99 16,0 0-19-16,27 35-42 0,-25-31 16 15,3-1-6-15,-2 0-10 16,5 3 16-16,-3-4 25 0,1 0-25 15,-1-1 0-15,3-1 3 0,0-2-19 16,0-3 0-16,2-3 0 0,1-2 0 16,0-3-44-16,-1-1 31 15,1-2 3-15,-3 5-44 0,0 0 54 16,-6 7 0-16,1 2 13 0,-3 0-7 16,3 0 29-16,-3 2 20 0,0 0 82 15,2 0 66-15,-2 0 50 0,3 0-98 16,0 4-68-16,-3 1-71 0,2 3 26 15,1 2-42-15,-1 2-110 16,4 3 60-16,2-1-142 0,-3-2-438 16,3-2 32-16,-5-4-566 0</inkml:trace>
  <inkml:trace contextRef="#ctx0" brushRef="#br0" timeOffset="-206419.56">28461 18078 959 0,'0'0'416'0,"0"0"-80"15,0 0 40-15,0 0-240 0,0 0-16 16,0 0 68-16,0 0-46 0,0 0-1 16,0 0 61-16,0 0-87 0,-19 34-48 15,22-23-29-15,2 1 29 16,8 0-57-16,1-1 6 0,4-1 13 16,3-1-29-16,-7-3 2 0,-1 0-2 15,-8-3 0-15,-2-1-13 0,-1-1 13 16,1 0 0-16,-3 1-100 0,0 0-9 15,0-1-32-15,0 1-142 16,0 1 132-16,-5 1-24 0,-3-1-80 16,-5 0 99-16,-1-3-10 0,1 0-52 15,3 0 147-15,4 0 71 0,4 0 19 16,-1 0 14-16,3-1 6 0,-3-1 75 16,3-1 84-16,0-2-3 0,6-1 31 15,4-2-129-15,6-3-19 16,8 1 19-16,2-3-26 0,1 0 12 15,-1-1 37-15,-2-1-2 0,-3 4-44 16,-7 5-32-16,-4-1 12 0,-4 4-41 16,-4 1-1-16,1-2 17 15,2 2-3-15,-5 1-4 0,0 0 48 16,3-1-35-16,-3 1-19 0,2 0-16 16,-2-2-35-16,0 2-102 0,-5 1 115 15,-3 0-7-15,-2 3-25 16,2 2 54-16,-3-1 0 0,0 4 1 15,4 1 56-15,-4 1 58 0,3 2 38 16,3 2-33-16,5-3-78 0,0 1-23 16,10-2 22-16,4-3-41 0,4 0-3 15,1 0-13-15,-1-4 16 0,3-1-232 16,1-2 121-16,-1 0-122 0,0 0-421 16,-5 0 139-16,2-4-22 0,-7-2-682 15</inkml:trace>
  <inkml:trace contextRef="#ctx0" brushRef="#br0" timeOffset="-205962.87">28850 17928 1602 0,'0'0'675'0,"0"0"-642"15,0 0 83-15,0 0 268 16,0 0-178-16,5 50-75 0,-5-34-13 16,0 2-29-16,-2-1-16 0,-1 0-3 15,3 2 16-15,0-4-86 0,0-1 35 16,0 1-29-16,0-5-6 0,5-1-17 16,-5-2 17-16,3-3 0 0,0 0-15 15,-1-2 15-15,1 0 0 16,0-1 19-16,2-1-12 0,0 0-7 15,3 0 0-15,5-1 0 0,-2-4 0 16,-3 0-99-16,-3 1 98 0,1 1-37 16,-4-1-60-16,1 3 98 15,-1-3 0-15,1-1 13 0,2 3 12 16,-2-2-9-16,0-1-13 0,-1 3 29 16,1 2-32-16,-3 0 0 0,0 0 67 15,0 1-29-15,-3 6-23 0,1 3 14 16,2 2-29-16,-3 0-6 15,3-3 5-15,0-3 1 0,3-2-130 16,-1 0 66-16,1-1-60 0,0 1-283 16,2 1 272-16,0-2-116 0,1 5-690 15,-1-5-74-15</inkml:trace>
  <inkml:trace contextRef="#ctx0" brushRef="#br0" timeOffset="-205183.9">29062 18094 1083 0,'0'0'1120'0,"0"0"-687"0,0 0-214 16,0 0-55-16,0 0-62 0,0 0-44 16,0 0-58-16,0 0 22 0,19 38-15 15,-17-34-7-15,1 1 9 0,2 1-9 16,-2-1 0-16,2 1-6 15,0-3-7-15,1 2 13 0,-4-1-115 16,4-3 114-16,-4 1-28 0,4 0-99 16,-1-2 89-16,0 0-16 0,0 0-80 15,1-3 84-15,2 1 12 0,0-4 0 16,5-1 37-16,-3-2 2 0,6 2 67 16,0-1 23-16,3-2 19 0,2 1 39 15,-5 2-68-15,0 0-80 16,-8 1 20-16,0 3-20 0,-3 0 3 15,-2 0 13-15,-1 0 13 0,-2 1-4 16,3 0-9-16,-3 0 13 16,0-1 19-16,0 0-16 0,0 0 25 15,-3-2-57-15,1 0 29 0,-4 5 12 16,1 0 10-16,0 0-16 0,-3 0 82 16,0 7-15-16,-3-1 5 0,3 4 31 15,3 4-100-15,2 2 2 16,3 0-33-16,8-1-7 0,3-2-118 15,2-5 116-15,6 0-50 0,-3-6-134 16,-1 3 158-16,4-2-17 0,-1-3-88 16,-2 0 108-16,0-2-39 0,0-1-102 15,-3-1 122-15,1-1-36 0,-4-1-67 16,-4 4 147-16,-1-2 1 0,-3 0-1 16,1 2 52-16,-3 1-14 0,3-2 7 15,-3 1 32-15,0-1-4 16,0 2 93-16,0-1 5 0,2 0-44 15,-2 0-17-15,0 1 19 0,0 0-50 16,0 1-70-16,0 0 39 16,0 0-48-16,0 2-54 0,0-1 54 15,0 2 0-15,3-2 12 0,5 1-12 16,0 0 0-16,5-2-94 0,3-2 79 16,-3 0-20-16,1-2-50 0,-6 1 69 15,-3 1 16-15,-3 0-50 0,4 2 50 16,-1-1 0-16,0-1-25 15,1 0 25-15,-1 2 44 0,0 0 72 16,1 0 70-16,-4 1-54 0,1 3-79 16,-3 0 30-16,0 1-83 0,0-1-112 15,0 3 78-15,3-1-126 0,-3 2-253 16,2 1 280-16,6-1-71 0,3-3-347 16,5 2 205-16,-1-5-75 0,9-2-454 15,-8 0 259-15</inkml:trace>
  <inkml:trace contextRef="#ctx0" brushRef="#br0" timeOffset="-204399.77">29785 18069 991 0,'0'0'684'0,"0"0"120"0,0 0-507 16,0 0-8-16,0 0 30 0,0 0-211 15,0 0-35-15,0 0-3 0,0 0 28 16,0 0-57-16,0 7-26 0,5-1 45 15,1 2-53-15,4 1 30 16,-5-4 14-16,1 2-51 0,2-3 3 16,-3 3-3-16,0-1 0 0,1 3-19 15,-1-2 19-15,-2-1 0 0,-1 4-139 16,-2-4 136-16,0-1-50 0,0 1-67 16,-5-1 120-16,0 0 0 0,-1-2-51 15,1-1 48-15,0 0-16 16,-1-1-54-16,4-1 57 0,-4 0 3 15,6-1-60-15,0-1 73 0,3-3 51 16,8-2 28-16,5-2 13 0,5 2-85 16,5-3 15-16,1 0 41 15,-3-1-63-15,-3 1 41 0,0 1-41 16,-5 2 0-16,-3-1-3 0,-2-1 3 16,-3 3 0-16,-3 1 3 0,-2 0 10 15,-3 1 6-15,0 3-4 16,0-2 45-16,-6 1-60 0,1-3 25 15,-8 4-12-15,0 1 47 0,-1 8-38 16,4 0 91-16,-1 2-34 0,3 0-61 16,6 1 88-16,-1 0-106 0,3 1 47 15,0-3-32-15,3-2-15 0,4-1-15 16,4 1 15-16,2-2 0 0,3 1-16 16,3-3 16-16,-3-3 0 0,0 1-96 15,-1-1 71-15,-4 0-19 16,0-1-157-16,-3 0 199 0,-3-1-23 15,0 1-60-15,-2-1 85 0,-1-1 0 16,1 2-1-16,0 0 1 0,-3-2 0 16,2 0-19-16,1-1 19 15,0 2 0-15,-1-1 15 0,1-1 26 16,-3 1 0-16,0 1-25 0,3 0 106 16,-3 0-122-16,0 1-12 0,0 0 12 15,0 1 0-15,2-2 1 16,1 2 8-16,5-1-9 0,2 0-25 15,4-2 25-15,2 0 0 0,2-2-49 16,-2 2 49-16,-5 1 0 0,-3 0-33 16,-3 1 33-16,-3 1 0 0,1 0 15 15,0 0 42-15,-1 0 44 0,4 0 17 16,-1 0 75-16,0 2-60 0,1 3-68 16,-6-3 46-16,2 3-111 0,1 0-99 15,-3 1 99-15,3 0-142 16,-1 1-326-16,4 0 214 0,-1 1-50 15,3 1-778-15,0-3 100 0,10 1-67 0</inkml:trace>
  <inkml:trace contextRef="#ctx0" brushRef="#br0" timeOffset="-203824.73">30815 18221 186 0,'0'0'1931'0,"0"0"-1707"16,0 0-124-16,0 0 139 15,0 0-10-15,6-45-53 0,-6 30-19 16,0-2-52-16,0-1-51 0,-3 0-44 16,-2-3 59-16,2 0-49 0,-2-3-8 15,-1-1 26-15,1-2-38 0,5 0-31 16,0-2 31-16,3 2 0 0,7 5-18 16,6 2 18-16,-3 7 72 0,6 2 39 15,0 1 69-15,-1 5-55 16,1 1-109-16,-3 4 49 0,-1 2-65 15,1 4-123-15,-2 2 110 0,-4 3-40 16,-2 1-215-16,0 1 179 0,-5 0-26 16,-3 1-210-16,0 3 23 15,-3-3-150-15,-5 6-685 0,3-6 329 16</inkml:trace>
  <inkml:trace contextRef="#ctx0" brushRef="#br0" timeOffset="-203265.59">30887 18101 1841 0,'0'0'266'0,"0"0"-75"0,0 0 9 16,0 0-67-16,34-10-30 0,-34 10 74 16,3 0-62-16,-3 0-31 0,0 0-1 15,0 0 38-15,0 1-3 16,0 3 47-16,0-1 2 0,0 1-16 15,0 2-41-15,-3 3-6 0,1 1-104 16,-1 3-34-16,0 3 34 0,6-2 0 16,5-1-28-16,10-1 28 0,1-3 0 15,5-3-89-15,-3-5 86 16,-2-1-54-16,-4-3-68 0,-1-1 123 16,-6 0 2-16,-3 1-119 15,0-1 119-15,-5 1-29 0,3 0-94 0,-3-3 122 16,0 4-79-16,0-1-143 15,0-3 178-15,0 2-6 0,0-3-67 16,-3 1 114-16,1 0 4 0,-1 1-6 16,-2 0 6-16,2 2 0 0,0 0-109 15,3 1 109-15,-2 0 45 0,2 2 3 16,2 2 0-16,4 1-48 0,4 2 16 16,3 3-6-16,3 0-10 0,3-1 19 15,-1 0 32-15,1-2 39 16,-6 0-65-16,0-3 23 0,-7-2 38 15,-1 0 13-15,0 0 24 0,-2 0-21 16,0-1-1-16,-1-1 34 0,1 0-57 16,-3-1-59-16,5 2 107 15,-2-4-35-15,-1-1-79 0,1-5 100 16,0 0-112-16,-1-1-22 0,-2-3 7 16,0 3 15-16,0 1-181 15,0 3 162-15,0 6-60 0,0-3-182 16,3 2 164-16,-3 2-96 0,3-3-463 15,2-2-12-15,-2 4-474 0</inkml:trace>
  <inkml:trace contextRef="#ctx0" brushRef="#br0" timeOffset="-202445.76">31742 18195 910 0,'0'0'436'16,"0"0"-351"-16,0 0-36 0,35-4-23 15,-19-5 26-15,-3 2-49 0,0-1-1 16,0 1 2-16,-2-4-1 16,-1 1 0-16,-4 3 52 0,2 0 20 15,-6 1-7-15,-2 1 33 0,0 1-17 16,0-1-16-16,0 3-29 0,0-1 0 16,0 0-9-16,-2-3 34 15,-4 1-9-15,-2-1-51 0,-2 3 67 16,-3 2-13-16,-3 1 7 0,-3 6 96 0,1 4-32 15,4 3-3-15,4 3 72 16,2 0-99-16,5-1-83 0,3 0 6 16,6-2-19-16,1-1-3 0,4-2-59 15,2-1 59-15,1-4-39 0,4 2-205 16,-2-3 55-16,3-3-57 0,-4-1-412 16,-1 0 46-16,-4 0-105 15</inkml:trace>
  <inkml:trace contextRef="#ctx0" brushRef="#br0" timeOffset="-202145.75">31989 18148 1476 0,'0'0'537'16,"0"0"-175"-16,0 0-116 0,0 0-33 16,0 0-75-16,0 0-77 15,0 0-26-15,0 0-25 0,0 0-1 16,0 0 23-16,26 6-32 0,-23-4 16 0,5 0-16 15,-3-2 0-15,3 0-4 16,0 0 4-16,-3 0 0 0,6-2-10 16,-3-2 10-16,0 1 0 0,0 1 1 15,-3-1-1-15,3 0 0 0,-3 1 3 16,0 0 0-16,1 2 64 0,-6 0 38 16,2 0-6-16,-2 0-99 15,3 4 28-15,-3 0-50 0,0-1 22 16,0 5-217-16,0-3 41 0,0 2-110 15,0 0-461-15,0-2 38 0,11 5-333 0</inkml:trace>
  <inkml:trace contextRef="#ctx0" brushRef="#br0" timeOffset="-201378.03">32288 18128 1152 0,'0'0'482'0,"0"0"79"16,0 0-331-16,0 0-10 0,0 0 60 16,0 0-107-16,0 0-26 0,0 0 12 15,0 0-35-15,0 0-26 0,-43-2-53 16,36 8 21-16,-1 0-66 0,5 0-41 16,3 0 25-16,-3 4 16 15,3-1-114-15,3 2 101 0,2-2-44 16,8-3-121-16,3-5 166 0,3-1-30 15,-1-7-57-15,1-4 99 0,-3 0 0 16,-3 0 3-16,0-2 10 0,-5 0-13 16,0-2 16-16,-2 3-19 15,-1-4 3-15,0 0-90 0,-2 0 77 16,-1-1-38-16,-2 1-166 0,0 1 91 16,3 0 23-16,-3 8 51 15,0 0 52-15,0 4 26 0,0 1 203 16,0-2-4-16,0 4-23 0,0 0-116 15,0 0-26-15,0 0 26 0,3 6-41 16,-3 3 12-16,2 4-57 0,4 5 28 16,-1 3-3-16,3 1-25 0,0-1-28 15,0-4 6-15,0-3 19 0,-3-4-153 16,0-2 127-16,1-1-18 0,-4-4-107 16,4 3 94-16,-4-3-59 15,1-1-128-15,0 3 140 0,-1-2 23 16,1 0-32-16,-1-1 68 0,1 2 22 15,2-1 26-15,1-1 45 0,-4-2-9 16,1 0-17-16,2 0-4 0,-2-1-15 16,2-3-32-16,1-2 30 15,-1-2-28-15,5 0-177 0,4-3 68 16,2-1 61-16,5 1 78 0,3 1 182 16,5 1 106-16,0 4 131 15,-3 3-188-15,-7 2-49 0,-6 1-23 0,-2 5-70 16,-6 3-89-16,0 4 19 15,-2 0 66-15,0 3 23 0,-3-1-58 16,-3-1 7-16,-2-3-57 0,-1 3-38 16,4-5 19-16,-4-1-3 0,4-3-152 15,-1 0 173-15,0-2-37 0,1-1-98 16,2-1 91-16,-3 2-57 0,1-3-153 16,-1 1 190-16,0 0-53 15,1-1-211-15,-4 0 112 0,4-1-19 16,2-4-229-16,-3-5 175 0,3-3-9 15,3-2-180-15,5-4 214 0,2-2 80 16</inkml:trace>
  <inkml:trace contextRef="#ctx0" brushRef="#br0" timeOffset="-201097.66">32778 18096 490 0,'0'0'496'15,"0"0"54"-15,0 0 307 0,0 0-499 16,0 0-114-16,0 0-18 0,0 0-69 16,34-7-46-16,-28 9 16 15,-4 3 24-15,1-1-31 0,2 0-45 0,-2 2 61 16,-1-1-64-16,1 3-66 15,-3 0 91-15,3-2-97 0,-1 1 43 16,-2-3-18-16,3 2-25 0,0-2 25 16,-1-2-25-16,1 0 0 0,0 0-72 15,2-2 44-15,0 0 13 0,3-2-154 16,0 0 157-16,-3 0-8 0,3-2-74 16,0-1 94-16,0 3 0 0,0-1-17 15,-3 0 17-15,3 0 0 16,0 3 19-16,-2 0 47 0,-1 1-66 15,0 7 39-15,-5 1-66 0,3-3 27 16,-3 2-374-16,0-6 155 16,3 4-141-16,-3-1-715 0,0 2 58 15,10 3 26-15</inkml:trace>
  <inkml:trace contextRef="#ctx0" brushRef="#br0" timeOffset="-200697.55">33104 18156 1328 0,'0'0'1050'0,"0"0"-493"16,0 0-233-16,0 0-51 0,0 0-29 15,0 0-188-15,0 0-56 0,0 0-103 16,0 0 103-16,0 0 0 0,-11 11-70 16,24-7 67-16,3 3 3 15,0 2-95-15,5-1 93 0,0 4-1 16,-5 4-20-16,-2 0 23 0,-4 1 0 15,1 0 23-15,-6 1 8 0,0-2-5 16,-2 4-14-16,-3-1 45 16,0-2-57-16,-3 3 32 0,-2-4-13 15,0 4-19-15,-6-1-26 0,3-4 26 16,-2-1 0-16,2-2 16 0,-6-1-3 16,4 3-10-16,-3-6 22 15,-1 1-9-15,6-6-16 0,-2 1 0 16,7-4 72-16,-2 0-72 0,0-6 26 15,-1-4-30-15,1-2 4 0,2-9-135 16,3-4 100-16,11-1-82 0,2 3-57 16,6 1 174-16,2 4-19 0,0 2-45 15,0-1 64-15,0 4 0 0,1-1-17 16,-4 2 17-16,-2 0 0 0,0 0-432 16,-11 3-172-16,1-2-651 0</inkml:trace>
  <inkml:trace contextRef="#ctx0" brushRef="#br0" timeOffset="-200502.29">33000 17895 2310 0,'0'0'284'0,"0"0"-284"15,0 0-207-15,0 0-783 16,0 0-407-16</inkml:trace>
  <inkml:trace contextRef="#ctx0" brushRef="#br0" timeOffset="-199195.69">27589 18712 1101 0,'0'0'569'16,"0"0"-260"-16,0 0-53 15,0 0 51-15,45 14-203 0,-31-14-62 16,-1-3-33-16,3-3 11 0,-3 2-20 15,3-4-5-15,-3 2 5 0,-2-1 13 16,-3 3-3-16,-3-1-4 16,-2 2 10-16,-1-1-9 0,1-1 31 15,-3 3-5-15,0-1-4 0,0 0 9 16,0-1-15-16,0 1-14 0,-3-4 1 16,1 1-10-16,-4-1 0 0,-2 3 0 15,0-1 0-15,3 5-26 0,0 0 26 16,2 0 3-16,-2 2 68 0,0 0 3 15,-3 2-23-15,2-2-41 16,-2 3 18-16,6 0-28 0,-1 1-41 16,1 1 39-16,-1 2 2 0,3 4-70 15,0-1 69-15,5 4-36 0,6-3-269 16,2-1 71-16,3 1-63 0,2-4-479 16,6-3 220-16,-8 0-16 15</inkml:trace>
  <inkml:trace contextRef="#ctx0" brushRef="#br0" timeOffset="-199023.88">27881 18774 130 0,'0'0'845'0,"0"0"-396"16,0 0-71-16,0 0 79 0,5-40-250 15,-5 31-42-15,0 0 28 0,0-1-116 16,0-1-48-16,-3 0-29 0,3 1-16 16,0 2-87-16,0 5-258 0,3-3 154 15,2 1-43-15,6-2-280 0,0 0 78 16,4 3-292-16</inkml:trace>
  <inkml:trace contextRef="#ctx0" brushRef="#br0" timeOffset="-198589.08">28408 18609 1005 0,'0'0'420'16,"0"0"29"-16,0 0-189 0,0 0 18 15,0 0 119-15,0 0-285 0,16 34-51 16,-14-19-45-16,1-1 7 16,2 2-23-16,-2-4-40 0,0-6-1 15,-1 1-133-15,-2-3-317 0,3-1 95 16,0 0-72-16,-1-2-581 0</inkml:trace>
  <inkml:trace contextRef="#ctx0" brushRef="#br0" timeOffset="-197698.23">28516 18531 953 0,'0'0'972'0,"0"0"-709"15,0 0 73-15,0 0-139 0,0 0-43 16,14 39 31-16,-12-20-82 0,1-2-49 15,0 1-47-15,-1-4 24 0,4 3-31 16,-1-5-33-16,0-2 32 16,0-4 1-16,-2 0-71 0,5-2 69 0,0 3-18 15,0-3-96-15,0 0 94 16,-3-4-36-16,0 0-87 0,-2 0 81 16,0-2-58-16,2 0-118 0,-2 1 150 15,-1-1 6-15,1 0 6 16,0 1 75-16,-1-2 3 0,4 1 19 15,-4 1 78-15,4-1 55 0,-4 1 204 16,1 1-205-16,-1 0-61 0,1 0-87 16,-3 0 11-16,3 0-14 0,-1 2-76 15,1 0 75-15,0 0-21 0,5 2-155 16,-3-1 68-16,3-1-27 0,5-2-81 16,0-2 13-16,3-6-59 15,0-2-137-15,0-4 250 0,0 1 114 16,-5-3 36-16,-6 1 46 0,0 2 42 15,-5 1 140-15,0 2-163 0,0 2-36 16,0 2-28-16,-3 3 15 16,3-1 131-16,-2 3 242 0,2 0-78 15,-3 1 40-15,1 0-130 0,-1 0-96 16,0 2-20-16,-2 7 42 0,2 4-8 16,3 6-63-16,0 3-66 0,0 0 31 15,6-5-41-15,4 0-42 0,-2-6 26 16,5-3 16-16,-2-1-117 15,0-4 113-15,-1 1-49 0,3-4-78 16,-5 0 118-16,0-1-111 0,-2-2-135 16,-4 2 211-16,4 0-20 0,-4 0-54 15,1 0 83-15,-1 0 14 0,1 0 21 16,0 0 4-16,-1 0 74 0,4-1 62 16,-1-2-31-16,0 3-31 15,6-3-45-15,2-2 16 0,0 0-23 16,1-3-19-16,4-2 29 0,1-1-32 15,-1-6 4-15,1 3 8 0,-1-6-12 16,-7 5 3-16,-6 3 20 16,-5 5-7-16,0 1-7 0,-2 1 39 0,-9 0 22 15,-2 6 38-15,-3 1-9 16,-3 10-7-16,3 1-7 0,3 6 57 16,0-3-58-16,5 5-65 0,3-1 79 15,5 0-98-15,0-2 25 0,5-1-28 16,3-1 3-16,5-1-117 15,3-3 105-15,0-1-26 0,0-3-198 16,-3-1 189-16,0-2-26 0,-2-3-156 16,-6 0 124-16,1-1-112 0,-4 0-457 15,1 0 149-15,-1-1 8 0,1 0-624 16</inkml:trace>
  <inkml:trace contextRef="#ctx0" brushRef="#br0" timeOffset="-197446.97">28291 18473 2140 0,'0'0'159'0,"0"0"-4"0,0 0-143 15,0 0 4-15,0 0-16 0,0 0-32 16,0 0 16-16,48-31-7 0,-30 28-515 16,1-1-80-16,2 0-466 0</inkml:trace>
  <inkml:trace contextRef="#ctx0" brushRef="#br0" timeOffset="-196782.08">29528 18572 1353 0,'0'0'660'0,"0"0"-149"15,0 0-324-15,0 0-109 0,0 0-14 16,0 0-35-16,0 0-27 0,0 0 37 16,0 0-11-16,-40-28-28 0,24 33-40 15,3 0 39-15,5 0 0 0,0 0-73 16,8-2 73-16,-5-1-32 0,5 1-86 16,0 1 74-16,-3-1-13 0,3 5-27 15,3-3 85-15,5 4 6 16,3-1-6-16,7-3 0 0,3 3 22 15,1-3 14-15,-4 1 5 0,-5-1-41 16,-5 1-14-16,-2-3 14 0,-4 3 2 16,1-1 20-16,-1 4 36 15,-2 1 10-15,0 5 9 0,-7-3-3 16,-7 0-32-16,4-1-36 16,-1-3 26-16,1 0-32 0,-1-3-18 0,0-2 17 15,6 1-78-15,0-2-421 16,2-1-68-16,0-1-86 0</inkml:trace>
  <inkml:trace contextRef="#ctx0" brushRef="#br0" timeOffset="-196431.88">29684 18636 218 0,'0'0'1392'0,"0"0"-980"16,0 0 116-16,0 0-367 0,0 0-80 15,0 0 51-15,0 0 6 0,0 0-23 16,0 0-35-16,-23 17-26 16,20-14-54-16,0-1-82 0,3 0 81 15,-2 3-24-15,2-3-51 0,0 1 76 16,0 3 0-16,0 0 16 0,2 0 0 16,6-4-16-16,5-2-161 0,3 0 65 15,0-3 16-15,-3-2-23 0,-5 3 102 16,-2 0-12-16,-1 1 13 15,-2 1 103-15,2 0 16 0,0 0 105 16,3 0-93-16,0 0-29 0,0 0-19 16,-3 3 21-16,-2 1-104 0,0 2 23 15,-1-2-25-15,1 2 2 0,-3 0-120 16,3 1 72-16,2 0-73 0,-2 0-189 16,-1-1 82-16,3-2-66 15,-2 2-578-15,0-3 149 0</inkml:trace>
  <inkml:trace contextRef="#ctx0" brushRef="#br0" timeOffset="-196254.63">29761 18530 2034 0,'0'0'282'0,"0"0"-56"0,0 0-226 16,0 0-25-16,0 0-114 15,0 0-364-15,0 0-235 0</inkml:trace>
  <inkml:trace contextRef="#ctx0" brushRef="#br0" timeOffset="-195773.09">30198 18579 413 0,'0'0'1285'0,"0"0"-1155"0,0 0 81 16,0 0-210-16,0 0 47 0,0 0 27 16,-37-1-62-16,32 1-13 0,2 1-24 15,-2 0 8-15,2 0-4 0,1 3-12 16,-1-1 0-16,-2-1-11 0,-1 0-28 16,4 4 35-16,-4-2 20 15,6 3 16-15,0-1 1 0,6 3 51 16,4-2 120-16,4-2-84 0,4 2-11 15,3-3-25-15,-5 1-39 0,-3-2 19 16,-2 0 123-16,-8-2-29 0,-1 1 10 16,1 0 60-16,0 0-55 0,-3 0-26 15,2 0-32-15,1 3-7 16,-3 1-25-16,0 1-38 0,-5-1 41 16,-3 1-54-16,-3-1-23 0,3 1 1 15,0-5 22-15,5-1-210 0,1 0 47 16,-1-1-52-16,-2 0-294 15,0 0-23-15,-1 0-2 0,1 0-453 16</inkml:trace>
  <inkml:trace contextRef="#ctx0" brushRef="#br0" timeOffset="-195540.12">30344 18477 1917 0,'0'0'548'16,"0"0"51"-16,0 0-503 0,0 0-39 15,0 0 64-15,0 0-9 0,0 0-77 16,13 47-26-16,-13-26 45 0,0 0-54 16,0-3 29-16,3 1-23 15,2 2-6-15,0-2-22 0,1-1-7 16,-1-1 4-16,0 0-297 0,1 1 47 16,-4-2-147-16,-2-2-526 0,0-6 163 15,0 0 30-15</inkml:trace>
  <inkml:trace contextRef="#ctx0" brushRef="#br0" timeOffset="-194948.07">30373 18698 1232 0,'0'0'306'0,"0"0"149"16,0 0-273-16,42-39 25 0,-28 32-13 16,-1 0-146-16,-3 2-19 15,-2 1 7-15,-2 3 12 0,-6 1-22 16,2 0-13-16,1 0 83 0,-3 0 77 15,3 0 169-15,-3 1-154 0,0 3-56 16,0 0-46-16,0 2 52 0,-3 1-57 16,3-1-74-16,-3 0 56 0,3-1-63 15,0 2-60-15,0 1 60 16,0 2 0-16,6 1-19 0,4-3 19 16,3 0 0-16,6-6 3 0,2-2-3 15,3-1 0-15,-3-3-47 16,-8-1 25-16,-5 2 7 0,-5 1-42 15,0-1 57-15,-3-1 9 0,2 2 13 16,-2 1 22-16,0-2-44 0,0 0-56 16,0-1 53-16,-2 3 3 0,-1-1-101 15,0 1 82-15,1 0 19 0,-1-1-161 16,0 0 113-16,1 1-28 0,-3 0-29 16,5 1 105-16,-3 0 0 0,3 1-8 15,0 4 8-15,5-1 0 16,6 1 13-16,2 0-7 0,6 1-6 15,-6-1 2-15,0-2 4 0,-5-2-6 16,-5-1 16-16,2 0 13 16,-2 0-7-16,-3 0-15 0,5 0 56 15,-3 0-28-15,-2-1-29 0,6 0 61 16,-4-1-48-16,1-1 0 0,0-3 34 16,-3 1-12-16,0-2-31 0,-3-3 34 15,-2-2-44-15,2 0-124 16,0-3 122-16,1-1 1 0,4 1-94 15,6 2 95-15,6-1 0 0,4 4 0 16,1 1 38-16,-6 6-38 0,-2 1-54 16,-6 0 41-16,-2 2-139 0,-1 0-228 15,1 0 126-15,-3 2-139 0,0-1-760 16,0 1-85-16</inkml:trace>
  <inkml:trace contextRef="#ctx0" brushRef="#br0" timeOffset="-194746.77">30127 18538 1752 0,'0'0'548'0,"0"0"-399"16,42-21-56-16,-21 14 20 15,6 1-103-15,-3 0-10 0,2 0-329 16,6 2-129-16,-8 1-134 0</inkml:trace>
  <inkml:trace contextRef="#ctx0" brushRef="#br0" timeOffset="-77751.29">19345 551 658 0,'0'0'449'0,"0"0"124"0,0 0-280 16,0 0-63-16,0 0 103 0,0 0-185 16,0 0-12-16,0 0 45 15,0 0-76-15,-8-31-105 0,8 30 0 16,-3 0 0-16,0 1 26 0,3 7 51 16,-2 4-17-16,2 6-2 0,-3 12-14 15,3 7 23-15,0 7-10 0,0 5-28 16,5-5-7-16,-2-6-22 0,5-9-3 15,0-11 3-15,3 0 0 0,-1-3 9 16,3-5-9-16,1-3 0 0,1-6 16 16,-1-3 29-16,2-5 5 15,-3-6-6-15,3-4 67 0,0-2-36 16,-3-3-56-16,0-2 81 0,0 0-100 16,-2 0 26-16,-3 2-26 0,-3-1 0 15,-2 1-69-15,0-1 15 16,-1 6-125-16,1-3-300 0,-3 6 136 15,0-4-124-15,2 3-767 0,-2 5 497 16</inkml:trace>
  <inkml:trace contextRef="#ctx0" brushRef="#br0" timeOffset="-77486.71">19673 456 691 0,'0'0'313'0,"0"0"26"0,0 0 152 16,0 0-225-16,0 0-20 0,29 34 142 15,-24-9-202-15,-2 8-16 0,-3 4 13 16,0 0-72-16,0 0-60 0,0-6-35 16,-3 0 6-16,3 1-22 15,0-3 13-15,0-2-48 0,3-2 9 16,2-2-312-16,-2-4 114 0,2-4-137 16,-2-7-606-16,0-4 215 0,-3-3-31 0</inkml:trace>
  <inkml:trace contextRef="#ctx0" brushRef="#br0" timeOffset="-77356.72">19647 711 2352 0,'0'0'332'0,"0"0"-161"0,39-14-116 16,-15 5 79-16,-3 5-63 0,0 1-68 15,3 1-3-15,0 2 0 0,0 0-203 16,0 6-58-16,-6 3-156 0,4-3-808 16,-9 1 213-16</inkml:trace>
  <inkml:trace contextRef="#ctx0" brushRef="#br0" timeOffset="-77096.31">19978 846 450 0,'0'0'1321'0,"0"0"-951"16,0 0-82-16,-11-35 116 0,11 15-196 16,0-3-89-16,0 1-30 15,0-1-44-15,0 0-45 0,3-2-20 16,-3-1 20-16,0-2 0 0,2 3-136 16,4-3-5-16,4 0 29 0,3-3-100 15,3 3 166-15,6-1 46 0,1 6 33 16,1 6 60-16,-5 4-29 0,-1 6-64 15,-2 6-28-15,-3 1-30 0,3 6-60 16,-5 3 38-16,0 5-37 0,-1 3-203 16,-5 4-106-16,-2-6-114 15</inkml:trace>
  <inkml:trace contextRef="#ctx0" brushRef="#br0" timeOffset="-76471.11">19956 697 703 0,'0'0'1496'16,"0"0"-1241"-16,0 0-135 0,0 0 15 16,48-34-38-16,-24 26-23 0,0 4-17 15,-3 2-15-15,-2-2-42 0,-1 3-29 16,-2 1 29-16,-3 0 0 0,0 0-26 15,-5 0 25-15,-2 0-53 0,-4 3-158 16,1-1 92-16,0 0-9 0,-3 2-14 16,0 5 137-16,-3 0 6 15,-5 4 29-15,-5 6 7 0,-3-1-4 16,0 3 34-16,3 0 50 0,2-3 78 16,6-2 18-16,2-3-68 15,1 1-48-15,2-3-80 0,5-2 26 16,5 0-42-16,1-2 12 0,2-4 43 15,3-2 8-15,0-2-34 0,3-5 63 16,-1 0-47-16,-2-5-36 0,-3 1 32 16,1 0-41-16,-7-1-119 15,1 1 77-15,-2-2-43 0,-1 1-181 16,0 2 109-16,-2 2-81 0,0 1-276 16,-1 2 248-16,1 2 91 0,0 1 61 15,2-1 68-15,-3 1 46 0,4 1 111 16,-1 0 113-16,0 0 23 0,3 4 99 15,0-1-201-15,0 2 0 0,0 2 44 16,0-3-61-16,-3 3-35 0,3-1-33 16,-2 0 14-16,-1-2-26 15,0 2-45-15,-2-3 60 0,0-2-21 16,-1 2-11-16,-2-2 90 0,3-1-1 16,-3 0 84-16,0 0 10 15,0-3-214-15,0-1-64 0,0-4 62 16,2-3-21-16,1-2-148 0,5-3 124 15,0-2-47-15,0 4-106 0,3 3 178 16,-1 2-22-16,1 5-125 0,2-3 77 16,-2 3-122-16,2-1-347 15,-5 3 14-15,0 0-188 0</inkml:trace>
  <inkml:trace contextRef="#ctx0" brushRef="#br0" timeOffset="-75917.15">20611 700 1124 0,'0'0'696'0,"0"0"-488"16,0 0-33-16,0 0 48 15,0 0-126-15,0 0-16 0,0 0 12 16,-35-6-44-16,19 11 12 0,0 6 93 16,1 1 0-16,4 4 18 0,0-2 35 15,6 1-67-15,2 0-80 0,3 0-48 16,3-3 45-16,2 1-57 0,1-4-23 15,2-3 23-15,5 0 0 0,0-5 10 16,0-1-10-16,1-1 0 0,1-6 15 16,-1-3 17-16,-1-3-32 15,0 1 34-15,0-3-24 0,-2-4-10 16,0 3-72-16,-3-3 57 0,-1 0 15 16,-1 1-76-16,-1-3 76 0,0 0 0 15,-2 4-181-15,0 0 124 16,-3 6-25-16,0 1-136 0,0 8 218 15,0 0 16-15,0 2 23 0,0 0 82 16,-3 0-86-16,3 2 3 0,-3 6 67 16,-2 4 9-16,0 5-63 0,2 6 53 15,0 5-104-15,3-2 10 16,0 0-10-16,0 0 0 0,3-6-19 16,0 0-6-16,2-2-131 0,0-3-251 15,-2-5 119-15,2-2-80 0,1-4-559 16,-4-3 393-16,-2-1-76 0</inkml:trace>
  <inkml:trace contextRef="#ctx0" brushRef="#br0" timeOffset="-75550.15">20809 768 89 0,'0'0'1288'0,"0"0"-788"0,0 0-175 16,0 0 50-16,0 0-243 15,35-3-3-15,-33 13 119 0,4 4-15 16,-6 2-45-16,2-1-71 0,-2-4-25 15,0-5-86-15,0 0 23 0,0-1 5 16,0 0-34-16,0-3 16 0,0 0 9 16,0 0-25-16,0 1-127 15,0-2 108-15,0-1 13 0,6-4-222 16,-1-4 100-16,5-7-25 0,4-2-100 16,4-4 143-16,1 2-51 0,-1 4-278 15,1 3 121-15,-3 4 51 0,-3 4 101 16,0 0 166-16,-2 4 33 0,-6 0 217 15,-2 3-116-15,2 2 15 0,-2 3 143 16,-3 5-66-16,2 0 25 0,-2 3 93 16,-2-2-178-16,-1-1-80 15,-2-4-54-15,2-3 34 0,-2 0-66 16,2-4-95-16,1 0 44 0,-1 1-96 16,-2 1-460-16,-1-3 44 15,4 0-451-15</inkml:trace>
  <inkml:trace contextRef="#ctx0" brushRef="#br0" timeOffset="-74390.77">21148 687 2390 0,'0'0'432'0,"0"0"-188"15,0 0-56-15,0 0 26 0,35 33 45 16,-33-23-82-16,4-2-64 0,-4 1-68 15,1-2 54-15,-3-3-99 0,0 0 47 16,3 0-28-16,-3-1-19 0,0 3 31 16,0-3-9-16,0-1-22 15,0 0-75-15,0 0 60 0,0-2-1 16,0 0-148-16,0-1 152 0,2-4-117 16,1 0-212-16,0-3 224 15,-1 0-27-15,1 3-76 0,2-1 187 16,-2 2 14-16,2-2-6 0,0 3 25 15,-2 0 77-15,2 2 35 0,1 1 6 16,-1 2 25-16,0 6 51 0,-2 4-52 16,2 4-48-16,3 0-84 15,-3 2 68-15,-2-7-78 0,2-1 32 16,-2-6-29-16,2-1-3 0,1 1-57 16,4-2 32-16,3-2 25 0,3 0-189 15,3-3 126-15,-3-5-54 0,0-3-195 16,-3 3 133-16,3-1-114 0,-6-3-444 15,6 2 386-15,-5-1 61 0,-3 0 189 16,0 4 101-16,0 3 157 0,-6-1 90 16,1 4-29-16,-3 0 64 15,0 1 180-15,3 0-243 0,-3 0-71 16,0 6 245-16,0 0-107 0,0 10-69 16,-3 1 47-16,3 7-74 15,0 2-116-15,3-2-55 0,-1-1 86 16,4-1-105-16,-1-1 59 0,-2 0-53 15,-1 1-6-15,1 1 31 0,-3-1 3 16,-3-1-34-16,-5 2 55 0,-5-1-12 16,0 1-43-16,-6-3-3 15,1-1-18-15,-4-4 21 0,4-3-148 16,-1-4 123-16,3-4 25 0,3-4-80 16,0 0 80-16,2-5 0 0,1-4-152 15,2-4 152-15,3-3-68 0,-1-5-177 16,6 1 217-16,3 0-54 0,8-3-97 15,2 1 179-15,3 0 0 0,5 1 19 16,3-1 6-16,2 2-3 0,3 2-9 16,0-1 56-16,1 1-22 15,1 1-22-15,-4 2 108 0,-1-1-80 16,-4 3-19-16,-1 0-3 0,-3 1-31 16,-5 2 19-16,1 0-16 0,-6 3-3 15,-3 2 16-15,-5 1-16 16,3 1 0-16,-3-1-28 0,0 1 12 15,0 0-34-15,-6-2-110 0,1 2 147 16,-3 1-12-16,-5 2-57 16,-3 4 82-16,3 9 47 0,-1 5-25 15,4 1 105-15,2-1-27 0,5 2-50 16,3-4 68-16,0 2-118 0,3-3 28 16,5-2-28-16,0-2 0 0,5 3 15 15,-2-7-9-15,2-1-6 0,-3-3-9 16,4-3-19-16,-1 0 28 0,0-5-193 15,-2-3 165-15,-1-2-70 0,1-3-156 16,0 0 232-16,-3-4-45 0,2 5-107 16,-2-4 155-16,-3 0-22 15,6 3-121-15,0 2 75 0,-4 2-47 16,4 6 35-16,0 1 99 0,-1 1 73 16,1 1 90-16,-1 2 16 15,6 2 8-15,-2 4 79 0,-1 0-21 16,0 1-51-16,0-3-24 0,-2 0 47 15,-3-1-116-15,-3 0-64 0,0-2 18 16,-2-1-55-16,0 0 34 16,-1-2-13-16,1 3-21 0,0 0 49 0,-1-2 37 15,1-1-4-15,-3 0-79 16,3-5 147-16,-1-3-150 0,1-4 39 16,2-5-39-16,1-4 0 0,-1 0-237 15,-3-2 191-15,4 2-113 0,-4 1-363 16,-2-4 153-16,0 8-358 0,0-4-2369 0</inkml:trace>
  <inkml:trace contextRef="#ctx0" brushRef="#br0" timeOffset="-74222.15">22022 548 1140 0,'0'0'1148'16,"0"0"-1148"-16,0 0-116 0,0 0-82 16,0 0-238-16,32 4-694 15</inkml:trace>
  <inkml:trace contextRef="#ctx0" brushRef="#br0" timeOffset="-73989.27">22274 813 4226 0,'0'0'513'16,"0"0"-513"-16,0 0-101 0,0 0 101 15,0 0 92-15,0 0-46 0,0 0-46 16,0 0-73-16,0 0-658 0,16-24 47 16,-16 23-992-16</inkml:trace>
  <inkml:trace contextRef="#ctx0" brushRef="#br0" timeOffset="-73190.91">18857 1233 2624 0,'0'0'405'0,"0"0"-166"16,0 0-239-16,0 0 0 0,0 0 3 15,0 0 122-15,56-29-39 0,-19 21-29 16,5 0 34-16,3 2-37 16,3 0-38-16,8 4 85 0,2-1-51 15,11-2-34-15,5 3 50 0,5-1-66 16,9 0 35-16,7-1-14 0,3 2-21 16,8-1 35-16,8 0-19 15,8-1-16-15,8-2 32 0,7-1-16 16,12-4-16-16,10 0 18 0,5-1-11 15,8-1 27-15,0 3 10 0,3 0 133 16,-6 3-81-16,-2 2-81 0,-11 2 63 16,-5 3-78-16,-15 0-34 15,-12-1-13-15,-5 1-12 0,-16 0-412 16,-5 0 203-16,-13-2-126 0,-24-2-797 16,-11 1-518-16</inkml:trace>
  <inkml:trace contextRef="#ctx0" brushRef="#br0" timeOffset="-72223.14">20759 1272 969 0,'0'0'1511'0,"0"0"-1304"16,0 0-63-16,0 0-9 0,0 0 0 15,0 0-30-15,0 0 45 16,0 0-48-16,0 0-102 0,0 0-178 16,-11-27 108-16,11 42 70 0,0 10 108 15,3 6-9-15,0 6-36 0,-3 3-43 16,-3 4 103-16,0 3 29 0,-5 6-92 15,3 0 12-15,-3-1-72 0,0 3 31 16,0-3-6-16,-2-4-25 16,2-5-44-16,2-5 29 0,1-6-26 15,2-7-60-15,1-1 99 0,-1-8 2 16,3-3-98-16,0-7 85 0,0-1 10 16,0-5-32-16,5 1 35 15,1-1 51-15,7-1-22 0,8-5 65 16,8-5-28-16,0 3 22 0,1 0 51 15,-4 2-126-15,1 1 27 0,2 3-40 16,0 0 0-16,0 1-112 0,-3 1 62 16,4 0-142-16,-7 2-466 15,-7 1-5-15,0 0-693 0</inkml:trace>
  <inkml:trace contextRef="#ctx0" brushRef="#br0" timeOffset="-71444.48">21342 1684 198 0,'0'0'1148'0,"0"0"-914"0,0 0 130 16,0 0-253-16,0 0-17 0,0 0-74 15,0 0-20-15,0 0 0 0,0 0 143 16,-6 45 54-16,6-14 16 0,0 3 28 15,0 1-122-15,3 2-36 0,0-4 26 16,-1-3-36-16,4-7-73 16,-1-4 13-16,3-5-13 0,0-6 0 15,2-4 12-15,1-5-2 0,5-5 34 16,0-6 77-16,2-7 91 0,3-5-30 16,-2-3-52-16,0-1 10 15,-4-1-96-15,-1 0-19 0,-4 2 52 16,-4 2-77-16,1 0 53 0,-4 0-28 15,0 1-25-15,-3 0-236 0,2 5 142 16,-2 2-88-16,0 5-365 16,3 4 259-16,-3 6 6 0,0 2-141 0,3 0 31 15,-1 5-115-15,4 7-47 16,-1 10 300-16,0-3-33 0</inkml:trace>
  <inkml:trace contextRef="#ctx0" brushRef="#br0" timeOffset="-70807.65">21591 1928 1340 0,'0'0'146'15,"0"0"-146"-15,0 0 23 0,0 0-23 16,0 0 71-16,0 0-18 0,0 0-53 15,0 0 0-15,0 0 3 0,0 0 88 16,8-18 19-16,-6 15 69 0,1-1-118 16,-1 1-35-16,4-1 36 15,-4-1 3-15,4-1 35 0,-4 1 68 0,4 1-74 16,-4-3-17-16,4 3 40 16,-4-3-36-16,1 4-30 0,0 0-9 15,-1 1 25-15,-2-2-6 0,0 4 35 16,0 0 26-16,0 0-49 0,0 0-54 15,0 0 41-15,0 0-60 0,0 0 13 16,0 0-4-16,0 0-9 16,0 0 23-16,0 0-14 0,0 3-9 15,0 0 2-15,0 1 8 0,0 0 44 16,0 3-35-16,5-4-3 0,-2 3-10 16,5-3 13-16,0-2 57 15,3-1-10-15,2 0-31 0,3-7 78 16,0-1-44-16,-3-2-66 0,-3 2 79 15,-4 3-78-15,-4 1 33 0,1-1 22 16,-3-1-59-16,3-1 25 0,-3-1-25 16,-3 2 0-16,-2-1-110 15,-3 1 98-15,-3 2 12 0,1 4-114 16,-4 0 101-16,1 4 13 0,5 1-153 16,-2 5 152-16,-1 1 1 0,3 0 0 15,0 4 66-15,0-2-22 0,3 2-37 16,5-1 99-16,0-1-106 0,0-2 76 15,3 0-76-15,4 1 0 0,4-3-18 16,0-1 18-16,2 1 0 16,3-4 25-16,2 0-25 0,1-2 0 15,-1-2-114-15,4-1 57 0,-7 0-68 16,1 0-242-16,0-4 163 0,-2-1-62 16,-4-2-259-16,-2-1 172 15,0-1-219-15,-3 2-659 0</inkml:trace>
  <inkml:trace contextRef="#ctx0" brushRef="#br0" timeOffset="-70522.29">21879 1868 903 0,'0'0'762'0,"0"0"75"15,0 0-596-15,0 0-121 0,0 0-21 16,0 0 74-16,0 0 54 0,0 0 55 16,0 0-124-16,0 0-111 0,21 38-18 15,-13-32 15-15,-2-1-32 0,-1-1 7 16,0-2 50-16,1-1-21 0,2-1-48 15,-1 0 137-15,1-3-78 0,0-1-31 16,0-2 31-16,0 0-59 16,0 0-28-16,-3-2 28 0,1 4 0 15,-1-1-76-15,-2 2 76 0,-3 1 0 16,0 2-94-16,0 0 92 0,0 0-82 16,2 3-149-16,-2 2 233 15,3 1 0-15,2 2-81 0,3 0 65 16,3 1-123-16,5 1-268 0,2-1 86 15,1-3-124-15,-1-3-694 0,-4-2 69 16</inkml:trace>
  <inkml:trace contextRef="#ctx0" brushRef="#br0" timeOffset="-69090.1">22226 1867 1833 0,'0'0'308'0,"0"0"-16"0,0 0 101 16,0 0-117-16,0 0-1 0,0 0-60 15,-42-10-82-15,34 17-26 0,0 1-22 16,3 3 38-16,-1 5-63 16,4-2-47-16,2-4 40 0,0 0-53 15,5-6-53-15,0 1 53 0,6-1 0 16,10-2 3-16,0-2 28 0,6-3-22 16,-6-6 32-16,0-4-13 0,0 1-28 15,0-3-148-15,1-1 136 16,-6 1-52-16,-1-1-128 0,-4 2 158 15,-3-2-51-15,-3 2-121 0,-2-2 187 16,-3 2-39-16,-8 2-226 16,0 1 79-16,0 3 3 0,-2 5-44 15,-4 1 246-15,1 2 84 0,2 6 148 16,-2 4-61-16,3 1-5 0,2 5 80 16,2-1-49-16,1 3-32 0,2-2-30 15,3-1 3-15,0 1-94 0,8-1-24 16,0-2 42-16,6-1-62 0,4-5 3 15,1-2 41-15,4-1-44 0,-1-3 19 16,1-1 21-16,1-1-40 16,0-5 13-16,-3-1-54 0,-2 0 41 15,-3-1-276-15,-3 0 185 0,-5 2-29 16,0-1-146-16,-5 2 215 0,-3-1-28 16,0 1-180-16,0-1 121 15,-3 1-16-15,-2-1 147 0,-3 5 7 16,-3-1 87-16,3 2 48 0,0 2-1 15,0 5-31-15,0 4 78 0,0 4 10 16,3 1-33-16,5 1-57 16,0-2-1-16,8 0-69 0,0-1 1 0,5-2 16 15,0-4-48-15,9 0 34 16,-1-6-28-16,3 0-6 0,-1-3 47 16,7-5-6-16,-1-4-41 0,-3-3-63 15,3 0 60-15,-5-4 3 0,0 3-129 16,-5-2 110-16,-4 2-40 0,-4-3-187 15,-3 1 221-15,-3-2-13 0,-2 0-108 16,-3-1 104-16,-3-2-123 16,-2 2-335-16,-3 5 154 0,3 3 107 15,-1 6 239-15,1 3 236 0,0 2 42 16,2 0 120-16,-5 2-222 0,-2 9-14 16,2 6 114-16,0 2-65 0,2 3-82 15,4-2-97-15,2-2 99 16,5 1-118-16,0-3 40 0,6 1-50 15,2-4-3-15,3-1-9 0,5-4 9 16,3-2 0-16,-3-3 28 16,6-3 7-16,-3-3-35 0,-3-2 34 15,0 0-6-15,-5-1-28 0,-3 0-199 16,-2 2 180-16,-6-1-19 0,0 1-2 16,-2 2 40-16,2-2 0 0,-2 2-19 15,0 0 19-15,-1 2 22 0,1 0-16 16,-3 0 91-16,0 0-88 0,0 1 29 15,0 2 21-15,3 2-53 0,-3 0 41 16,5 0-10-16,0-1-37 16,0 2 25-16,1-2-19 0,2-2-6 15,0 1-72-15,-3-2 41 0,0-1-99 16,-2 0-181-16,-3 0 257 0,0-4-15 16,-3-2-194-16,-5-4 187 15,-2-5 19-15,-4-2 57 0,4 2-13 16,2 1 13-16,5 5-19 0,1 2 19 15,4 1 29-15,9 0-4 0,7 0 1 16,1 2 69-16,7 2 89 16,-2 2 49-16,3 3-76 0,-1 5-107 15,1 1 56-15,-3-2-47 0,-1 2-40 16,-1 0 56-16,-7 0-75 0,-1-2-4 16,-6-1 4-16,-3-2 0 0,-5 0-27 15,3 2 27-15,-3-1 0 0,0 1 15 16,-6 3 35-16,-4 1 52 0,-6 1-93 15,-3 0 114-15,3 0-95 0,6-4 3 16,-1-4 61-16,6 0-92 16,2-1 40-16,1 0-40 0,-1-1 0 15,0-1 25-15,3 0-26 0,0 0 1 16,6 0-190-16,-1-1 189 0,8-2-32 16,3 0-35-16,3 2 65 15,-1 0 3-15,-2 2-71 0,-3 4 70 16,1 2 1-16,-4 4-3 0,3 1 3 15,-5 3 28-15,3 0 3 0,-3 5 43 16,-3-2-74-16,0 4 49 0,-2-2 19 16,0 1-65-16,-3 0 52 15,0 0 10-15,-3-3-65 0,-2 1 42 16,-1-3 1-16,-4 1-43 0,-1-3 49 16,-2 0 22-16,0-3-71 0,2-2 61 15,1-4-13-15,-1-1-48 0,0-4 58 16,1 0 6-16,-1-5-64 0,1-6 58 15,-1 0-59-15,0-5 1 0,1 2-262 16,2-6 241-16,3 0-105 16,5-5-459-16,2 1 132 0,6 1-257 15,3 8-1134-15</inkml:trace>
  <inkml:trace contextRef="#ctx0" brushRef="#br0" timeOffset="-68542.28">24085 1845 1186 0,'0'0'585'0,"0"0"122"15,0 0-410-15,0 0-21 0,0 0 123 16,0 0-136-16,0 0-52 0,0 0-38 15,0 0-5-15,0 0-96 0,16-23-50 16,-16 25 36-16,0 7-17 16,0 4-4-16,0 3 166 0,0 2-135 15,0 0-22-15,0-4 0 0,0 0-46 16,0-3-64-16,0-1 21 0,3-4 24 16,-3-1-292-16,5-3 211 0,-2 1-99 15,0-2-483-15,2-1 116 16,-2-2-189-16,-1-2-1134 0</inkml:trace>
  <inkml:trace contextRef="#ctx0" brushRef="#br0" timeOffset="-68358.28">24146 1710 1007 0,'0'0'1116'0,"0"0"-779"15,0 0-318-15,0 0-19 0,0 0 0 16,0 0 13-16,0 0-13 0,0 0-7 15,0 0-70-15,0 0-111 0,19-27-367 16,-14 27 148-16,0 2 0 16,-2 0-431-16</inkml:trace>
  <inkml:trace contextRef="#ctx0" brushRef="#br0" timeOffset="-68151.14">24319 1624 2033 0,'0'0'428'0,"0"0"-29"0,0 0-219 16,0 0-1-16,0 0 28 0,0 0-76 16,0 0-21-16,0 0-65 15,0 0 33-15,0 0-30 0,23 16-4 16,-20 7 161-16,2 4-49 0,-5 1-119 16,0-3 50-16,3 1-87 0,-3 0-44 15,3-2 20-15,-1-1-26 0,-2-3-270 16,0 2 216-16,0-4-101 0,-2-2-516 15,-1-6 24-15,0-4-464 0</inkml:trace>
  <inkml:trace contextRef="#ctx0" brushRef="#br0" timeOffset="-66970.63">24393 1865 1425 0,'0'0'355'16,"34"-20"135"-16,-13 10-261 0,-5 2-16 15,0 2-7-15,-3-2-97 16,1 2-45-16,-4-1-12 0,-2 3 31 15,-5 1-42-15,-1 0-38 0,1 2 58 16,-3 1-7-16,0-1 35 0,-3 1 54 16,-2 0-102-16,-8 1-25 15,0 4 44-15,-3 1 3 0,2 6 53 16,4-2 61-16,2 4-137 0,0 1 13 16,5 0-43-16,3-2-10 0,0-1-110 15,8-1 92-15,3-1-62 0,2-1-89 16,6-2 106-16,-1-2-99 0,3-3-220 15,-2-1 125-15,-1-1-161 0,1 0-708 16,-3-2 439-16,-3-2 230 16,0 2 379-16,-2-2 78 0,-3 3 323 15,-3 0 459-15,-2 0-340 0,2-1-23 16,-2 0 176-16,2 1-245 0,-2-2-69 16,-1 0-8-16,1-1-68 15,2 0-55-15,1-3-39 0,-1-3 29 16,0-2-140-16,3-4 47 0,3 4-47 15,-3-2 0-15,2-1-63 0,-2 3 48 16,3-3 15-16,2 3-172 0,0 1 124 16,3 3-40-16,0 3-108 15,0 1 194-15,0 0-12 0,2 3-39 16,-2 1 49-16,0 0 4 0,0 3-79 16,-5-1 77-16,-1 2 2 0,-4-2-73 15,-4-1 70-15,1 1-13 0,-3-1-70 16,0 1 86-16,0 1 4 0,-3-1 75 15,-2 2 95-15,-8 4-22 0,-1 0-4 16,-1 2 34-16,-1 0-38 16,5-1-39-16,3-4 78 0,3 1-106 15,2-2-43-15,1 1 15 0,-1 1-49 16,0-1-83-16,3 0 61 0,3-1 22 16,2-2-111-16,3 1 111 15,5-1 0-15,-2 0-126 0,0-2 124 16,-6 1-61-16,-2 0-90 0,-1 0 138 15,3 0 15-15,1 1-75 0,-1 4 75 16,0-2 0-16,-2 1 19 16,2 0 15-16,3 2-6 0,3-1-12 15,7-1 65-15,1-2-13 0,5-3-55 16,0-2 39-16,-1-5-52 0,1-2-146 16,-3 0 115-16,-2-1 31 0,-6-2-154 15,-2 1 151-15,-1-1-104 0,-4-3-224 16,-1 2 271-16,-2-2-32 0,-3 4-352 15,0 2 55-15,0 2 69 0,2 4 320 16,-2 1 204-16,0 0-26 16,0 0-5-16,3 2-112 0,2 4-9 15,6 4 213-15,7 5-16 0,-2 1-31 16,5 0-22-16,-5 2-52 0,-2-4-52 16,-4 0-74-16,1 1 51 15,-3-3-69-15,-6 0 0 0,1 1-1 16,-3-1 1-16,-5 0-120 0,-6 1 118 15,-2-3-8-15,0 0-70 0,-1-4 79 16,4-1 1-16,2-2-130 16,3-1 129-16,-1 0-42 0,4-1-137 15,-1-3 123-15,0-4-48 0,6-5-172 16,5-2 140-16,5 0-30 0,3-1-158 16,3 2 50-16,-1-2-75 0,6 2-63 15,-5 1 299-15,2 2 114 0,-5 4 0 16,0 1 43-16,-3 5 38 0,-5 1 46 15,-3 0-69-15,0 1 88 0,1 6 367 16,2 3-184-16,-1 7-24 16,-1 4 110-16,-4 3-149 0,4 0-21 15,-6 0-22-15,0 2 45 0,0-1-71 16,0 2-92-16,-3 1 45 0,0 0-150 16,1 2 52-16,-1-3-36 15,0-2-16-15,1-5 0 0,-1-3-4 16,3-4 4-16,-2-7-177 0,-1 0 152 15,3-4-6-15,-3-2-218 0,3 1 249 16,-5-1-72-16,2-2-276 16,-2-5 115-16,2-6-160 0,1-8-546 15,2-2 252-15,0 3-320 0</inkml:trace>
  <inkml:trace contextRef="#ctx0" brushRef="#br0" timeOffset="-66117.82">25682 1846 2067 0,'0'0'214'0,"0"0"5"15,0 0 287-15,0 0-189 0,0 0-73 16,0 0-127-16,-39-16 85 0,26 19-7 16,2 2-26-16,6 0-26 15,-1-2-125-15,4 3 32 0,-1-1-28 16,3 2-22-16,-3-1-22 0,3 0 22 15,6 0 0-15,-1-1-44 0,8-3 44 16,-2-1 0-16,2-1-71 0,0-2 53 16,-2-3-7-16,-3 0-122 0,0 2 146 15,-3-2 1-15,0 2 0 16,1-3 6-16,2 1-6 0,0-1 32 16,2 1-11-16,-2 2 76 0,-3 1 15 15,1 0 70-15,-4 2-157 0,4 0 49 16,-4 0-74-16,4 2 0 0,-1 1-3 15,3 0 3-15,2 2 0 0,4-1 39 16,2-2-26-16,-3-2-13 16,3-1-154-16,0 0 135 0,-1-3-89 15,-1-1-215-15,-1 1 184 0,0-2-27 16,0 1-185-16,-5 1 61 0,-2 1-104 16,-1 2-265-16,-2 0 487 15,2 1 172-15,-2 0 272 0,-1 1 0 16,1 5 37-16,0 0 169 0,2 4-186 15,3 1-62-15,2 2-10 0,1-4-44 16,5-1-67-16,0-4-72 0,0-3 102 16,2-1-80-16,1 0-40 15,-3-4 64-15,-1-1-83 0,-1-2-164 16,-4 1 124-16,1-3-68 0,-6 1-243 16,-2-1 245-16,-3-3-77 0,0 2-332 15,-3 1 198-15,-2 3-63 0,2 0-177 16,-2 2 385-16,0 1 172 0,-1 0 110 15,1 3 72-15,0 0 32 0,-1 4 206 16,1 2-137-16,0 5-27 16,2 1 141-16,3 3-148 0,3-2-50 15,2-2-106-15,6 0 29 0,-3-2-88 16,5-1-12-16,-2-1 64 0,4-2-86 16,-1-1 10-16,-1-2-23 0,3-1 13 15,-3 0-217-15,0-1 216 16,-2 0-24-16,2 0-47 0,-2 0 72 15,-3-1 0-15,0 0 22 0,-3 0 9 16,0 0-31-16,-2 1 28 0,2-1 32 16,0-1-60-16,1 1 34 15,-4-2 53-15,1-1-87 0,0-3-31 16,-3-2 27-16,0-3-61 0,0-8-124 16,0 2 188-16,0 0-32 0,0 1-163 15,5 4 155-15,8 1-9 0,6 4-152 16,2 2 186-16,3 3-9 0,2 2 2 15,3 1 23-15,-2 0 7 0,-3 3 21 16,-3 1-56-16,0 0 25 16,-8-1-460-16,-2-1-97 0,-6 0-205 15</inkml:trace>
  <inkml:trace contextRef="#ctx0" brushRef="#br0" timeOffset="-65902.2">25791 1535 3588 0,'0'0'117'0,"45"-7"-117"0,-18 7 0 16,-6 0 26-16,0 0-26 0,-3 0-371 15,-4 1-360-15,-6-1-1260 0</inkml:trace>
  <inkml:trace contextRef="#ctx0" brushRef="#br0" timeOffset="-64801.34">26874 1880 2295 0,'0'0'155'0,"0"0"87"0,0 0-36 15,0 0-78-15,0 0-3 0,0 0-71 16,0 0 7-16,0 0-23 16,43-25 20-16,-17 25 21 0,6 2-79 15,-3 2-9-15,6 2 9 0,2-1 0 16,0-1-194-16,2-3 28 16,1 0-110-16,-3-1-662 0,-10-1-80 15</inkml:trace>
  <inkml:trace contextRef="#ctx0" brushRef="#br0" timeOffset="-64321.05">27574 1438 1186 0,'0'0'692'16,"0"0"-393"-16,0 0-131 16,0 0-19-16,0 0-149 0,0 0 0 15,0 0 10-15,0 0 116 0,0 58 15 16,0-28 23-16,0 1-45 16,0-3-93-16,0 1 6 0,2-2 0 15,1 1-20-15,-1-5 11 0,1-2-10 16,0-5-13-16,-1-2 3 0,1-5 22 15,-3-5-25-15,3-1-29 0,-1-2 29 16,4-1 2-16,2 0 46 0,5-6 85 16,5-4-98-16,1-3-12 0,-3 2-15 15,0-1-8-15,0 1-108 16,-3 1 79-16,-3 4-34 0,-2-1-101 16,-5 3 148-16,2 2-6 0,-2 1-50 15,-3-1 70-15,0 2-12 0,0 3-47 16,0 4 61-16,-5 9 52 0,-3 4 95 15,-6 5-32-15,4 2-48 0,-3-3-67 16,5-3 38-16,2 0-38 16,4-1-77-16,2 0 74 0,2-5-90 15,6-2-453-15,3-3-1 0,0-6-159 16,-1-3-630-16</inkml:trace>
  <inkml:trace contextRef="#ctx0" brushRef="#br0" timeOffset="-63980.46">27934 1750 127 0,'0'0'1358'0,"0"0"-760"15,0 0-284-15,0 0-114 0,-40 8 77 16,21 4-126-16,4 3 6 0,4 0 57 16,3-3-100-16,8 0-114 0,0 0-54 15,0-3 35-15,11-1 3 0,4-3 16 16,4-1 45-16,5-4 31 0,0 0-22 15,0-5 28-15,-1-2-82 0,-1-2 35 16,-4-1-16-16,1 1-19 16,-9 0 25-16,3-3-25 0,-5 3 0 15,-2-1 12-15,-1-3-12 0,-5 3 0 16,0-1-122-16,0-1 81 16,0 4-22-16,-5 2-13 0,2 3 60 15,0 2 13-15,-2-2-115 0,2 2 35 16,1 1-51-16,-1 0-239 0,3 0 86 15,0 3-59-15,0 0-223 0,5 2 257 16,3 0-47-16,-2 0-153 0,2 1 209 16</inkml:trace>
  <inkml:trace contextRef="#ctx0" brushRef="#br0" timeOffset="-63542.39">28154 1805 273 0,'0'0'264'0,"0"0"91"16,21 38-156-16,-13-28 29 0,-3-1-10 15,-2-2-91-15,2-1-49 0,-2-3 10 16,2 2-40-16,5 0 14 0,4-3 35 15,-4-2-32-15,4 0 13 0,-1-7-3 16,-3 1-30-16,1-3-13 16,-3-3 14-16,0 2-27 0,0-1-18 15,0-2-1-15,0 2-3 0,-6-1-13 16,4 3 16-16,-1 4 25 16,-5-1 0-16,5 4 98 0,-5-1 55 15,3-1 85-15,-3 3 194 0,0 1-286 16,0 0-171-16,0 3-120 0,0 1 76 15,3 3 44-15,-1-1 10 0,1 3 37 16,-1-1-47-16,1-1 19 0,0 0 0 16,2-1-15-16,0-2 24 15,1 1 1-15,2-4-29 0,-3 1 0 16,3-2-4-16,2-2-30 0,-2-1-125 16,0-3 127-16,0 0-28 0,0 0-122 15,0-1 92-15,0-1-58 0,-3 1 58 16,3 0 71-16,-2 0-49 0,2 3-65 15,-6-1 132-15,1 2 1 0,0 3 47 16,-3 0 102-16,0 0-43 16,0 7-87-16,0 3 58 0,0 3 29 15,0 3 38-15,0 1-14 0,0-2-92 16,2-3-25-16,1-2 19 0,-1-3-32 16,-2-2-42-16,6-1 38 15,-1 0-56-15,0-1-324 0,3 0 33 16,0-3-309-16,-2 0-936 0</inkml:trace>
  <inkml:trace contextRef="#ctx0" brushRef="#br0" timeOffset="-63134.19">28710 1741 1515 0,'0'0'725'0,"0"0"-415"0,0 0-43 15,0 0 3-15,-8 36-62 0,5-27-113 16,3-2-37-16,0-1-58 16,0 1-4-16,3-1 4 0,2 1 0 15,-2-3 20-15,-1-1 30 0,4-1-2 16,-1-1-13-16,3-1 53 16,0 0-88-16,2-3-57 0,4-3 19 0,-1-3-50 15,-2-1-103-15,-1 3 146 16,-5 1-16-16,3 1-92 0,-5 0 95 15,5 0-16-15,-3-2 29 0,1 4 45 16,-4-1 36-16,1 3 21 16,2 1 46-16,-5 0-13 0,0 2-58 15,0 5 67-15,0 5 12 0,0 2 26 16,0-1-30-16,3 0-107 0,-1-3 32 16,4 1-32-16,-1-5 0 0,0 0-69 15,1-2 44-15,-4-2-60 0,4 1-266 16,-1 0 101-16,0-1-175 0,0-2-777 15,-2 0-70-15</inkml:trace>
  <inkml:trace contextRef="#ctx0" brushRef="#br0" timeOffset="-62547.04">28945 1823 2270 0,'0'0'291'16,"0"0"-194"-16,0 0-14 0,0 0 120 16,0 0-72-16,0 0-95 15,0 0 24-15,32-37-12 0,-16 27-38 16,-3-1 41-16,1 1-51 0,-4 6 10 16,-2-2-10-16,-3 4 0 0,-2-2-41 15,2 2 41-15,1 0 0 0,-1-1 1 16,-2 3-3-16,-1 0 2 0,1 0-80 15,0 6 80-15,-1 4 19 0,-2 3 20 16,0 4 63-16,0 1-13 16,0-2-29-16,0-2 16 0,3-1-76 15,0-1 23-15,-1-2-21 0,6 2-2 16,-3-3-191-16,1-4 29 16,-1-1-120-16,-2-2-707 0,2 0-192 15,0-2 408-15</inkml:trace>
  <inkml:trace contextRef="#ctx0" brushRef="#br0" timeOffset="-62213.51">29245 1830 2400 0,'0'0'628'15,"0"0"-570"-15,47-10 124 0,-25 3 95 16,-4 1-131-16,3-2-71 0,-5 2-12 15,0 1 25-15,-5-1-88 0,-3 2 10 16,-6 1-10-16,1-2 0 16,0 0 0-16,-1 0-22 0,-2 0 22 15,0 0-125-15,-8 0 124 0,-5 4-42 16,-3 1-77-16,0 3 120 16,0 3 0-16,3 1 3 0,0 2 126 15,2 3-28-15,3 0-66 0,3 1 25 16,5 0-60-16,0 1-62 0,8-2 59 15,3 0 3-15,2 0-44 0,3-2 6 16,2-1 38-16,1-1-380 0,-1-3 122 16,1-1-160-16,-1-2-342 0,-7-1 64 15,2-1-125-15</inkml:trace>
  <inkml:trace contextRef="#ctx0" brushRef="#br0" timeOffset="-62063.36">29547 1879 2120 0,'0'0'495'0,"0"0"-267"0,13-37 102 15,-10 21-62-15,2 1-58 0,0-3 4 16,0 1-82-16,3 1-132 16,0 3-28-16,6 1 6 0,1 5-7 15,4 1-169-15,0 4 173 0,2 2-140 16,3 1-557-16,-6 2-249 0,1-2-366 16</inkml:trace>
  <inkml:trace contextRef="#ctx0" brushRef="#br0" timeOffset="-61625.08">30362 1727 2463 0,'0'0'547'16,"0"0"-508"-16,-21 34-20 0,13-17 67 16,6-1 29-16,2-1-115 0,0-2-9 15,2 0 9-15,4-2 0 0,-1-2-6 16,3-4 5-16,-6 0-183 0,4-4-389 15,2-1 110-15,2 0-112 16,1-5-582-16</inkml:trace>
  <inkml:trace contextRef="#ctx0" brushRef="#br0" timeOffset="-60807.59">30524 1600 2110 0,'0'0'411'0,"-13"41"-98"0,7-15-73 15,1-6-77-15,5 0-61 0,0-1-44 16,0 0-1-16,0-1-57 0,5-4 22 16,3-2 13-16,-2-2-22 0,-1-3 3 15,0-3 34-15,3-2-40 0,0-1 31 16,5-1-57-16,3 0 16 0,-2-1-276 15,-7-2 113-15,-1-1-29 16,-1-2-97-16,0 1 205 0,1-1 0 16,2-1-52-16,-3 2 136 0,-2 3 56 15,-1-2 183-15,1 3-33 0,-3 1-20 16,0 0-7-16,0 5-90 0,0 0 4 16,0 6 53-16,2-1-14 15,4 0-62-15,-4-4-55 0,1-2 83 16,5 0-38-16,3 3-57 0,4-3 101 15,4-4-69-15,0-1-10 16,-1-6 12-16,-5 0-37 0,1-3-210 0,-4-2 141 16,1 0-44-16,-1-2-162 15,-4-3 195-15,-1 3-44 0,0-5-234 16,1 0 171-16,-4 0-61 0,1-1-328 16,0 1 189-16,-1 4-53 0,-2 3 440 15,3 4 31-15,-3 4 372 0,0 2 325 16,2 2-366-16,-2 0-5 0,0 0-98 15,0 4-256-15,-2 11 106 16,-3 4 160-16,2 6-35 0,-2 2-90 16,2-3-55-16,3-5 36 0,0-1-91 15,3 1 3-15,2-5 13 0,3-2-50 16,2-1 34-16,6-3 22 16,0-5-7-16,3-2-30 0,-1-1 89 15,1-1-108-15,-3-2 59 0,0-3-35 16,-6-1-24-16,3-1 13 0,-5-1-13 15,0-1 0-15,0-2-156 0,-2 1 153 16,-4 0-86-16,-2-1-175 0,0 4 217 16,0 2-44-16,-2 2 46 0,-1 0 45 15,-2 3 0-15,2-1-94 16,-5 2 82-16,-3 2 9 0,-2 7 3 16,3 1 119-16,2 5-31 0,0 1-69 15,8 0 106-15,0-2-103 0,2 4 15 16,9-2 50-16,2 1 3 0,11-1-75 15,0-1 105-15,5-2-120 16,0-1 59-16,3-4-37 0,-3-2-22 16,0-3-111-16,-2-1 110 0,-6-1-92 15,-3-1-286-15,-7 0 212 0,-3-3-126 16,-5 2-566-16,2-3 271 0,-5 0-94 16</inkml:trace>
  <inkml:trace contextRef="#ctx0" brushRef="#br0" timeOffset="-60618.37">30341 1461 2478 0,'0'0'560'16,"0"0"-560"-16,0 0-71 0,0 0-28 16,35-3-175-16,-19 3-328 0,-1 0-655 0</inkml:trace>
  <inkml:trace contextRef="#ctx0" brushRef="#br0" timeOffset="-59884.67">31951 1843 395 0,'0'0'368'0,"0"0"-218"0,0 0 32 16,0 0 310-16,0 0-212 0,0 0 18 15,0 0 110-15,0 0-238 0,0 0-105 16,0 0-23-16,-13-19 41 0,5 5 1 16,0-6 2-16,-2 4-38 15,-1-4-48-15,-2 1-11 0,0-2 9 16,-3-2-11-16,0-4-106 0,-3 0 48 15,3 0-31-15,3-3-105 0,3 0 85 16,4 2-37-16,4 1-103 16,4 4 262-16,6 4 2 0,6 3 150 15,-1 2-90-15,3 3 32 0,7-1 45 16,1 2-7-16,5 1 10 0,3-1 79 16,0 4-26-16,2 2-51 0,-4 4-64 15,-4 0-46-15,-2 5-34 0,-6 3-124 16,-2-1 122-16,-5 4-74 0,-8 1-206 15,-3 3 64-15,-6 2-76 16,-4-3-432-16,-4-3-22 0,1 3-262 0</inkml:trace>
  <inkml:trace contextRef="#ctx0" brushRef="#br0" timeOffset="-59276.36">31861 1658 753 0,'0'0'466'15,"0"0"-127"-15,40 7 258 0,-21-7-302 16,2 0-92-16,-3 0-26 0,1 0-96 16,0-1-17-16,-1-1 6 15,3 0-47-15,-5 0-23 0,0-2-109 16,-5 3 29-16,2 0 18 0,-3-1-41 16,1 1 84-16,-6-1-32 0,1 2-85 15,-4 0 104-15,1 2-1 0,2 1-27 16,1 4 60-16,-1 5 23 0,0 3 28 15,0 2-31-15,-2 1 22 0,0 0-3 16,-1-3-4-16,-2-4-34 16,3 2 15-16,0-5 10 0,-3-4-3 15,0 0-20-15,0-2 10 0,0 0 16 16,0-1-20-16,0-1 65 16,-3 0 58-16,-2-2-45 0,-1-5-87 15,-2 0-48-15,1-6-58 0,-1-2 93 16,2-1 13-16,4-1-93 0,2 2-14 15,5 2-51-15,6 2-72 0,2 0 156 16,3 3 74-16,2 1 52 0,6 1 25 16,0 1 14-16,2 0 109 0,3 4-26 15,-5-2-16-15,3-1-20 16,-3 1-45-16,-3 1-23 0,-3 0-16 16,-2 0 13-16,-8 0-67 0,-2 2-33 15,-1 0 33-15,-5-2 19 0,0 2 4 16,0 0 72-16,-3 0-95 0,-5 0-25 15,-8 0 24-15,3 3 2 16,-5 2 17-16,2 2 77 0,0 0-41 16,3 5-23-16,-1 1 67 0,6 3-98 15,0-3-9-15,6 1 8 0,2 0 1 16,5-2-6-16,3 1 6 16,5-2 0-16,3-2 9 0,0-2-28 15,3-2-89-15,-1-3-433 0,-2-2 23 16,-3 0-250-16,0 0-997 0</inkml:trace>
  <inkml:trace contextRef="#ctx0" brushRef="#br0" timeOffset="-58822.86">32537 1698 1188 0,'0'0'1397'0,"0"0"-1033"0,0 0-232 16,0 0 44-16,0 0-65 0,0 0-92 15,0 0 42-15,0 0-4 16,0 0 28-16,0 0 51 0,18 22-114 16,-4-22 19-16,-1-2-41 0,-5-1 0 15,-3 1 0-15,0-1-1 0,1 1 1 16,2 0-22-16,0-1 22 0,-3 2 0 16,3-2 16-16,-6 2-13 0,1 1 13 15,0 0 6-15,-1 0 38 16,-2 1-35-16,0 3-6 0,3 1 31 15,0 2-50-15,-3-1 9 0,5 0-9 16,0-1 0-16,6-2 22 0,2-1 23 16,0-2-45-16,6-2-29 0,-6-1 7 15,3-1 22-15,-5 0-75 16,2-1 75-16,0-1 0 0,-2-2 19 16,-1 0-4-16,1 2-15 0,-3 0 35 15,0 2-23-15,-3-1-12 0,-2 5 2 16,2-1 39-16,-2 1 41 0,2 0-54 15,0 4 88-15,1 0-76 16,-1 1-21-16,0 4 68 0,3 1-87 16,-3 1 28-16,1-3-28 0,-1-2 0 15,-2-1-89-15,2 1 88 0,0-1-176 16,1 0-465-16,-1-2-64 16,-3 0-708-16</inkml:trace>
  <inkml:trace contextRef="#ctx0" brushRef="#br0" timeOffset="-58482.3">33072 1681 2277 0,'0'0'375'0,"0"0"-133"16,0 0 187-16,-40 9-169 0,35-1-99 16,2 2-126-16,3 3 9 0,3-2-44 15,2 1 2-15,3-1 42 0,3-2-44 16,-1-3 41-16,6 0-19 0,-5-4-22 16,5-2 25-16,-3 0-22 0,-3-3-3 15,1-2 16-15,-3 1 0 16,-5 1-16-16,2-4-145 0,-2 0 114 15,-3-6-73-15,0-2-297 0,0 0 84 16,-6 1-137-16,4 3-1013 0</inkml:trace>
  <inkml:trace contextRef="#ctx0" brushRef="#br0" timeOffset="-57877.44">33199 1714 1461 0,'0'0'426'0,"0"0"270"15,0 0-415-15,0 0-54 16,0 0 54-16,0 0-109 0,0 0-71 16,16 34-25-16,-11-32 25 0,-2-1-25 15,2-1-67-15,0 0 60 0,-2 0-69 16,2-3 0-16,1-1-41 0,-4 1 38 16,4-3-214-16,-4 1 150 15,3-1-34-15,-2 0-102 0,0-1 174 16,-1 1-51-16,4-1-70 0,-1 1 118 15,6 1 32-15,5 0 57 0,2 2 42 16,1 0-16-16,2 2-26 0,-3 1-9 16,-4-1-42-16,-4 0 20 15,-2 0 5-15,-5 0 8 0,-1 1-39 16,1-2 63-16,-3 1-9 0,0 1 3 16,0-1 53-16,0 1-110 0,-3 0-91 15,1 0 89-15,-4 0 1 0,-1 3-11 16,-1 2-7-16,-3 6 19 0,6 2 0 15,2 5 0-15,6-2 0 16,2 2-44-16,6-5 25 0,2-1-86 16,0-3-182-16,0-2 182 0,3-1 38 15,-3 0-197-15,1-3-49 0,-1-1 22 16,-5-1-1-16,0 1 204 0,-3-2 49 16,-2 1 16-16,-1 1 23 15,1-2 173-15,0 1 180 0,-1 0-210 16,1 1-8-16,0-1 123 0,-3-1-49 15,2 0-14-15,-2 0 67 0,3 0-50 16,0 0 2-16,-1-1-41 16,1-3-44-16,0-1-54 0,2-5-53 0,0-1 96 15,3-3-84-15,3-3-9 16,-3-5 64-16,2 3-89 0,1-1 37 16,-1 3-37-16,1 1 0 0,0 5-136 15,-1 0 121-15,1 6-10 0,-1 1-190 16,1 1 203-16,0 3-91 0,-4 0-418 15,1 0-37-15,-5 3-471 16,2 1-934-16</inkml:trace>
  <inkml:trace contextRef="#ctx0" brushRef="#br0" timeOffset="-57743.97">33694 1817 2870 0,'0'0'668'0,"0"0"-384"0,0 0-136 16,0 0-148-16,0 0-69 16,0 0-253-16,0 0-384 0,0 0-2167 0</inkml:trace>
  <inkml:trace contextRef="#ctx0" brushRef="#br0" timeOffset="-26223.33">20645 1987 280 0,'0'0'369'0,"0"0"-180"15,0 0 147-15,0 0-34 16,0 0-185-16,0 0-25 0,0 0 34 16,0 0-77-16,0 0 0 0,5-18 9 15,-5 17-32-15,0 0-10 0,0 0 46 16,0 0-46-16,3 1 7 0,-3 0 32 16,0 0-52-16,0 0-3 0,3 0-25 15,-3 0-10-15,0 0-7 0,0 0-7 16,0 0 48-16,2 0-1 15,-2 0-23-15,3 2 24 0,-3 0-3 0,0-1-9 16,3 2 11-16,-3-1 0 16,2 2-11-16,1-1 12 0,0 4 1 15,-3 0 81-15,0 2-29 0,2 6 16 16,-2 3 33-16,3 2-20 16,-3 0-46-16,0 3 17 0,0 1-16 15,0 1 18-15,0 4 49 0,0 0-26 16,-3 0-29-16,3 2 7 0,-2 0 0 15,2 2-36-15,0 2 10 16,-3-1 22-16,3 3-19 0,-3-1-19 16,3 1 23-16,-2-1-8 0,2-2-24 15,0-1 50-15,0-1-54 0,0 1-6 16,0-1 5-16,-3-2 1 0,0 0-7 16,1-2 5-16,-1 1 2 0,0-2-22 15,3 0 22-15,-2-3 0 16,2 1-4-16,0-3 4 0,0-1 0 15,0-3-6-15,0 1 6 0,0-2 0 16,0-1-3-16,0-1 3 0,2 1 0 16,1-2-28-16,-3-1 27 0,3-4 1 15,-3 0-77-15,2-4 76 0,-2 0-34 16,3-1-12-16,0 0 45 16,-1 0-22-16,4-1-34 0,-4-2 58 15,3-1 45-15,1 0 42 0,2 0-17 16,0-2-9-16,5-1 58 0,0-1 18 15,0 2-64-15,1 1-67 16,-1 1 33-16,0 0-39 0,-2 0-28 16,-3 4 25-16,2 0 3 0,-4 0-134 15,-1 3-55-15,-3 4-232 0,-2-3-1436 16</inkml:trace>
  <inkml:trace contextRef="#ctx0" brushRef="#br0" timeOffset="-21721.87">21199 2671 717 0,'0'0'281'0,"0"0"-44"0,0 0 99 15,0 0-203-15,0 0 26 0,0 0 72 16,0 0-131-16,0 0-16 0,0 0 49 16,0 0-20-16,0-27-6 0,0 27-33 15,0 0-61-15,0 0-13 0,0 0-110 16,0 0 49-16,0 5 61 15,0 3 13-15,0 7 61 0,0 4-26 16,0 5 39-16,-6 5 23 0,1 0 5 16,0 3 103-16,-1 4-103 0,-2 0-13 15,1 2-48-15,1-4 41 0,1-2-95 16,2-3 16-16,3-3-16 16,-2-4 0-16,2-2-44 0,2-5 41 15,1 1-19-15,2-5-80 0,-2 0 90 16,0-6-20-16,2 0-179 15,-3-3 138-15,4 0-43 0,-1 0-164 16,0-2 84-16,6-2-28 0,0-8-213 16,-1-5-22-16,1 2-114 0</inkml:trace>
  <inkml:trace contextRef="#ctx0" brushRef="#br0" timeOffset="-21473.22">21392 2684 1444 0,'0'0'487'0,"0"0"-289"0,0 0 87 15,0 0 77-15,0 0-227 0,0 0-135 16,0 0-216-16,0 0 216 16,0 0 16-16,5 40 84 0,-5-12-7 15,3 3-9-15,-3 1 15 0,0 1 16 16,0 3-80-16,-3-1-12 15,3-1-3-15,0-3-20 0,3-2-80 16,0-2 29-16,-1-6-132 0,1-4-242 16,-1-4 244-16,1-5-113 0,-3-3-607 15,0-4 262-15</inkml:trace>
  <inkml:trace contextRef="#ctx0" brushRef="#br0" timeOffset="-21163.86">21429 2967 1354 0,'0'0'267'0,"0"0"96"16,50-38 165-16,-31 26-337 0,-1-1-5 16,-2 1 55-16,3-2-81 0,-6 3-43 15,0 0-53-15,-2 3-4 0,-6 2-60 16,1 2 29-16,-4 1-23 16,1 0 26-16,-3-1-26 0,0 2 67 15,0 1-73-15,-11 1-41 0,1 0 3 16,-6 5-13-16,0 5-38 15,0 3 89-15,3 1 0 0,2 1-47 16,1 1 47-16,4 2 0 0,4-2-38 16,2 2 23-16,0-2 8 0,8 1-89 15,5-3 96-15,0 2 0 0,6-2-166 16,2-1 19-16,3-2-117 0,-3 0-334 16,3 0 127-16,-1-3 12 0,-1 0-203 15</inkml:trace>
  <inkml:trace contextRef="#ctx0" brushRef="#br0" timeOffset="-20959.72">21779 3114 35 0,'0'0'525'16,"0"0"188"-16,0 0-348 0,0 0 25 16,0 0 279-16,0 0-306 0,0 0-123 15,0 0 27-15,13-38-83 0,-24 23-36 16,6 1-14-16,-3-1 14 16,3 2-85-16,-1 1-51 0,4 0 35 15,-1 1-47-15,3 1-128 0,0-1 127 16,5 3-74-16,3-2-205 15,6 2 192-15,1 0-61 0,7 1-284 16,2 2 231-16,-1 0-29 0,4 2-57 16,-3 1 156-16,0 2-131 0,-1 0-367 15,-1 4 151-15,-7-3-4 0</inkml:trace>
  <inkml:trace contextRef="#ctx0" brushRef="#br0" timeOffset="-20647.99">22086 2916 686 0,'0'0'625'0,"0"0"207"16,0 0-511-16,0 0-34 0,0 0 101 15,0 0-180-15,-43-7-46 16,28 11 50-16,-1 1-20 0,5 0-40 16,3 1-12-16,3-2-6 0,0 1-134 15,-1 3-9-15,4-1-7 0,-1 1 16 16,0 2-121-16,3-4 96 16,0 1 9-16,6-2-220 0,-1 1 208 15,3-4-13-15,-3-1 22 0,3-1 19 16,-3 0 0-16,3-1 38 15,-2-1-32-15,-4-1-6 0,4 0 16 16,-6 1-16-16,2 1 0 0,-2 0-19 16,0 1-6-16,0 0 6 0,0 1-173 15,0 4 179-15,3 0-9 0,0 1-61 16,-1 4 83-16,3-3 0 0,3 3-60 16,6-2 59-16,4-1-103 0,1-3-46 15,-1-2 105-15,-2-2-112 0,3-5-416 16,-3 0 214-16,-1-3 8 15,1 0-313-15,-2 0 253 0,-4 0 10 16</inkml:trace>
  <inkml:trace contextRef="#ctx0" brushRef="#br0" timeOffset="-20364.89">22261 2912 204 0,'0'0'1199'16,"0"0"-764"-16,0 0 71 0,0 0-309 15,0 0-64-15,0 0-29 0,0 0-68 16,0 0-36-16,0 0-32 15,-16 7 32-15,18-2 23 0,6 1 76 16,3 3 14-16,2 2-46 0,6 0 7 16,-3 1 47-16,-6-2-76 0,1 1-26 15,-3 1 0-15,0-1-19 0,-6 0 0 16,1 1 0-16,-3-1 0 0,-3-1 3 16,-5 3 0-16,0-3 32 0,-2-3-29 15,-1 2-12-15,1-4-3 0,4-1-148 16,1-2 87-16,0-1-29 15,2-1-177-15,-2 0 34 0,2 0-101 16,1-3-521-16,2-2 111 0,2-6 163 16</inkml:trace>
  <inkml:trace contextRef="#ctx0" brushRef="#br0" timeOffset="-20118.16">22470 2992 326 0,'0'0'1477'15,"0"0"-1247"-15,5 35-42 0,-5-18 113 16,3 2-82-16,-3 0-23 0,2 3 64 16,-2 4-97-16,3-1-52 0,0 3-76 15,-3 3 22-15,0 1-57 0,0 0 13 16,0-4-13-16,0 0 0 0,0-5-35 16,0-4 22-16,0-3-9 0,-3-6-121 15,0-4 143-15,1-1-19 0,-1-4-16 16,1 0 16-16,-1 0 3 15,-2-1-125-15,2-3 93 0,0-5-71 16,-2-6-260-16,5-7 23 0,0 0-196 16,0 2-994-16</inkml:trace>
  <inkml:trace contextRef="#ctx0" brushRef="#br0" timeOffset="-19507.89">22663 2951 1757 0,'0'0'182'0,"0"0"19"0,0 0 297 15,0 0-276-15,0 0-26 0,0 0 18 16,0 0-61-16,0 0-38 0,0 0-46 16,-37-12 45-16,29 20-23 0,-2 3-43 15,2 4 68-15,2 1-88 0,1 1 13 16,5-4-28-16,3-1-13 15,5 1 19-15,-3-4-31 0,0-1 12 16,3-1-133-16,3-1 114 0,-1-1 13 16,4 0-70-16,-4-3 76 0,1-2 0 15,-1 0-3-15,-2-1 2 16,-2-4 1-16,-1 2-31 0,0 0 5 16,1-5 26-16,1-1-138 0,4-5 136 15,-3 0-20-15,0 3-130 0,-3 2 117 16,-2 6 0-16,0-1 16 15,-1 1 19-15,1 2 60 0,-1 0-15 16,1 1 19-16,-3 1-20 0,3 3 25 16,-3 2 92-16,2 0-38 0,1 1-54 15,0 1 48-15,-3-1-117 0,5 0 40 16,-2-2-30-16,-1 1-10 0,4-1 28 16,-4-1-22-16,4-1-6 0,-1-1 19 15,3-2-19-15,0 0 0 0,0-2-10 16,2-5 8-16,1-1 2 15,2-3-163-15,0-2 160 0,1-1-44 16,-1 2-151-16,-5 3 157 0,-3 4-35 16,3 2-101-16,-5 0 174 0,2 1-10 15,-2 1-86-15,2 1 96 16,-2 0 3-16,-1 1 0 0,1 5 86 16,0 0 54-16,-3 4-49 0,2 2-6 15,1 0-85-15,-1-2 10 0,-2-1-10 16,3-2 0-16,2 0-156 15,-2 3 52-15,0-3-122 0,2 2-435 16,-2-4 202-16,-3 2-93 0,2-4-1089 16</inkml:trace>
  <inkml:trace contextRef="#ctx0" brushRef="#br0" timeOffset="-19182.96">23087 3045 2871 0,'0'0'180'0,"0"0"-116"16,40-21 67-16,-22 13 76 0,-5-1-42 16,1-1-111-16,-4 0 28 0,1 1-82 15,-3 2 31-15,-3-1-18 16,0 3-13-16,-2 2 16 0,-3-1 9 16,3 0 22-16,-3 1-47 0,0-1 94 15,-6 2-94-15,-2 2 35 0,-5 0-35 16,-3 5 41-16,3 3-6 15,-3 3 93-15,6 1-63 0,2 0-59 16,0 1 90-16,2 0-96 0,4-2-37 16,-1 2 22-16,3-2 15 0,5-1-84 15,1-1 59-15,2 0 25 0,2-2-223 16,4-1 182-16,-4-3-62 0,3-1-150 16,-2-2 114-16,0 0-209 0,-1-2-866 15,-2-1-92-15</inkml:trace>
  <inkml:trace contextRef="#ctx0" brushRef="#br0" timeOffset="-18541.61">23301 3028 1914 0,'0'0'1115'0,"0"0"-932"0,0 0-164 16,0 0-19-16,0 0 268 0,0 0-19 15,0 0-160-15,0 0-61 0,46-8-6 16,-36 6-22-16,-2 0-128 15,-3 0 62-15,-2 1-61 0,2 0-165 16,1-1 161-16,-1 1 22 0,0 1-29 16,-2 0 122-16,-3 0-7 0,2 3 23 15,-2-1 106-15,0 2 64 0,0 1 73 16,3 0-116-16,-3-1-127 0,3 3 44 16,2-3-44-16,0 1 35 0,3-1-35 15,6-2 104-15,1-1-44 0,4-1-56 16,0-2-8-16,-4-3-21 0,-1 0-247 15,2 1 125-15,-6-3-89 16,1 2-240-16,-6 1 220 0,0 0 26 16,-2 3-169-16,0-3 278 0,-1 3 121 15,-2 0 399-15,0 1-29 16,0 0-96-16,0 0 138 0,0 0-150 16,0 1-52-16,0 2-10 0,0-1-52 15,6 1-54-15,2-1 35 0,5 0 90 16,8-2-92-16,5 0-124 15,1-2 102-15,-3-3-105 0,-8 0 34 16,0 1-34-16,-3-1 0 0,0-1-126 16,-5 2 124-16,0-2-64 0,-5 2-195 15,-1 0 211-15,-2-1-36 0,0-2-184 16,-2 0 149-16,-9-3-34 0,-8 1-59 16,1 4 214-16,-1 3 102 0,1 2 51 15,2 4-1-15,0 4-38 0,3 1 106 16,0 1 63-16,2 2-51 15,6 1-62-15,2-2 36 0,3 1-87 16,5 1-103-16,3-1 146 0,3-1-117 16,5 0 7-16,0 1 30 0,2-4-82 15,1 0-64-15,2 0 10 16,-3-4 47-16,4 0-359 0,-1 0 280 16,0-3-121-16,-2-1-542 0,-4 0 78 15,1-1-735-15</inkml:trace>
  <inkml:trace contextRef="#ctx0" brushRef="#br0" timeOffset="-17933.18">24364 3042 1321 0,'0'0'485'0,"0"0"-242"0,0 0-90 16,0 0 77-16,0 0-30 0,0 0 41 16,0 0 188-16,0 0-162 0,0 0-83 15,0 0-52-15,29-23 9 16,-27 5-49-16,-2-2-42 0,0 0 62 16,0-1-112-16,-5-1 56 0,2-2-19 15,-2-1-37-15,0-5 9 0,-3-1-55 16,3-4 46-16,-1-2-319 15,6 2 206-15,0 2-95 0,6 5-240 16,7 3 406-16,0 3 42 0,8 6 36 16,-5 2 85-16,5 4-38 0,0 5-68 15,-5 3-2-15,3 2-13 0,-3 4-143 16,-3 4 118-16,0 3-14 0,-2 4-63 16,-6 2-7-16,0 5-280 0,-5 4-216 15,0-8 180-15,-5 0-376 0</inkml:trace>
  <inkml:trace contextRef="#ctx0" brushRef="#br0" timeOffset="-17593.42">24350 2856 1545 0,'0'0'769'0,"0"0"-720"15,0 0-33-15,51-28 87 0,-30 22 20 16,0 0-39-16,-2 3-62 15,-4 2-2-15,1 1-20 0,-5 0-62 16,-3 1 62-16,-3 1-16 0,-2 3-19 16,2 2 33-16,-2 3 2 0,-3 8 48 15,0 1-6-15,0 2 19 0,0 0 32 16,-3-3-28-16,3 0-8 0,0 1-53 16,0-3 15-16,5-2-19 0,1-3-60 15,-1-4 60-15,3-2 0 0,-5-2-63 16,7-2 63-16,3-1 29 15,6-4 25-15,-1-3 1 0,1-3-55 16,-6-5-48-16,-2 3-36 0,-3-2-32 16,0-1-74-16,-3-1 58 0,0 0-124 15,1 2-888-15</inkml:trace>
  <inkml:trace contextRef="#ctx0" brushRef="#br0" timeOffset="-17295.23">24734 2870 804 0,'0'0'554'16,"0"0"-167"-16,0 0 71 15,16 39-274-15,-10-27 17 0,-4-2-8 16,1-2-106-16,-1-1 3 0,1-2-7 16,0-1 13-16,-1 1-22 0,4-2 18 15,-1 1 13-15,-2 0-9 0,2-2 5 16,3-2 26-16,2-2-52 0,4-5-75 16,-1 0 38-16,0-1-38 0,3-2-202 15,-5 1 189-15,-1 1-18 0,-2 3-102 16,0 3 88-16,-3-1-6 15,-2 2-52-15,2 1 101 0,-2 0-15 16,0 1 11-16,-1 5 6 0,-2 4 108 16,0 4 3-16,3 0-19 0,-3-2-92 15,5 1-6-15,-2-3-19 16,5-3 22-16,0 2-345 0,5-3 156 16,0-2-62-16,1-3-360 0,1-1 26 15,-4 0-171-15</inkml:trace>
  <inkml:trace contextRef="#ctx0" brushRef="#br0" timeOffset="-16967.07">25079 2918 2451 0,'0'0'442'0,"0"0"-176"0,-35 8 144 16,27-4-144-16,3 0-59 0,2 0-72 15,1 0-48-15,2 1-87 0,0-1-110 16,0 0 88-16,2-1-3 15,4 1-212-15,7 0 235 0,3-1 2 16,2 1-138-16,-4-2 103 0,-4 1-79 16,-5 0-217-16,1 1 267 0,-1 3 23 15,-2 3-50-15,2 7 91 16,-2 4 39-16,-3 1 5 0,0 1 110 16,-3-1-18-16,-2 1 61 0,2-1-48 15,-2 1-64-15,-1 1-73 16,1 1 54-16,0-1-66 0,0-2 0 15,2-1-12-15,0-6 12 0,1-3-252 16,-1-5 166-16,3-1-60 0,0-3-243 16,0-1 68-16,0-1-31 0,0-1-365 15,0 0 118-15,0-7-387 0</inkml:trace>
  <inkml:trace contextRef="#ctx0" brushRef="#br0" timeOffset="-16117.82">25195 3055 1344 0,'0'0'692'0,"37"-28"-254"16,-18 13 61-16,-3 1-240 0,0 2-39 15,-3 2 24-15,-3-3-105 16,4 3-127-16,-6 0 35 0,-3 0-25 16,-2 3 10-16,-1 0-23 0,-2 3 85 15,0 0-33-15,0-1-33 0,-2 3 127 16,-4-3-55-16,-4 2-72 15,-4 3 77-15,-1 0-102 0,1 3 52 16,6 2-18-16,3-3-37 0,2 4-126 16,1 0 123-16,2 4-40 0,0 2-129 15,8 1 170-15,2-3-68 0,6 0-222 16,-3-7 264-16,3 0-26 0,0-1-160 16,0 0 46-16,0-1-78 0,-3 1-270 15,-2 0 403-15,-1 1 81 0,-4 1-34 16,-4-2 66-16,4 0 0 15,-4 3 55-15,1-1 64 0,2 0-25 16,-2 0 41-16,-3-2-45 0,0-1-39 16,3 1-19-16,-3-2 29 0,0 0-20 15,0 0-9-15,2 0 61 16,-2 0-23-16,3-1-16 0,-1-2-12 16,6-5-42-16,3-2-265 0,2 0 176 15,3-1 8-15,0 0-28 0,3 2 106 16,-1 4 3-16,3-1 13 15,-2 1 99-15,2-2-6 0,0 2-13 16,-2 1 12-16,-1-1-54 0,-2 0-45 16,-5 1 32-16,-3 0-38 0,0 1 19 15,-6 2 16-15,-2-2 4 0,0 2-20 16,0 1 101-16,-8-1-120 0,-5 1-98 16,-3 4 98-16,0 4 34 0,3 1 74 15,3 1 46-15,-1 3-53 0,3-1-76 16,3-1 44-16,2 2-69 15,3-3-107-15,0 0 95 0,5 1 9 16,3-2-101-16,0-1 91 0,3-3-46 16,-1 0-27-16,4-3 64 0,-4-1 19 15,1-1-168-15,-1 0 104 16,-4 0-51-16,-1-1-91 0,0 1 209 16,1 0 0-16,-1 0-34 0,0 0 34 15,-2 0 3-15,2 0 78 0,-2 0 37 16,-1 0-19-16,4 0 69 15,-4 0 6-15,1-2-63 0,2 2-48 16,-2-2 40-16,2-2-34 0,1 1-18 16,-4-4 90-16,4-1-79 0,1-5-43 15,1-3 58-15,-2-1-77 0,-1-1 47 16,0-2-16-16,3 2-31 0,-2 1-78 16,2 1 57-16,5 4-7 0,-3 4-215 15,4 1 221-15,-4 3-48 0,3 3-150 16,1 1 131-16,-4 1-94 15,1 6-386-15,2-1 80 0,-2 1-215 16,-3-2-861-16</inkml:trace>
  <inkml:trace contextRef="#ctx0" brushRef="#br0" timeOffset="-15241.59">25937 3000 2015 0,'0'0'653'0,"0"0"-498"16,0 0-117-16,0 0 78 0,0 0 86 16,0 0 21-16,0 0-86 0,39-14-39 15,-28 8-35-15,-3-1 41 16,0-1-50-16,-3-1-45 0,1 2 70 16,-4-4-61-16,-2 3 7 0,0-1 16 15,0 1-41-15,0 0-66 0,-5 2 54 16,0 0 12-16,2 1-57 15,-5 1 55-15,3 2 2 0,2 2-160 16,-5 0 131-16,3 1-15 0,0 4 28 16,-3 0 16-16,2 2 0 0,4 1-28 15,-4 3 27-15,4 1 1 0,2 2-54 16,2-3 54-16,4 1 12 0,2-1 33 16,0-1 56-16,-1-2-101 0,1 3 22 15,3-2-24-15,-3-4 2 0,0 1-35 16,-5-5 35-16,2 0 16 15,0 0-10-15,0-1 76 0,3 0-25 16,0-2-38-16,0 0 78 0,0-5-44 16,0 0-46-16,0-5 112 0,5 0-44 15,-2-3-37-15,2-1 92 16,-2 1-80-16,-1-1-35 0,-2 0 75 16,3-1-90-16,0 1 49 0,2 2-31 15,-3 3-18-15,4 2-81 0,-4 3 81 16,1 1 0-16,2 2-65 15,-2 2 34-15,2 0 31 0,-5 1-173 16,2 2 173-16,1 3-84 0,0-1-401 16,2 3 175-16,-5-3-369 0,-3-1-2038 0</inkml:trace>
  <inkml:trace contextRef="#ctx0" brushRef="#br0" timeOffset="-14591.18">26551 2893 2668 0,'0'0'26'0,"37"0"13"16,-13-1-36-16,3-1 61 0,2 2-64 16,3-1-19-16,-1 0 19 0,1 0-219 15,-8 0-897-15</inkml:trace>
  <inkml:trace contextRef="#ctx0" brushRef="#br0" timeOffset="-13346.64">27155 2797 1104 0,'0'0'687'0,"0"0"-447"0,0 42 74 15,0-25-78-15,0-1-49 0,3 1 25 16,-1-2-144-16,1-2-40 15,2-1-11-15,-2-3 5 0,0-2 0 16,-1-3-19-16,1-2-3 0,0-1 10 16,-1 0-4-16,3 1 49 0,-2-2 9 15,5-5 3-15,0-5 25 16,3-1-54-16,2-3-28 0,-3-2 21 16,-2 3-31-16,0-1-49 0,0 2 47 15,3 2-79-15,-6 1-139 0,3 4 201 16,-5 2-7-16,-1 2-86 15,1 1 96-15,0 0 14 0,2 0 2 16,-2 3 48-16,-1 0 16 0,4 5-32 16,-4 0 13-16,4-1-45 0,-1 2-9 15,3-3 9-15,2 2 0 0,4 0 2 16,4-5 5-16,-2-3-1 0,3 0-6 16,-4-3-3-16,1-5-109 0,-2 0-200 15,-1 2 151-15,-5 0 42 0,-3 2-4 16,0 2 26-16,-5-1-53 15,3 3-83-15,-3 0 165 0,0 0 68 16,0 4 211-16,0 1 12 0,0 4-19 16,0 5-13-16,0 0-182 0,3 0-9 15,2-7-19-15,6-1 19 16,7-1 32-16,3-1 13 0,8-3 7 16,-2-4-52-16,-3-3-152 0,0-2 30 15,-3-1 12-15,-5 0 59 0,-3-1 25 16,-5 1-87-16,-3-3-195 15,-2 1 265-15,-3 0 43 0,-3 1 98 16,1 3-23-16,-4 1-1 0,4 3 117 16,-6-2-45-16,-3 1-1 0,-5 3 133 15,0 1-201-15,0 8-61 0,3 2 118 16,0 0 39-16,5 2-14 0,0 3 108 16,3-2-65-16,5 1-199 0,2 1 38 15,9-2-73-15,0 0 32 0,7-1-182 16,1-5 178-16,2-2 2 15,3-3-124-15,-3-2 66 0,0-1-55 16,-2-3 29-16,-1-2 51 0,-5 0 19 16,3-1-263-16,-5 1 141 0,-3 0 39 15,0 1 31-15,-6 2 68 16,4 0 0-16,-1-1-10 0,0 1 10 16,-2 1 94-16,2 1 160 0,-2 1-139 15,-1 2-26-15,1 2-44 0,2 2 22 16,1-1-67-16,4 1 13 15,4-1 25-15,4-1 13 0,3-3-32 16,3-1 70-16,0-4-60 0,-3-2-28 16,-2-1-2-16,2 1-81 0,-8-1-157 15,0 2 172-15,-5 1-22 0,-5 0-104 16,2 1 167-16,-2-1 26 0,0 0 38 16,-1 2 39-16,-2 1 112 0,3 1 104 15,-3 0-90-15,0 1-58 0,0 6-13 16,3 3 82-16,-1 6-49 15,3 0-137-15,1-1 50 0,2-1-78 16,-3-2-112-16,3-2 100 0,0-1-132 16,0 0-365-16,-3-2 138 0,0-3-258 15,1-3-2016-15</inkml:trace>
  <inkml:trace contextRef="#ctx0" brushRef="#br0" timeOffset="-12340.43">28773 2875 440 0,'0'0'1630'0,"0"0"-1436"0,-5 37-181 16,5-23 0-16,0-1 3 0,3-3 3 15,-1-6 7-15,1 0-23 0,2 0 18 16,1-4 15-16,4 0 6 15,3 0 42-15,3-8-26 0,0-1-19 16,-3-5 0-16,1 3 6 0,-4-2-20 16,-2 0-21-16,0 1 18 0,-3-3 4 15,1 2-4-15,-1 0 11 16,-2 5-33-16,-1 3-44 0,1 0 44 16,-3 4 25-16,0 0 91 0,3 0 38 15,-3 1-154-15,0 0-19 0,0 5-45 16,5 1 44-16,0 4 20 15,0 1 39-15,1-2-38 0,2 0-1 16,0-5 19-16,2 4 4 0,6-3-14 16,3-2 36-16,-3-2-29 0,-3-1 0 15,-3-1 13-15,-2-1-29 0,0-2 16 16,-5 2-13-16,2-2-3 0,-2 2 19 16,2-1-3-16,-2 1-16 0,0-1-19 15,-1 2 19-15,-2 1 0 0,0 0-32 16,0 0 13-16,0 4-32 15,5 2-40-15,1 3 90 0,-1 2 1 16,8 4-32-16,3-3 31 0,0-3-115 16,0-2-393-16,-3-3-117 0,-2-4-496 0</inkml:trace>
  <inkml:trace contextRef="#ctx0" brushRef="#br0" timeOffset="-11978.5">29322 2856 2163 0,'0'0'527'0,"0"0"-190"15,-38 4-199-15,25 2 44 0,3 3 97 16,-1 1-52-16,3 0-82 0,3 0-120 16,2 1 0-16,3-3-25 0,0-2-195 15,0-2 192-15,8 0-79 0,0 2-98 16,11-3 180-16,2 0 7 15,0-3-7-15,0-3-13 0,-8-2-95 16,3 0-252-16,-3 0 171 0,-2 1-1 16,-3 0-29-16,-5 2 183 0,-1 0 36 15,1 1 18-15,0-1 137 16,-3 2 42-16,0 0 40 0,0 1-74 16,0 3 3-16,0 4 122 0,2 4-92 15,-2 1-165-15,6 3 13 0,-1-3-44 16,3-2 0-16,0-2-71 15,-3-4 39-15,3 2 10 0,3-4-195 16,2-1 166-16,3 0-54 0,-6-2-335 16,1-2-81-16,-6-2-798 0</inkml:trace>
  <inkml:trace contextRef="#ctx0" brushRef="#br0" timeOffset="-11714.23">29600 2926 2428 0,'0'0'574'0,"0"0"-440"16,0 0-105-16,45 6 118 0,-27-6-13 16,-2-2-39-16,0-1-19 0,-3 0-70 15,0-2 26-15,-5 2 3 16,0-1-35-16,-2 1 19 0,-1 0-19 16,-2 2 0-16,-1 0 6 0,1 1-7 15,-3 0 1-15,3 0 0 0,-3 0 19 16,2 5 135-16,1 5 6 15,-1 3 41-15,6 2-164 0,-2-1 25 16,4-2-59-16,-2-4-3 0,3 0-180 16,-1-1 99-16,4-1-108 0,-4-1-429 15,-2-4-66-15,0-1-983 0</inkml:trace>
  <inkml:trace contextRef="#ctx0" brushRef="#br0" timeOffset="-455.89">30399 2794 421 0,'0'0'544'0,"0"0"-361"16,0 0-83-16,0 0-15 0,0 0-10 16,0 0 23-16,0 0-72 15,0 0-23-15,11-14 488 0,-8 13-203 16,-1-2-159-16,1 0-9 0,2-1-23 16,1-1-1-16,-1 0 52 0,-2-1-64 15,2 1-20-15,-3-1 10 16,1 1 28-16,0 1-16 0,-3-1-10 15,0-1 33-15,0 1-37 0,-6 2-59 16,1 0 22-16,-5 2-35 0,-6 1-133 16,0 2 131-16,0 7-33 0,-3 1-26 15,6-1 60-15,3 2 1 0,-1 1 0 16,6 0 0-16,-3 3 0 0,5-2-7 16,0 0 7-16,3 1 0 0,0-4-63 15,3-2 62-15,2-2-28 16,1-1-71-16,7-3 100 0,3 0 19 15,2-2-3-15,1-4 45 0,-1-5-38 16,-4 1-14-16,-4-2 36 0,1 2-36 16,-3-2 4-16,0 0 19 15,-3 0-32-15,0 2-2 0,-2 1 2 16,0 3 0-16,-1 1-8 0,-2 0 6 16,3 1 4-16,-3-1 2 0,0 1 79 15,0 2-83-15,0 0-79 16,0 3 12-16,-3 5 35 0,1 5 32 15,-1 3 114-15,0-2-69 0,3 0-32 16,0-2-6-16,0 0-7 0,3-3-73 16,0-2 60-16,-1-1 13 0,4-1-121 15,-1-2 67-15,5 0-45 0,1-3-190 16,5 0 35-16,-5-5-189 0,-4-2-715 16</inkml:trace>
  <inkml:trace contextRef="#ctx0" brushRef="#br0" timeOffset="-101.89">30662 2723 1419 0,'0'0'627'0,"0"0"-432"16,0 0-30-16,5 45 83 0,-2-31-100 15,2-2-61-15,-2-2-16 16,2 1-23-16,0-1-48 0,0-5 19 15,-2 1 1-15,2-3-14 0,1 0 7 16,-1 1 19-16,0-2 25 0,6-2 71 16,-1-1 54-16,1-7-62 0,2-1-82 15,-2-2 35-15,-1-3-57 0,-4 2 6 16,2-2 9-16,0 2-31 0,-3-4-15 16,0 2 11-16,1-1 4 0,-4 4-202 15,4 0 116-15,-4 1-66 16,1 4-120-16,-3 2 217 0,2 2 17 15,-2 1-33-15,0 1 68 0,0 0-58 16,0 4-178-16,0 4 239 0,0 3-1 16,0-3-215-16,0 1-245 15,0-2-127-15,0 0-570 0</inkml:trace>
  <inkml:trace contextRef="#ctx0" brushRef="#br0" timeOffset="369.81">30919 2717 1579 0,'0'0'504'15,"0"0"-274"-15,0 0-143 16,0 0-71-16,0 0 27 0,0 0 79 15,0 0-35-15,0 0-32 0,26 44-20 16,-18-32 7-16,0-1-19 0,0 0-13 16,-3-3 6-16,0-2-16 0,1-2 12 15,-1-1 11-15,0 2-4 0,1-2-16 16,2-1 52-16,-3-1-4 0,3-1 42 16,2-2 3-16,4-7-22 0,-1 0-33 15,-2-3 23-15,-1 1-39 16,-2 1-15-16,0-1 31 0,-3-1-41 15,1 2-38-15,-4-1-35 0,4 0-157 16,-1 3-310-16,0-1 67 0,0 4-232 16</inkml:trace>
  <inkml:trace contextRef="#ctx0" brushRef="#br0" timeOffset="600.67">31273 2747 1485 0,'0'0'299'0,"0"0"-55"0,-2 33 196 15,2-21-259-15,-3-2-39 0,3 1-59 16,0 0-76-16,0-2-7 0,0 0-61 16,3 2 61-16,-1-4-45 0,4-2-200 15,-1-1-50-15,0-3-162 16,-2 0-781-16</inkml:trace>
  <inkml:trace contextRef="#ctx0" brushRef="#br0" timeOffset="1020.64">31472 2540 1258 0,'0'0'784'0,"0"0"-425"16,0 0-265-16,0 0 109 0,-5 43 51 15,0-22-132-15,2-2-32 0,0 1-13 16,1-3 53-16,-4 2-57 0,4-2-69 16,2-1 56-16,0-3-60 0,0 0 3 15,0-3 23-15,0-1-26 16,0-4-7-16,0-2 7 0,2 0 0 15,6 0 0-15,0-2 3 0,8-1 4 16,-3-3 21-16,6-2-37 0,-6-1 9 16,-2-2-89-16,-3 2 87 15,0 0 2-15,-3 3-134 0,-2-1 90 16,2 2-27-16,-3-2-5 0,1 2 76 16,0 1 0-16,-3 1-77 15,0 1 77-15,0 7 27 0,0 2 123 16,0 6 9-16,0-3-25 0,0 1-40 15,0-1 27-15,2-1-121 0,4 1-10 16,4-2 9-16,4 0 1 0,-1-1-139 16,5-3 63-16,1-2-86 0,2-2-373 15,-2-3-78-15,-4 0-393 0</inkml:trace>
  <inkml:trace contextRef="#ctx0" brushRef="#br0" timeOffset="1547.28">31771 2813 2627 0,'0'0'620'0,"0"0"-540"15,0 0-68-15,0 0 84 0,0 0 75 16,0 0-51-16,40-10-60 0,-21 2 44 16,-1-1-63-16,-2 2-22 0,-5 1 15 15,-6 2-34-15,3 0 13 16,-5 1-7-16,-1-2 19 0,1-1 1 15,0 0 21-15,-3 1-47 0,-3-1-157 16,-8 1 131-16,-2 1-36 0,0 4-71 16,0 0 133-16,-1 6 2 0,9-1-2 15,-3 3 72-15,3 0-72 0,-1 4-35 16,4 0 35-16,4 0 0 0,6-2-183 16,0-1 132-16,6-3-22 0,1 2-118 15,4-2 66-15,0-1-157 16,-4 0-461-16,1-1 386 0,-2-2 68 15,-1 1-320-15,-3-2 302 0,-2 0 63 16,0-1 234-16,-2 0 10 0,-4 0 261 16,4 0 527-16,-1 0-284 15,-2 0-24-15,2-4 85 0,-3 2-312 16,1-2-33-16,0 1 21 0,2-5-42 16,-2-3-67-16,-1-2-41 15,4-4 38-15,-1 0-54 0,0-1-68 16,1 1 80-16,-1-1-87 0,5-1-106 15,4 2 93-15,-1 3-24 0,3 2-142 16,-3 2 166-16,0 3 13 0,-2 1-66 16,-3 2 51-16,-6 3 15 0,1 0-278 15,0 1 132-15,-1 0-51 0,1 0-500 16,-3 0 40-16,0 0-436 0</inkml:trace>
  <inkml:trace contextRef="#ctx0" brushRef="#br0" timeOffset="1767.81">31369 2450 2707 0,'0'0'0'0,"0"0"-388"0,0 0-492 16,0 0 174-16,0 0-27 0</inkml:trace>
  <inkml:trace contextRef="#ctx0" brushRef="#br0" timeOffset="2586.67">26911 3374 1126 0,'0'0'316'16,"0"0"-303"-16,-8 33 3 15,8-25-16-15,0-4-60 0,0-1-304 16</inkml:trace>
  <inkml:trace contextRef="#ctx0" brushRef="#br0" timeOffset="2825.32">27012 3307 411 0,'0'0'179'0,"0"0"-3"0,0 0 69 16,0 0-148-16,0 0-44 0,-13 40-44 16,13-33-9-16,0 0-29 15,0-2-665-15</inkml:trace>
  <inkml:trace contextRef="#ctx0" brushRef="#br0" timeOffset="3249.67">26993 3274 1459 0,'0'0'189'15,"0"0"-85"-15,0 0 201 0,0 0-69 16,0 0-9-16,-7 45 24 0,4-30-125 16,0-2-56-16,3-1-63 15,0-1-2-15,0-3-5 0,0-2-122 16,0-2 19-16,0 1-32 0,0-3-159 15,3 1 9-15,-3 1-50 0,3-2-590 16,-1-2 273-16</inkml:trace>
  <inkml:trace contextRef="#ctx0" brushRef="#br0" timeOffset="3515.81">27097 3262 388 0,'0'0'694'16,"0"0"-414"-16,0 0-156 0,0 0-26 15,0 0 100-15,0 0 302 0,0 0-232 16,0 0-55-16,0 0-1 0,2 38-23 16,-2-26-36-16,0 1-26 0,0-1-25 15,0 1-102-15,0-2 35 16,0 1-29-16,0-1-6 0,0-2-57 15,0-1-19-15,3-3-109 0,0-1-276 16,-1 2 109-16,4-2-163 0,-1 1-1110 16</inkml:trace>
  <inkml:trace contextRef="#ctx0" brushRef="#br0" timeOffset="3977.81">27338 3713 440 0,'0'0'672'0,"0"0"-8"15,0 0-440-15,0 0-43 0,0 0 146 16,0 0-130-16,0 0-20 0,0 0 188 16,0 0-66-16,0 0-65 15,8 1-143-15,-8-20-6 0,0-1-79 16,2-1 35-16,-2 0-6 0,3-2-35 15,-3-2 12-15,3-2-12 0,-3-1 0 16,2-4-89-16,-2-2 87 16,6 0-106-16,2 0-195 0,2 2 160 15,3 3-80-15,1 6-130 0,2 2 315 16,-1 3 15-16,1 4 23 0,0 2 58 16,3 4-23-16,-3 5 1 15,0 3-36-15,-3 1-7 0,0 6-83 16,-2 4 58-16,-3 1 0 0,-6 4-229 15,-2 2-193-15,-5 2-144 0,0-5-722 16</inkml:trace>
  <inkml:trace contextRef="#ctx0" brushRef="#br0" timeOffset="4543.67">27322 3551 67 0,'0'0'1491'0,"0"0"-1137"15,48-21-59-15,-25 11-178 0,1 2-23 16,-5 3 48-16,-1 2-87 16,-4-1-23-16,-1 3-29 0,-3 1-3 15,-4 0 32-15,-1 0 17 0,-5 2-17 16,3 2 10-16,-3 1 157 0,0 4 31 16,-3 5-26-16,-2-1-99 0,-3 3 15 15,0-2-57-15,5-1 26 16,-5 0 33-16,6-2-122 0,2 0 38 15,0-3-41-15,2-2 3 0,1-1-57 16,2-3 57-16,8-1 7 0,3-1 33 16,5-3-40-16,3-3 0 0,-5-2-78 15,-1 0 18-15,-4-1-66 0,-4 3-191 16,-2 0 209-16,-3 2-43 0,-2 0-253 16,0-1 142-16,2 1-13 15,-2-2-150-15,-1 3 249 0,1-1 105 16,2 1 71-16,-2 2 25 0,2 1 115 15,1 0 116-15,-4 4-129 0,6 2-14 16,-3-1 59-16,3 0-120 16,0 2 25-16,0-1 88 0,6 1-39 15,-1-2-1-15,0 1-6 0,-2-2-36 16,-3-3-32-16,-3-1 29 16,-2 0 67-16,2 0-36 0,0 0 26 0,0-1 17 15,3-3-31-15,0-3-16 16,-2-2 47-16,4-5-57 0,-5 1-51 15,3-2 85-15,0-1-131 0,3 3 9 16,-3-2-52-16,0-1 43 0,2 1-287 16,1 3 180-16,5 1-69 0,-3 4-318 15,3 3 225-15,3 1-148 0,-6 1-871 16,0 0-67-16</inkml:trace>
  <inkml:trace contextRef="#ctx0" brushRef="#br0" timeOffset="5993.81">28424 3554 1438 0,'0'0'290'0,"0"0"-34"0,0 0 78 15,13 46-111-15,-10-36-26 0,-1-2-42 16,1-3-75-16,-3 1-29 0,5-3-35 16,-5 2 29-16,5-1-32 0,-2-2-10 15,0-2 77-15,-1 0 3 0,1 0 54 16,2-5 31-16,1-1-66 0,2-8-83 16,0-1 37-16,-1-1-56 15,4 2-50-15,-3 2 49 0,3-5-69 16,2 4-142-16,-3 1 151 0,4 3 7 15,-4 3-72-15,1 1 124 0,-1 5-21 16,-2 0-67-16,-2 0 68 16,-1 3 22-16,0 3 48 0,1 4 67 15,2 3-29-15,-3 2 92 0,3 2-70 16,-3-5-105-16,-2-2 35 16,2-2-25-16,-2-2-13 0,-1-2 19 15,-2 0-19-15,6-1 0 0,-6-1 25 16,5 0 23-16,-2-1-48 0,2-1 50 15,-2 0-47-15,4-5-3 0,4-2-34 16,2-3 31-16,1 0-51 0,-1 0-130 16,-3 2 149-16,-2 4-38 0,-5-2-29 15,2 4 102-15,-2 1 0 0,0 1-29 16,-3 0 29-16,2 0 23 0,-2 0 31 16,0 3 54-16,0 4 7 15,0-2-106-15,0 5 32 0,0 2-41 16,0-1 16-16,0-1-16 0,0-2 0 15,0-3 19-15,6 3-16 0,-1-5-3 16,8-2-292-16,6-1 267 16,-1-3-113-16,1-6-250 0,-3 1 4 15,2 0-1-15,-5-3-252 0,1 0 305 16,-1 1 61-16,-5 1-104 16,-3 4 339-16,0-2 36 0,-2 5 313 15,0 0 36-15,-1-1 74 0,-2 1 360 16,3 1-414-16,-3 1-112 0,0 0-62 15,0 0-93-15,0 5 10 0,0-2 66 16,3 1-79-16,-1 3-80 0,1 0 0 16,5-1 16-16,2 2-35 0,1-1 12 15,2 0 17-15,1-4-29 0,-1 2-162 16,-3-2 143-16,1 0-48 0,0 5-60 16,-3-3 125-16,-1 3 2 15,1 5-112-15,0 2 109 0,0 3-23 16,-2 2 26-16,-4 1 147 0,4-2-42 15,-4 6-70-15,-2-2 42 16,0 2-52-16,0 0-9 0,0-2 25 16,-2 1-41-16,-4 0 2 0,1-2 4 15,-3-1-6-15,-3 1 29 0,-2-3-4 16,0-4-25-16,-3-2 19 0,0-4-9 16,0-5-7-16,3 0 13 15,-3-4 47-15,6-2-32 0,-4-5-15 16,6-3-32-16,0-3-37 0,3-6-213 15,2 2 186-15,1-8-28 0,2 1-188 16,8 1 209-16,2 0-6 0,9 1-69 16,2 2 110-16,8-1 7 0,0-2-12 15,8 1 57-15,-2 1 45 0,2 0 87 16,-5 0-41-16,-3 6-40 0,-3-5-41 16,-5 5-10-16,-2-3 0 15,-6 5-7-15,-2 0 7 0,-8 2 23 16,-1 2-14-16,-2 3 69 0,0 0-8 15,-2 4-15-15,-4-3 34 0,-2 0-54 16,-5 3 10-16,-3 1-23 16,0 1 17-16,0 3-20 0,6 4 54 15,-3 1-9-15,2 2-7 0,3 0 44 16,3 1-44-16,-1 1-57 0,6-3 89 16,0 2-55-16,3-2-24 15,5-2 59-15,5 1-19 0,0-1-50 16,9 0 91-16,-4-2-91 0,3-2-50 15,1 0 19-15,-4-1-98 0,3-1-235 16,-2 2 106-16,2-3-198 0,-10 0-1371 16</inkml:trace>
  <inkml:trace contextRef="#ctx0" brushRef="#br0" timeOffset="6974.04">29880 3470 417 0,'0'0'1198'16,"0"0"-669"-16,0 0-295 0,0 0-18 15,0 0 141-15,0 0-113 16,0 0-81-16,0 0-49 0,0 0-9 16,0 0 2-16,3 19-66 0,-3 1 7 15,0 1-48-15,3 0 3 0,-1-5-3 16,1 0 0-16,5-1-50 0,-3-5 25 16,0-3-32-16,3 1-426 15,0-2 146-15,3-3-24 0,-3-1-551 16,-3-2-182-16</inkml:trace>
  <inkml:trace contextRef="#ctx0" brushRef="#br0" timeOffset="7254.63">30111 3604 1259 0,'0'0'732'16,"0"0"-486"-16,0 0-68 15,0 0 142-15,0 0-146 0,0 0-36 16,32 3 85-16,-30-7-16 0,1-1-42 15,0-1-42-15,-3-6 10 16,0-1-49-16,-6-1-53 0,1 0 86 16,-3-2-117-16,0 2 25 0,0-1-25 15,0-2 0-15,-2-1-119 0,2-1 117 16,-3-1-79-16,6-1-275 0,2 4 254 16,3-3-105-16,11 6-209 15,5-2 310-15,2 3 38 0,3 1-6 16,-2 6 74-16,2 1 78 0,-5 5-27 15,0 4-51-15,-6 1-61 0,-2 4-13 16,0 2 74-16,-5 3-29 0,-3 4-236 16,-8 1-436-16,0-7-117 0</inkml:trace>
  <inkml:trace contextRef="#ctx0" brushRef="#br0" timeOffset="7607.82">30045 3530 1589 0,'0'0'727'0,"0"0"-614"16,34 0 20-16,-13-3 121 0,6-4-147 16,-1 0-56-16,1 0-45 0,-1-2 7 15,-2 0-13-15,0 0-12 0,-6 1 11 16,1-3-87-16,-3 1-270 0,0-1 174 16,-3 1 9-16,-3 0-153 15,1 0 120-15,-6 2 52 0,1 1 156 16,-6 3 1-16,2-1 110 0,-2 2 142 15,0-1-78-15,0 2 30 0,0 2 34 16,-2 0-107-16,2 6-109 0,-3 4 77 16,0 5 83-16,3 5-19 0,0 2 9 15,0 0-24-15,6-3-50 0,-1 1-89 16,-2 0 47-16,5-1-57 0,0-3 2 16,2-1-2-16,1-3 0 15,2-1-207-15,-2-4 64 0,2 0-8 16,-5-3-247-16,0-4 10 0,-6 0-199 15,-2-1-1098-15</inkml:trace>
  <inkml:trace contextRef="#ctx0" brushRef="#br0" timeOffset="7769.7">30399 3451 2003 0,'0'0'198'0,"38"-3"-30"0,-23 2-6 16,-1-1-98-16,-4 1-51 0,-4 1-3 16,-1 0-7-16,-5-1-3 0,3 1-288 15,-1-1-101-15,-7 0-300 0</inkml:trace>
  <inkml:trace contextRef="#ctx0" brushRef="#br0" timeOffset="7966.67">29936 3349 3037 0,'0'0'513'0,"0"0"-513"0,0 0-82 16,0 0 34-16,40-13-79 15,-16 11 108-15,2 2-39 0,3 0-253 16,-10 0-188-16,2 0-600 0</inkml:trace>
  <inkml:trace contextRef="#ctx0" brushRef="#br0" timeOffset="8898.7">31070 3452 1137 0,'0'0'423'0,"0"0"93"16,0 0-250-16,2 46-59 0,1-36-33 16,-3-2-110-16,2-4-44 0,-2 3-17 15,3-4 26-15,-3 1-3 0,3 0 3 16,-3-2 28-16,0-1 1 0,2-1 99 16,-2 0 76-16,0-1-33 15,3-3-42-15,2-1-64 0,-2-7-94 16,5 0-129-16,-3-5 126 0,3 2-44 15,0 0-108-15,0 3 151 16,0-3-50-16,5 4-92 0,-2 2 120 16,-3 1-15-16,2 1-49 0,-4 5 89 15,-1 1-2-15,0 1-70 0,-2 0 70 16,2 0-35-16,1 3 38 16,1 4 61-16,-1 2 64 0,2-1 9 15,-3 0-52-15,0 0-82 0,-2-4 22 16,2 3-18-16,1-3-4 0,-1 2 16 15,0-3-10-15,0 2 19 0,-2-4-9 16,5-1 79-16,-3 0-38 0,1 0-41 16,7-6 56-16,0-1-72 0,3 0-88 15,0-2 75-15,-3-2-50 0,-2 4-102 16,2 0 143-16,-5 0-16 0,0 2-61 16,-5 1 98-16,-1 2 1 15,1 1-19-15,-1 1 19 0,1 0 38 16,-3 0-19-16,0 6 112 0,0 3-17 15,3 3-73-15,-3 5 10 16,2-3-51-16,4 0-65 0,-1-3-20 16,6 0-167-16,2-2-577 0,-3-3 57 15,-2-4-441-15</inkml:trace>
  <inkml:trace contextRef="#ctx0" brushRef="#br0" timeOffset="9660.62">31631 3424 1935 0,'0'0'977'0,"0"0"-698"0,-40 12-59 16,30-6-5-16,2 0-41 0,2 1-111 16,-1 1 3-16,1 3-66 15,4-1-60-15,-1-1 57 0,3-4 3 16,3-2-110-16,2 2 91 0,5-1-51 15,6 1-85-15,3-4 143 0,-3-1-33 16,-3-3-232-16,0 0 162 16,-5 1 22-16,-3 0-6 0,1 1 98 15,-1 1 1-15,-2 0-36 0,2 0 36 16,-2 0 35-16,-1 0 68 0,1 0 47 16,0 2 1-16,-1 0-27 15,1 2-38-15,0-1-86 0,2 0 28 16,5-2 1-16,4-1 31 0,2-2-13 15,2-6 61-15,3-1-61 0,-2-4-38 16,2 0 36-16,-2-1-45 0,-4 0-23 16,-1-2 5-16,-1 1 18 0,-5-3-126 15,0 2 113-15,0-4 0 0,-8 0-132 16,2 2 122-16,-2-3-24 0,0 4-154 16,-2 3 179-16,2 4 18 15,-3 4 4-15,1 2 115 0,-1 0 16 16,0 3 109-16,-2 1-208 0,0 0-32 15,-3 10 0-15,0 3 6 16,0 8 54-16,2 0-47 0,6-2 75 16,0 2-88-16,0-2 34 0,6 1-34 15,2-3 0-15,5 0-4 0,0-3 4 16,6-2 25-16,2-1-6 0,0-2 47 16,3-5-46-16,0-2 8 0,-3-2 16 15,-2 0-44-15,2-2-106 16,-5-1 104-16,-1-2-79 0,-4-1-83 15,-3 1 161-15,-3 0-57 0,-2-2-117 16,0-1 133-16,-3-6-68 0,0 3-184 16,-3 2 247-16,0 3 43 0,-2 4 6 15,-3 1 35-15,3 0 32 0,-3 1-60 16,0 0 41-16,0 5 44 16,0 6 17-16,0 3 21 0,3 3-70 15,2 0-50-15,6 1 43 0,2-3-53 16,3 2 13-16,3-3 22 0,4 0-10 15,1-2-9-15,6 0-32 16,-1-4-63-16,3 1-92 0,-1-4 111 16,-1 0-55-16,-4-4-366 0,1-1-25 15,-6 0-495-15</inkml:trace>
  <inkml:trace contextRef="#ctx0" brushRef="#br0" timeOffset="10398.11">32370 3073 2369 0,'0'0'149'0,"0"0"-78"0,0 0 106 15,0 0-97-15,0 0 1 0,0 0 169 16,11 49-72-16,-6-23-98 0,-3 3-77 16,1 1 61-16,2 0-64 0,1 2 25 15,-1-1 7-15,0-3-32 0,3-1 3 16,0-4-3-16,3-4 0 16,-3-1 2-16,-3-7 1 0,0-1-3 15,1-6 16-15,-4-1 9 0,6 1 4 16,0-2-20-16,3 0 58 0,2-2-67 15,0-4-89-15,-2-2 73 16,-3-4-47-16,0 0-175 0,-6-1 142 16,1-4-106-16,-6 0-620 0,-2 1-473 15</inkml:trace>
  <inkml:trace contextRef="#ctx0" brushRef="#br0" timeOffset="10567.84">32341 3263 745 0,'0'0'1846'0,"0"0"-1492"16,47 4-280-16,-28-4 28 0,2 0 45 15,3 0-23-15,-3 1-92 0,3-1 0 16,-3 0-26-16,-2 0-6 16,-6 0-79-16,-2 0-71 0,-6 0-100 15,-2 0-533-15,-3-1-420 0</inkml:trace>
  <inkml:trace contextRef="#ctx0" brushRef="#br0" timeOffset="11006.45">31668 3187 1352 0,'0'0'666'16,"0"0"-471"-16,0 0-79 0,0 0 165 16,0 0-7-16,0 0 75 0,0 0-161 15,35-12-45-15,-25 4-64 0,-5 2-6 16,3-2-73-16,-5 1 22 0,0 0 3 16,-1 0-25-16,-2-3 28 0,0 6 13 15,-5-3-41-15,0 5-25 16,-3-2 24-16,2 4-40 0,-1 0-180 15,-4 4 161-15,8 3-68 0,3 9-342 16,3-2-46-16,8-2-230 0</inkml:trace>
  <inkml:trace contextRef="#ctx0" brushRef="#br0" timeOffset="11569.82">32839 2979 671 0,'0'0'423'0,"0"0"157"15,0 0-191-15,0 0 0 0,0 0 110 16,0 0-265-16,0 0-20 0,0 0 40 15,0 0-65-15,0 0-60 0,13-13-120 16,-13 20 29-16,-3 1-38 0,3 5 2 16,-2 3 23-16,-1-1-25 0,3 0-16 15,0-4 16-15,0-1 0 0,0-1-32 16,0-1 10-16,0-2 22 0,0-3-293 16,3 1 71-16,-1 3-87 15,1-4-577-15,0 0 117 0,2-3-273 0</inkml:trace>
  <inkml:trace contextRef="#ctx0" brushRef="#br0" timeOffset="11777.66">32984 3021 2053 0,'0'0'655'15,"0"0"-654"-15,0 0 117 0,-5 34 158 16,0-15-132-16,2-1-106 0,3 0-35 15,0-1-6-15,3 1 3 0,2 3-67 16,-2 0-57-16,-1 3-133 0,1-1-665 16,0-5-252-16,-3-1 433 0</inkml:trace>
  <inkml:trace contextRef="#ctx0" brushRef="#br0" timeOffset="11932.9">33037 3524 3399 0,'0'0'380'16,"0"0"-210"-16,0 0-155 0,0 0 118 15,0 0-133-15,0 0-38 0,0 0-25 16,0 0-129-16,0 0-510 0,35-5-549 16,-30 1-600-16</inkml:trace>
  <inkml:trace contextRef="#ctx0" brushRef="#br0" timeOffset="24006.8">23733 5972 278 0,'0'0'307'0,"0"0"172"15,0 0-284-15,0 0-22 0,0 0 25 16,0 0-152-16,0 0 22 0,0 0 451 15,8-35-405-15,-5 32-30 0,-1 0 16 16,4-1-58-16,-4 2-7 16,1 2-32-16,-3-1 10 0,3 1 7 15,2 0 25-15,-5 2 16 0,5 3-22 16,-2-1-14-16,-3 3 36 0,3 0 13 16,-3 1 38-16,0 2-22 0,-3-3-4 15,0 2-28-15,-2 0 5 16,2-4-50-16,-2 2 6 0,0-4 22 15,-1 2-28-15,1-2 3 0,0-2 35 16,2-1-1-16,-2 0-34 0,0 0 73 16,-1-3-42-16,4-2-37 0,2 0 49 15,-3-1-59-15,3 0 0 16,0-3-22-16,5 0 22 0,-2 1-130 16,5-1 128-16,0 3-9 0,0-1-42 15,0 3 49-15,-3 1 4 0,3 2-79 16,0 0 67-16,-3 1-4 0,3 1 16 15,-3 2 9-15,1 1 23 0,-1 3-23 16,0 0 61-16,-2-1-41 0,-3 2-23 16,0-2 60-16,0-1-22 0,0-1 1 15,0 3 93-15,-3-5-44 16,1 0-59-16,-1-2 69 0,0 0-36 16,-2 0-59-16,2-1 100 0,-2-6-109 15,0-1 0-15,2-4 0 0,-2-3 0 16,5 1-52-16,0-1 39 15,0 4 13-15,3 1-97 0,-1 1 97 16,1 5 0-16,0 1 10 0,-3-1-10 16,2 3 0-16,-2-1 31 0,0 2 0 15,0 0-31-15,0 1 22 16,0 1 46-16,0 4 62 0,-2-2-74 16,-1 4 71-16,0-1-127 0,1-1 55 15,-4-1-18-15,4 0-37 0,-1-2 12 16,0 2-12-16,3-2 0 0,-2-2 15 15,2 0-15-15,-3 0 0 0,3-1 19 16,0 0-19-16,0 0 0 0,0 0-95 16,0 0 70-16,3-1 25 15,-3 0-130-15,2-3 100 0,4-1 30 16,-1 2-140-16,0-1 125 0,3 0 15 16,-3 2-90-16,3 0 71 0,0 1 19 15,-2 1-140-15,-1 1 127 0,0 2-12 16,-2 1-70-16,0 0 95 15,-1 0 0-15,-2 1-18 0,0-1 18 16,0-1 0-16,-2 2 32 0,2-2 28 16,-6 0-22-16,1-2-19 0,0 2 46 15,-3-3-65-15,0 0 41 16,0 0-4-16,3-3-37 0,-1 0 16 16,-2-3-54-16,3 1 29 0,2-1-147 15,1-1 133-15,2-1 23 0,-3 1-91 16,3 1 89-16,0-3 2 0,0 5-101 15,0 1 83-15,3-1 14 0,-1 4-147 16,1 0 40-16,0 6-168 0,2 4-457 16,0-1 33-16,-2 0-600 0</inkml:trace>
  <inkml:trace contextRef="#ctx0" brushRef="#br0" timeOffset="25474.33">32468 5910 1201 0,'0'0'1287'0,"0"0"-1036"0,0 0-119 16,0 0-29-16,0 0-10 0,0 0-29 16,0 0-45-16,0 0 19 0,0 0-38 15,0 0-59-15,-5-2 24 0,10 0-26 16,0 1-42-16,3-1 103 15,3 0-13-15,5-2-41 0,-6 1 54 16,1 2-2-16,-6 0-14 0,-2 1 16 16,-1 0 20-16,1 0 31 0,0 0 49 15,-3 0-30-15,0 2-6 16,0 4 22-16,0-3-3 0,0 3-22 16,-6-1 34-16,4 1-19 0,-6 1-35 15,3 0 48-15,-3-4-41 0,2-1-36 16,-2-1 101-16,3-1-25 0,0 0-47 15,2 0 86-15,0-3-46 0,1-2-81 16,-1-2 84-16,1-3-84 16,2 0-56-16,0 2 34 0,0-1 22 15,2 2-125-15,6-2 99 0,0 0 13 16,3 1-112-16,2 1 109 0,0 4 16 16,0 2-78-16,-5 1 76 0,0 0 2 15,-5 0-72-15,2 3 59 0,-2-1 13 16,2 3-56-16,0 0 56 15,-2 2 25-15,0-1-16 0,-1 1 61 16,-2-1-61-16,0-1 13 0,0 2 41 16,-2-1-3-16,-4-3-48 0,-1 1 98 15,1-3-43-15,-2-1-55 16,0 0 107-16,-2-2-101 0,-3-4 23 16,2-1-1-16,0 1-40 0,6 1-3 15,0 2 0-15,-1-1 3 0,1 0-322 16,0-1 152-16,0 1-111 0,5-1-585 15,0 3-151-15,2-1-199 0</inkml:trace>
  <inkml:trace contextRef="#ctx0" brushRef="#br0" timeOffset="26593.66">32852 5692 1088 0,'0'0'384'16,"0"0"-182"-16,0 0 236 0,19 38-218 15,-17-22-32-15,1-1 28 16,-1 1-103-16,1-2-23 0,0 1 9 16,-3-3-16-16,2-4-44 15,-2-1-36-15,0-2 42 0,0-1-20 0,0-2-25 16,0-1 64-16,0-1-7 0,0 0 112 15,0 0 137-15,0-3-63 0,0-6-165 16,0-3 6-16,0-3-84 0,0-5-9 16,0 0 9-16,3 0 0 0,0 3-50 15,-1-3 38-15,1 0 12 16,2 1-167-16,3 2 120 0,0 1-57 16,0 6-97-16,0 2 200 0,-3 4-23 15,-2 2-24-15,2-1 47 0,1 3 1 16,2 0-73-16,-3 8 73 15,0 6 2-15,3 7 17 0,-3-1 85 16,3 3-98-16,-2-4 36 0,-4-5-42 16,4-1 0-16,-4-2 3 0,1-4-3 15,0-3 0-15,-1-2 28 16,1-1 26-16,-1-1 2 0,4 0-24 16,-1-1 69-16,6-7-101 0,-1-3 25 15,1-3-41-15,-3 1 16 0,2-2-66 16,-4 2 38-16,2-2 28 0,-3 3-133 15,0 2 102-15,1-1-39 0,-4 7-37 16,1 2 84-16,-3-2 23 0,2 3-54 16,-2 1 35-16,3-1-3 15,-3 1-160-15,3 6 160 0,-1 5 21 16,1 7-2-16,-3 5 3 0,3 6 0 16,-1-2-3-16,1-2-64 0,2-2-189 15,1-6-805-15,-1-5-26 0,0-3 369 16</inkml:trace>
  <inkml:trace contextRef="#ctx0" brushRef="#br0" timeOffset="27169.05">33249 5791 1881 0,'0'0'841'16,"0"0"-565"-16,0 0-48 0,0 0 68 15,-34 32-170-15,29-22-103 0,2-1-1 16,3-5 6-16,0-1-28 0,0 1-127 16,3 0 101-16,2-1-5 15,3 1-74-15,5-3 89 0,3-1 16 16,2-6-163-16,-7 1 83 0,-3 0-31 16,-3 1 14-16,-2 3 97 0,-3-1 36 15,3 0 15-15,-3 0 80 0,2 2-38 16,-2-1-87-16,3 1 7 15,-3 0 16-15,3 3 34 0,-3 1 58 16,0 0-39-16,2 3-56 0,-2-2 24 16,3 1-50-16,2-1 23 0,6-1 40 15,2-4 3-15,5-3-66 16,6-7 66-16,3-6-66 0,-3-4-85 16,-3 3 83-16,-8-3 2 0,-5 3-7 15,-3 0 7-15,-2-1 0 0,0 0-58 16,-3-3 57-16,0-2-84 0,0 3-229 15,0-2 113-15,-3 4-88 0,0 5-120 16,3 5 166-16,0 2 243 16,0 5 288-16,0 1-4 0,-2 0-72 15,2 4-164-15,0 3 77 0,-3 4 35 16,0 10 72-16,3 4-52 0,3 8-48 16,2-2-88-16,6-4 29 0,0-2-73 15,-4-7 0-15,1-1 0 0,0-5 0 16,-2-4-166-16,-1-1 147 15,-2-3-50-15,-1-3-51 0,-2-1 120 16,3 2 1-16,-3-2 27 0,3 0 39 16,-3-3-67-16,2-6-238 0,-2-4 92 15,0-4-72-15,-5-6-338 16,-6-2 31-16,6 5-171 0</inkml:trace>
  <inkml:trace contextRef="#ctx0" brushRef="#br0" timeOffset="27257.97">33482 5574 2103 0,'0'0'292'0,"0"0"-203"0,0 0-89 16,0 0-22-16,0 0-7 16,0 0-21-16,0 0-50 0,0 0-536 15</inkml:trace>
  <inkml:trace contextRef="#ctx0" brushRef="#br0" timeOffset="34143.65">23799 6013 665 0,'0'0'417'0,"0"0"-247"16,0 0-76-16,0 0-78 15,0 0-16-15,0 0-1 0,0 0 0 16,0 0 1-16,0 0 127 0,0 0-55 16,16-18-23-16,-16 18 55 15,0 0-4-15,0 0 8 0,0 0 51 16,0 0-72-16,0 0 4 0,0 0 48 16,0-1-49-16,0 1 11 0,0 0 50 15,0-1-32-15,0 0-16 0,0 0 28 16,0-1 20-16,0 0-30 0,0 0-4 15,0 1-2-15,0-2-33 0,0 2-41 16,0-2 53-16,0 2-65 0,0-2-4 16,3 1 16-16,-3-1-41 15,0 0 28-15,0 0 7 0,3 1-35 16,-3-2 9-16,2 2-10 0,-2-2 1 16,3 3-100-16,2-2 84 0,3 0-3 15,3 0-129-15,5 3 148 0,5 0-22 16,-3 6-61-16,4 1 81 15,-4 2 2-15,3 2 0 0,-5 0 0 16,3 5 13-16,-3-1 9 0,-1 2 26 16,-1 0-48-16,-1 3 12 15,-2 0-12-15,-4 0 0 0,1 1-6 16,-2 0 6-16,-4-2 0 0,-2 0 16 16,-2 0-16-16,-4-5 12 0,-2-2 7 15,-2-2 41-15,-3-1-16 0,2-3-41 16,-2 0 98-16,0-2-32 0,-3-4-60 15,2 0 93-15,-1 0-102 0,1-3 40 16,1-3 10-16,2-2-50 0,1-2-51 16,-1-2 49-16,3-2-33 15,6-2-101-15,2 2 133 0,0-2-25 16,5 3-149-16,3-3 165 0,3 4-32 16,4 0-83-16,1 0 125 0,3 2-26 15,-3 2-49-15,5 0 74 16,0 2 3-16,-2 3-51 0,2 2 50 15,-3 1 1-15,1 1-25 0,-3 3 24 16,0 2 1-16,-3 3-10 0,0 0 10 16,-2 1 23-16,-1 3-1 15,1 0 29-15,-3-1-51 0,-3 0 25 16,1 0-25-16,-4 0 0 0,-2 0 22 16,0 1 4-16,-2-3 34 0,-4-2-25 15,1 0 59-15,-3 1-50 0,3-5-31 16,-3 0 60-16,-3-2-51 0,-2-1-4 15,0-1 51-15,-1-1-15 0,1-5-45 16,0-2 92-16,2-3-79 0,1-1 0 16,-1-3 34-16,3-3-56 15,0-1-28-15,3-3 26 0,2 1 2 16,3-1-150-16,0-1 148 0,6 4-71 16,4 0-108-16,3-1 179 0,3 4-12 15,3-1-62-15,2 2 73 0,6-3 3 16,-1 7-57-16,-2 3 57 15,2 0 44-15,-4 6-25 0,1 1 82 16,-4 1-101-16,-1 5 35 0,1 5-10 16,0 3 13-16,-4 3-29 15,1 0 47-15,-2 3-56 0,-4-2 29 16,1 4-29-16,-3-2 0 0,0 1 9 16,-3 0-9-16,-2 1 0 0,-3-4 22 15,-3 1-22-15,0-3 0 0,-5 0 20 16,-2-3 11-16,-1 0-21 0,-2-4 21 15,-3-2 31-15,0-1-59 0,0-2 38 16,0-2 8-16,-2-1-49 0,2 0 38 16,0-5-17-16,0-1-21 15,3-3-27-15,2-3-5 0,-2 0 32 16,5-2-190-16,3-1 150 0,5 0-46 16,0 1-106-16,10 0 158 0,1 2-39 15,5 0-104-15,0 3 151 16,5 1-21-16,0 3-72 0,6 0 119 15,-1 3 0-15,3 1-12 0,0 1 12 16,-2 2 0-16,2 4 2 0,-5 4 52 16,0 3 39-16,-6 2-84 15,1 3 48-15,-1-1 4 0,-4 3-36 16,-1 0 64-16,-3 1-61 0,-2 0-12 16,-2 2 28-16,-1-4-44 0,-5 0 31 15,0-1-12-15,-5-3-3 0,-1-2 6 16,-4-2 35-16,-1-2-20 0,1-2-27 15,-6-2 71-15,2-4-45 0,-1-1-21 16,-1-4 69-16,0 0-71 0,0-3 27 16,3-4 13-16,-1-1-53 15,6-1-68-15,0-4 66 0,3 0-45 16,5-2-126-16,0 1 170 0,8-1-66 16,5 1-170-16,3 1 197 0,3 3-34 15,2 0-85-15,5 3 160 16,6-1-12-16,0 4-35 0,2 1 48 15,1 4 92-15,2 3 26 0,-3 1 27 16,-4 6-53-16,-4 5-64 0,-5 4-12 16,0 0-16-16,-5 3-13 15,-2 0 13-15,-4 0 0 0,-2 2-20 16,-3 0 20-16,-5 0 0 0,0-1 1 16,-5-2 12-16,-3-1-13 0,-5-3 31 15,2-2 4-15,-5-2-25 0,3-2 15 16,-5-3 34-16,2-3-28 0,-5-2-15 15,-3 0 60-15,3-4-76 0,-1-3 38 16,-2-1-20-16,6-2-18 0,-1-3-68 16,6-1 65-16,0-3-42 15,2-3-121-15,6 1 147 0,2-2-35 16,3 0-119-16,11 1 141 0,2 2-44 16,6 3-121-16,2 3 117 0,5 1-73 15,4 3-104-15,-1 2 238 16,2 1 6-16,-1 4 13 0,-1 1 0 15,0 4 19-15,-5 5-3 0,-3 1 23 16,-3 3-39-16,-2 4 64 0,0 0-3 16,-5 1 0-16,-1 2-61 15,1-1 35-15,-3-1-34 0,-3 0 37 16,1 0 68-16,-4-1-74 0,-2-2-19 16,-2 2 31-16,-4-2 4 0,-4-3 19 15,-4-1 38-15,1-1-26 0,-3-3 0 16,-2-1 40-16,-1-2-46 0,1-3-57 15,-1-1 74-15,1-1-71 16,-1-3 14-16,3-2 7 0,3-2-40 16,0-4 35-16,2 1-10 0,3-5-25 15,0 0-117-15,6-2 101 0,2-1-31 16,5-1-157-16,5 0 138 0,4 4-32 16,4-2-166-16,1 6 172 0,5-1-17 15,5 3-47-15,0 0 155 16,3 0 0-16,-1 5 1 0,4 3 26 15,-6 2 15-15,0 1-28 0,-2 5 54 16,-1 4 100-16,-2 3-69 0,-3 3-6 16,-2 0-12-16,-3 5-17 15,-1 0 29-15,-4-1-86 0,0 1 22 16,-3-2 19-16,-3 3-37 0,-5-1 18 16,-3-1 26-16,-5-2-32 0,-2-1 0 15,-6 0 50-15,-3-4 4 0,-2-2-39 16,0-1 82-16,-3-3-104 0,0-2 26 15,0-3 8-15,1-2-49 0,1-1 47 16,4-5-25-16,-1-1-22 0,6-4 37 16,2-2-22-16,6-2-15 15,0-1-189-15,5-2 188 0,0-4-49 16,5 3-115-16,6-4 152 0,2 2-78 16,8 1-199-16,6-1 211 0,2 2-10 15,5 2-45-15,3 1 133 16,0 5 1-16,0 3 0 0,-2 3 12 15,-3 4 65-15,-3 2-39 0,-3 9 63 16,-7 0-44-16,-1 6-25 0,-2 1 2 16,-8 0-15-16,3 3 3 15,-3 0 38-15,-6-4-60 0,4 5 38 16,-6-3-19-16,0-1-19 0,-6-1 22 16,-2-2 37-16,-2-1 4 0,-1-1-30 15,-5-2 91-15,3-1-124 0,-3-1 47 16,-2-4-3-16,-1-2-44 0,1-1 40 15,-4-1-3-15,1-1-37 0,3-3-31 16,-1-2 13-16,1-1 18 0,4-4-197 16,4-1 195-16,-1-2-64 15,3 0-142-15,6-4 158 0,2 1-51 16,8-2-159-16,2 1 174 0,6-1-61 16,8 2-276-16,-3 2 191 0,6 3-4 15,-1 0-53-15,3 4 254 16,0 3 35-16,3 2 227 0,2 0-36 15,-4 3 35-15,-1 3 41 0,-3 3-126 16,-2 4 16-16,-3 5 76 0,-2 0-122 16,-3 4-89-16,-6 0-12 15,1 2 37-15,-3-1-31 0,0 1 12 16,-6-1-15-16,-2-2-13 0,0-2 16 16,-5 0 9-16,-3-2 10 0,-5-1 15 15,2-4 79-15,-5-1-50 0,-2-2-57 16,-1-2 85-16,-2-3-66 0,-3-1-23 15,0-1 60-15,1-4-78 0,1-3 38 16,1 0-4-16,5-4-34 16,3 0 43-16,3-4-61 0,-1 0 18 15,11-3-181-15,0 0 169 0,0 1-16 16,13 0-193-16,3 1 158 0,5 0-47 16,6 5-152-16,-1 1 182 0,6 1-6 15,0 3-26-15,2 2 112 16,1 1 0-16,2 3 1 0,-3 1 86 15,1 4 8-15,-6 4 96 0,3 3-62 16,-6 4-53-16,1 2-10 16,-1 3 91-16,-5 4-113 0,-2 0-8 15,2 0 4-15,-5-1-40 0,0 0-3 16,-3 0 3-16,-5-1 0 0,-3-2 0 16,-5 0 0-16,0-3 0 0,-5 1 25 15,-6-3 25-15,-2 0-38 0,-3-4 26 16,-2-1 30-16,-4-2-65 0,1-4 41 15,-3-2 15-15,1-2-59 0,-1 0 43 16,-3-3-21-16,6-3-22 16,0-3-105-16,5-1 84 0,3-2 21 15,2-3-181-15,6-1 180 0,5-3-118 16,0 1-98-16,10-2 192 0,4 1-54 16,10 1-149-16,2 1 149 0,3 4-71 15,6 2-183-15,-1 2 227 16,3 2 19-16,0 3 36 0,0 2 49 15,3 1 2-15,0 1 0 0,5 3 109 16,-6 6 161-16,6 2 49 16,-5 7-151-16,-5 2-168 0,-4 2 10 15,1 4-10-15,-3-2 0 0,-5-1-14 16,-3 0 14-16,-5 0 0 0,-3-2-3 16,-5 2 3-16,-8-6 0 0,0 1 19 15,-10-2 9-15,-3-1 45 0,-6-3 69 16,-5-3 37-16,0-1-75 0,-5-2-57 15,0-5 75-15,-3-1-82 0,3 0-12 16,0-4 43-16,3-2-71 16,2-3 38-16,5-1 8 0,3 0-46 15,3-3 19-15,5-2-72 0,3-2 53 16,5-1-280-16,2 0 246 0,9-1-50 16,8 4-253-16,4-1 204 15,9 4-20-15,0 1-66 0,8 3 187 16,-1 4-10-16,1 0-3 0,3 4 45 15,-1 0 0-15,0 0 3 0,3 4 150 16,-2 2 60-16,-6 4-20 16,-3 2-7-16,-2 4-129 0,-6 2-16 15,-4 2-19-15,-1 2-22 0,-8-1 12 16,0 2-12-16,-2 0 0 0,-8-4 25 16,-1 2-21-16,-4 0-4 0,-4-3 21 15,-4 0 40-15,-4-3-8 0,-4-1-50 16,-1-4 103-16,-2 1-47 0,-5-6-46 15,5-2 77-15,-6 0-84 0,6-3 34 16,0-3 16-16,2-2-56 16,6-2 40-16,2 0-28 0,3-3-12 15,6-2-89-15,-1-5 45 0,3-1-74 16,5 0-160-16,3-3 234 0,8 3-63 16,5-4-205-16,6 2 147 15,5 4-68-15,5 0-271 0,0 4 317 16,3 2 87-16,-1 1 100 0,6 4 103 15,-2 4 113-15,2 1 237 0,-3 5-246 16,-2 5-57-16,-6 7-100 16,1 0 11-16,-4 5-61 0,-4 2 22 15,-1 1 9-15,-2 1-31 0,-5 0 13 16,-1-1-13-16,-4 2 0 0,-7-3 13 16,-1 1 12-16,-6-4-6 0,0 1-3 15,-11-5 69-15,3-3-13 0,-5 1-9 16,-6-7 82-16,1-2-49 0,-3-1-80 15,-3-3 96-15,0-2-97 0,-2 0 22 16,2-3 10-16,-3-3-47 16,6-2 6-16,5 0-6 0,-2-3 0 15,4-2-161-15,6-2 161 0,3 1-62 16,2-5-230-16,3 1 226 0,8-1-32 16,6 0-193-16,4 4 190 15,9-1-43-15,4 7-102 0,4-1 140 16,-1 5-7-16,3 2 10 0,1 3 87 15,-1 0 16-15,2 5 22 0,1 3 129 16,2 1 58-16,-2 3 18 16,0 2-97-16,-6 3-34 0,1 2-61 15,-6 3 15-15,-5 1-50 0,-3 0 29 16,-3-2-10-16,-2 0-19 0,-5-2 19 16,-6 0-7-16,-2-2 23 0,-3-2-32 15,-5 1 104-15,-9-5-31 0,-2-1 6 16,-2-2 69-16,-3-2-61 0,0-2-80 15,-1-2 105-15,-2-2-78 0,6 0-9 16,-1-2 34-16,1-2-62 16,7 0 28-16,1-3-13 0,4 1-15 15,1-4-52-15,5-5 39 0,0 0-46 16,5-3-174-16,11 3 186 0,3-1-60 16,10 1-217-16,5 1 232 15,3 2-16-15,6 2-121 0,2 0 197 16,5 5 16-16,1 0 16 0,4 3 188 15,3 2-4-15,-2 4 78 0,-3 4-16 16,0 5-68-16,-8 1-97 16,-5 4 33-16,-3 2-114 0,-5 2 31 15,-3 1-31-15,-8-1 0 0,0 0-15 16,-5-3 15-16,-5 0 0 0,-9-1-19 16,1-2 19-16,-6 0 0 0,-7-1 22 15,-4-4 27-15,-2 0-11 0,-2-2-14 16,-6-3 78-16,0-1-93 0,-5-2 40 15,0-3 10-15,0 0-59 16,0-1 24-16,2-5-24 0,9-1 0 16,2-2-70-16,3 0 30 0,5-2 31 15,5-2-254-15,3-2 232 0,5-1-62 16,9 0-182-16,1-1 218 0,12 2-59 16,5 1-174-16,5 2 188 15,0 3-47-15,5 0-123 0,1 4 182 16,-1 2-13-16,8 0 68 0,1 3 35 15,2 4 215-15,-3 3 121 0,-2 6-127 16,-3 2-38-16,-3 3-61 16,-8 4-13-16,1 0-97 0,-6 3 22 15,0 1-22-15,-5 1 0 0,-3-3 16 16,-8-1-16-16,-2 0 0 0,-3-1 12 16,-8-4 1-16,0 0 6 0,-11-3-2 15,1 1 79-15,-9-6-11 0,1-1-64 16,-6-2 103-16,-3-4-83 0,3-1-13 15,-5-2 43-15,3-1-71 16,-3-3 25-16,0-3-41 0,2-2 16 16,3-1-183-16,3 0 137 0,8-3-82 15,2 1-117-15,6-4 226 0,2 1-91 16,6-3-312-16,2 1 304 16,11 0-16-16,3 1-245 0,7 3 121 15,3 4-27-15,6 2-146 0,-1 1 249 16,6 4 71-16,-3 2 111 0,5 0 45 15,3 1 120-15,3 7 345 16,0 0-132-16,2 2-81 0,0 6 97 16,-2 1-118-16,2 4-29 0,-5 2-37 15,-2 2-90-15,-4-1-120 0,-1 4 41 16,-1-3-41-16,-6 0 0 0,-1 1 18 16,-4-3-5-16,-2 2-13 0,-6-4 25 15,-4-1-10-15,-4-1-15 0,-4-3-18 16,-4-1 18-16,-2-2 0 0,-5-5-10 15,-6 0 10-15,-2-2 53 16,-5-5-37-16,-9-1 124 0,3-1-63 16,-5-5-65-16,5-2 87 0,0-1-99 15,3-3 49-15,5 1-9 0,3-5-40 16,2 1 50-16,4-3-29 16,7 0-21-16,0-2-234 0,7 1 212 15,12 4-58-15,5 2-243 0,2 1 249 16,9 3-20-16,2 4-82 0,3 2 173 15,2 2-6-15,0 1 9 16,6 2 53-16,2 3 32 0,3 2 76 16,0 4 48-16,3 4-54 0,-8 1-105 15,-1 4 70-15,-7 3-120 0,-3 1 25 16,-3 0-25-16,-4-1 0 0,-4 2-6 16,-2-3 6-16,-3-3 0 0,-8 1-3 15,-5-5 3-15,-2 0 0 0,-6-4-6 16,0-3 6-16,0 0 0 0,-8-4 34 15,-6 3 83-15,-7-1-22 16,-11 0-74-16,1-4 129 0,-1-2-150 16,3-3 65-16,2-4-35 0,3 2-30 15,6-3 9-15,2 0-9 16,5-2 0-16,3 0-79 0,3-1 33 16,5-5 46-16,3 3-322 0,10-1 257 15,6-1-71-15,7 1-246 0,6 3 233 16,8 0-33-16,2 4-90 0,0 1 211 15,6 4-21-15,0 2-43 16,2 0 125-16,0 3 3 0,3 6 265 16,3 5-34-16,-6 2-67 0,1 3-29 15,-9 3-15-15,-2 0-123 0,-6 6 53 16,-2-1-44-16,-6 1-9 0,-7-1 19 16,-1-1-19-16,-4-3 0 0,-6-1 28 15,-6-1-25-15,-2-2-3 0,-8-5 25 16,-2-2 12-16,-4 0 19 0,-4-3-40 15,-6-4 135-15,3-1-70 16,-6-4-69-16,4 0 93 0,1-4-90 16,4-2 31-16,-1-2 15 0,6 0-61 15,2-3 43-15,4 0-21 16,4-4-22-16,3 1-105 0,0-4 84 16,8 1-105-16,5-4-174 0,6 2 204 15,4 3-50-15,9-2-279 0,5 6 267 16,3 0-8-16,2 4-60 0,1 2 178 15,4 2 16-15,1 2 32 16,2 2 93-16,1 2 130 0,-4 5 84 16,-2 4-92-16,-2 4-90 0,-9 3-118 15,1 3 81-15,-9 1-88 0,1 0 31 16,-3 0-6-16,-6 2-25 0,-2-1 25 16,-3-2 0-16,-2-2-10 0,-6-1 13 15,-5-3 53-15,0 1-62 0,-5-4 18 16,-3 0 31-16,-5-2 0 0,-3-4-62 15,-5 1 154-15,-1-5-86 16,-1 0-53-16,-1-2 81 0,0-3-102 16,3-2 52-16,2-2-28 0,3-1-24 15,6-3 18-15,-1 1-18 16,6-2 0-16,5-2-177 0,0 1 176 16,5-6-107-16,6 3-203 0,7-2 218 15,6 2-54-15,8 1-230 0,5 2 245 16,3 3-4-16,7 4-100 15,6 4 166-15,0 2-10 0,3 2 80 16,5 3 80-16,2 5 79 0,-4 4 41 16,-4 3-41-16,-2 3-40 0,-8 3-31 15,-2 2 42-15,-9 2-115 0,0 3 23 16,-7-2-1-16,-1 0-37 0,-4-3 31 16,-9 1 7-16,-3-2-38 0,-7-2 40 15,-3-2-24-15,-3-1-16 0,-7-6 21 16,-6 0 69-16,-3-3-15 0,-4-3-57 15,-4-1 143-15,1-3-54 16,-1-1-88-16,1-2 100 0,-1-2-119 16,3-4 40-16,3-2-9 0,5 2-31 15,6-2-71-15,4-3 32 16,4 0 26-16,2-3-288 0,2-4 261 16,9 1-100-16,5-1-194 0,8 1 221 15,5 1-16-15,8 3-200 0,5 4 151 16,3 3-23-16,-2 3-73 15,4 3 229-15,1 0 25 0,2 6 20 0,1 4 222 16,-4 3 34-16,4 5 5 16,-9 0-14-16,-2 5-58 0,-6 1-79 15,-5 1 31-15,-5-1-141 0,-5-1 41 16,-6-1-32-16,0 0-9 0,-8-5 28 16,-2 0 19-16,-3-4-32 0,-8-2 16 15,-5-3 59-15,0-1 3 0,-6-5-31 16,-2-1 147-16,-3-1-68 15,0-5-138-15,-2-2 113 0,-1-2-116 16,3-2 46-16,1-2-43 0,7 0-3 16,-3-1 15-16,6 0-27 15,5-3 12-15,5 3-199 0,3-4 172 16,3 2-41-16,10 0-249 0,3-1 252 16,11 5-65-16,2 2-205 0,3 5 209 15,5 2-15-15,0 3-113 0,2 3 241 16,-2 3 10-16,3 4 3 0,0 4 140 15,0 1-4-15,-6 1 40 16,-2 4-2-16,-3 1-59 0,-8 1-90 16,-2 1 87-16,-3-3-112 0,-8 0 53 15,0-1-31-15,-6-1-22 0,1-3 37 16,-3-2 19-16,-5-2-32 0,-3 0 7 16,-6-4 71-16,1-1-34 0,-5-3-56 15,-4-1 114-15,1 0-111 0,-3-2 40 16,3 0-9-16,-3-2-46 15,8-1 25-15,6 0-25 0,-1-2 0 16,6 2 40-16,5-1-34 0,-3-5-6 16,6-1-225-16,8-4 142 15,7-3-92-15,9 1-232 0,7 3 253 16,3 3-107-16,0 6-263 0,3-2 235 16,0 6 74-16,-6 2 163 0,-2 6 52 15,-6 3 242-15,-7 5 100 0,-9 3-176 16,-4 3-42-16,-9 0 25 0,-2-1 53 15,-6 0-30-15,-5-4-93 16,0 0 18-16,-2-2-97 0,-1-5-150 16,1-2-140-16,2-4-444 0</inkml:trace>
  <inkml:trace contextRef="#ctx0" brushRef="#br0" timeOffset="42080.46">32637 6087 1845 0,'0'0'658'15,"0"0"-400"-15,0 0-78 0,0 0 12 16,0 0-74-16,0 0-48 0,0 0-38 16,0 0 19-16,0 0-51 0,-10 2-35 15,7 14 35-15,3 5 7 0,3 7 12 16,-3 5 16-16,2 2-35 0,-2 5 22 15,3 1 26-15,-3 4-48 0,3-2 22 16,-3-3 0-16,0-3-16 16,2-6 7-16,4-2 25 0,-4-3-38 15,4-7-194-15,-4-3 35 0,1-4-30 16,0-5-232-16,-3-2 121 0,0-3-109 16,-3-1-456-16,0 0 291 15</inkml:trace>
  <inkml:trace contextRef="#ctx0" brushRef="#br0" timeOffset="42421.11">32375 6402 2415 0,'0'0'426'0,"0"0"-22"15,0 0-296-15,0 0 13 0,0 0-38 16,8-35-33-16,3 22-50 0,5-4 7 15,2-2-7-15,1-2 0 0,-1 1 28 16,1-1 1-16,-1-1-20 16,1 0 4-16,-1-1 37 0,-2 0-50 15,0 0-91-15,0 0 78 0,0 1 3 16,-3 3-107-16,-2 3 114 0,-3 4-57 16,-6 7-58-16,1 2 118 0,0 1 0 15,-3 2-41-15,2 0 25 16,-2 5 12-16,6 8 4 0,-6 7 198 15,5 8-100-15,-2 4-57 0,-1 2 42 16,4 0-83-16,-1 0-19 16,3 0 3-16,0 3 16 0,0 3-244 15,-3 2-21-15,0 5-194 0,-2 0-835 16,-3-10-11-16</inkml:trace>
  <inkml:trace contextRef="#ctx0" brushRef="#br0" timeOffset="42899.8">32735 7700 1808 0,'0'0'777'0,"0"0"-506"0,0 0-149 16,0 0 42-16,0 0 30 0,0 0-6 15,0 50-5-15,-2-26-57 16,-1 5-37-16,0 0-61 0,1 2 60 16,-1 2-88-16,1 2 9 0,-4-1-9 15,6-1 0-15,-2-2 17 0,-1-2-24 16,0-2 7-16,-2-4-233 15,0 0 132-15,-3-6-79 0,2-3-285 16,-1-1 176-16,-4-6-69 0,0-2-161 16,3-3 298-16,0-2 3 0,0 0-78 15,3-4 120-15,-3-5-39 0,3 0-395 16</inkml:trace>
  <inkml:trace contextRef="#ctx0" brushRef="#br0" timeOffset="43167.61">32550 7998 1397 0,'0'0'579'0,"0"0"-116"16,0 0 178-16,0 0-360 0,0 0-97 16,0 0-73-16,0 0 6 0,0 45-13 15,3-17-7-15,2 0 67 16,0-1-62-16,3 0-64 0,0-2 83 16,0-2-96-16,3-1 9 0,2-4 31 15,0-2-65-15,0-2 49 0,6-3-6 16,-3-2-43-16,0-6 53 15,2-3-19-15,-2 0-34 0,-3-6-22 16,3-4 22-16,-2-5 0 0,-1-1 3 16,-3-4 6-16,1-1-9 0,0-1-117 15,-3-3 83-15,2 0-90 0,-5-2-266 16,3-4 123-16,-5 2-321 0,0 7-1789 16</inkml:trace>
  <inkml:trace contextRef="#ctx0" brushRef="#br0" timeOffset="43916.6">32277 7103 1152 0,'0'0'527'16,"0"0"-205"-16,0 0 128 0,0-36-253 15,-2 30 6-15,-1 0 34 16,0 2-96-16,-2 2-23 0,2-1-13 16,-5 3-4-16,-5 4-82 0,0 6-3 15,-3 6 79-15,0 3-6 0,0-1-49 16,6 2 52-16,2-5-73 0,2 1 18 16,4-3-27-16,2-5-10 0,2-1-66 15,-2-3 66-15,3-2 0 0,5 1-79 16,0-3 79-16,5-3 47 0,0-5-21 15,1-2 61-15,-1-1-87 16,-5 0 38-16,0 0-13 0,-3 2-25 16,-2-2 35-16,2 3 0 0,-5 2-35 15,3 3 37-15,-3 0-6 0,0 1-31 16,0 0-25-16,2 2 24 16,-2 0 1-16,0 1-84 0,3 6 84 15,0 4 0-15,5 8 22 0,-3-1 28 16,3 2-50-16,0-3-25 0,2-2 24 15,4-2 1-15,-1-2-205 16,0-5 89-16,0-1-20 0,1-3-194 16,-4-2 190-16,-2-2-65 0,3-5-479 15,-1-2-39-15,-7-2-13 0</inkml:trace>
  <inkml:trace contextRef="#ctx0" brushRef="#br0" timeOffset="44167.7">32449 7082 7 0,'0'0'2439'0,"0"0"-2210"0,0 35-1 16,3-16 57-16,0-3-122 0,2-1-58 15,0-4-95-15,1-1 60 0,2-1-14 16,2-3 5-16,1-1 62 16,-1-2-48-16,-2-3-59 0,0-2 97 15,0-3-37-15,-3 2-32 0,1-4 84 16,2-3-56-16,0-4-66 0,0-1 90 15,-3 0-96-15,3 0 28 16,-6 2-28-16,4-1 0 0,-4 3-249 16,4-3 174-16,-4 3-63 0,6 5-317 15,-5 1 124-15,2 3-225 0,1 0-826 16,-4 1 264-16</inkml:trace>
  <inkml:trace contextRef="#ctx0" brushRef="#br0" timeOffset="44433.6">32690 7096 1941 0,'0'0'396'0,"0"0"-215"15,0 0 6-15,0 0 16 0,0 0-27 16,0 0-64-16,0 0-20 16,22 40-37-16,-14-36-27 0,-3 0 68 15,0-2-26-15,3-1-7 0,-3-1 95 16,1-1 12-16,2-3 19 0,-3-1-21 15,0-4-93-15,3 2-60 16,-3-4 72-16,1-3-87 0,2 1-28 16,-3 1-9-16,-2 2 21 0,-1 3-242 15,1 2 173-15,0 1-72 0,-1-1-286 16,4 0 83-16,-1 1-229 0,0 3-997 16</inkml:trace>
  <inkml:trace contextRef="#ctx0" brushRef="#br0" timeOffset="44602.88">32947 7073 1438 0,'0'0'683'0,"0"0"-298"15,0 0 229-15,0 0-292 0,0 45-55 16,0-29-119-16,-2-2-60 16,2-3-88-16,0 2 28 0,0-3-28 15,0-2 0-15,0-2-129 0,0-1 31 16,2-2-114-16,1 0-362 15,0-1 149-15,5-2-216 0,-6 0-1193 16</inkml:trace>
  <inkml:trace contextRef="#ctx0" brushRef="#br0" timeOffset="44959.61">33082 6985 417 0,'0'0'2515'15,"0"0"-1937"-15,0 0-442 0,0 0-9 16,-2 40 42-16,2-21-14 0,0-3-127 16,0 0 10-16,2-5 18 0,1-3-56 15,0-2 37-15,2-1-31 0,-2-4-6 16,5 2 31-16,0-2-9 16,10-1-22-16,1 0-127 0,-1-5 126 15,1 0-63-15,-6-1-153 0,-2 2 216 16,-4 1-43-16,-1 2-133 0,-4 1 155 15,4 0-16-15,-4 0-25 16,1 1 63-16,5 3 95 0,0 5 59 16,2 1-6-16,1 5-98 0,2 1-22 15,3 0 8-15,-5-2-36 0,2-4-104 16,-5-3 60-16,0-1-66 0,-3-3-197 16,1 0 215-16,-4-3-96 0,1 1-564 15,-3-1-331-15,0-1-202 0</inkml:trace>
  <inkml:trace contextRef="#ctx0" brushRef="#br0" timeOffset="45145.8">33114 6909 1914 0,'0'0'1314'0,"0"0"-1306"0,45 8-7 15,-29-2 2-15,3 5 28 16,-1 3-31-16,3 1 0 0,1 2-226 16,-4 0-150-16,-7-4-644 0</inkml:trace>
  <inkml:trace contextRef="#ctx0" brushRef="#br0" timeOffset="45302.16">33533 7232 2146 0,'0'0'2438'0,"0"0"-2404"16,0 0 19-16,0 0-53 0,0 0 0 15,0 0-108-15,0 0-199 16,0 0-385-16,0 0-2574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11T10:33:31.4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4706 9692 425 0,'0'0'381'0,"0"0"-94"16,0 0 110-16,0 0-195 0,0 0 0 16,0 0 73-16,0 0-161 0,0 0-20 15,-13-11 64-15,13 11-90 0,0 0-10 16,0 0-13-16,0 0 3 0,0 0-9 16,0 0-4-16,0 0 17 15,0 0-52-15,0 0-6 0,0 0 5 16,0-1-33-16,0 1-59 0,0 0 67 15,0 0-6-15,0 0 32 16,5 0 42-16,-2 0 22 0,2 0 20 16,9 1-46-16,-1 1-9 0,3 0 3 15,2 0 39-15,3-2-30 0,-2 0-18 16,2 0 25-16,-2 0-39 0,2-3 14 16,0 0-14-16,-2 2-9 0,-3 0 0 15,2 0 0-15,-5 0 0 0,-5 0 23 16,0 1-20-16,-2 0-3 0,-6 0-10 15,5 0 8-15,-3 0 2 0,-2 0-77 16,6 0 45-16,-6 1-51 16,0-1-114-16,0 2 110 0,0-2-58 15,0 1-292-15,0 0-43 0,0-1-145 16</inkml:trace>
  <inkml:trace contextRef="#ctx0" brushRef="#br0" timeOffset="1563.91">4648 12359 476 0,'0'0'499'16,"0"0"28"-16,0 0-367 16,0 0-17-16,0 0 84 0,0 0-146 15,0 0-29-15,0 0 16 0,0 0-13 16,0 0 10-16,-3 0 32 0,3 0-26 16,0 0 3-16,0 0 39 0,0-2-20 15,0 2-22-15,0-1-16 16,0 0 9-16,0 0-19 0,0 0-23 15,3 0 46-15,-3 0-30 0,0 1-32 16,0-1 29-16,5 0-35 0,-5 0-83 16,6-1 80-16,-4 2-29 0,9-1-13 15,-3 1 45-15,10-1 0 0,-2 0 3 16,6 1 23-16,1-1 13 0,-1 0-20 16,-1 0 80-16,0 0-35 0,-3-1-26 15,4-2 26-15,-1 2-39 16,-3-1-6-16,-4 3 26 0,-1-3-17 15,0 0-21-15,0 1 59 0,1 0-22 16,-6 1-37-16,-8 1 43 16,5-2-34-16,-3 1 13 0,-2-1 18 15,6 1-31-15,-6 1 15 0,0 0-9 16,0 0-22-16,0 0-82 0,0 0 35 16,0 0-51-16,-6 0-185 15,6 0 124-15,0 1-194 0,-2 2-1021 16,-3-1 16-16</inkml:trace>
  <inkml:trace contextRef="#ctx0" brushRef="#br0" timeOffset="8876.65">5885 9765 93 0,'0'0'274'15,"0"0"-205"-15,0 0 32 0,0 0 52 16,0 0-39-16,0 0 0 0,0 0 134 16,34 14-128-16,-15-14-19 0,-3-3 62 15,2-2-69-15,1 2-25 0,2-2 70 16,0 1-54-16,0 0-4 0,3 1 39 15,3-1-117-15,-3 4 10 16,7-4-13-16,-1 3 0 0,1-1 0 16,4-2 0-16,-1 1 20 0,6 1-20 15,0-3 61-15,-6 2-38 0,6 0-4 16,0-3 20-16,2 4-10 16,3 0 0-16,-3-2 10 0,3 0-23 15,-2 3-12-15,4-1 25 0,-2 0-26 16,-2 1 10-16,-3 0-13 0,-1-2 0 15,1 1 2-15,-6 0 4 16,1 0-3-16,2 0-3 0,-8 1 1 16,-2 1 12-16,2 0-13 0,-11 0-41 15,-5 3-228-15,-5-1-208 0,-2 0-898 16</inkml:trace>
  <inkml:trace contextRef="#ctx0" brushRef="#br0" timeOffset="10816.79">8483 9568 1183 0,'0'0'52'15,"0"0"1"-15,0 0-14 0,0 0-39 16,0 0-72-16,0 0-35 15,0 0 107-15,0 0 16 0,0 0 98 16,0 0-7-16,19 7-45 0,-9-4 19 16,6 2-51-16,0-3 12 0,-3 1 62 15,8-1-62-15,-2 5-9 0,0-4 51 16,4 3-68-16,4-1 23 0,-1 0-23 16,6-1-15-16,5-1 11 0,3 4-9 15,5-5 20-15,-3 1-10 0,11 1 55 16,0-2-16-16,6 2-17 0,4-3 4 15,-2 2-23-15,0-2-3 16,5-1 39-16,6 0-13 0,-1 0-7 16,1 0 14-16,2-1-24 0,-5-2 4 15,0 2-24-15,-3-2 18 0,0 2-20 16,-5-2-1-16,0 0 1 16,-8 3 0-16,5-1-20 0,-10 1-155 15,-6 1-201-15,-13 0-757 0,-10 1 390 0</inkml:trace>
  <inkml:trace contextRef="#ctx0" brushRef="#br0" timeOffset="11627.43">13478 9370 1360 0,'0'0'71'0,"0"0"-70"0,0 0 53 16,0 0-18-16,0 0-36 0,0 0-1 15,0 0 1-15,0 0 55 0,0 0-16 16,0 0-39-16,24-19-16 15,-21 20 16-15,7 3 29 0,4 0-9 16,4 0 28-16,1 4-9 0,4-1 30 16,4-2 54-16,-3-3-61 0,8 2 6 15,2-1 42-15,8-1-39 0,-2-2 20 16,13 2 26-16,5-2-75 16,3 0-13-16,8 0 21 0,5 0-27 15,6-2 3-15,2 1-7 0,0-1 17 16,0 1-36-16,-5 0-11 0,0 1 10 15,-6 0 1-15,-2 2-20 16,-3 0 19-16,-5-1 0 0,-3 2-54 16,-7 1-67-16,2 0-98 0,-14 1-511 15,-9-1-269-15</inkml:trace>
  <inkml:trace contextRef="#ctx0" brushRef="#br0" timeOffset="60256.73">6280 13021 328 0,'0'0'196'0,"0"0"-17"0,0 0 157 15,0 0-147-15,0 0-13 0,0 0-56 16,0 0-117-16,0 0 179 0,0 0-58 15,0-23-85-15,0 20 23 0,0-1 54 16,0 1-44-16,0 2-27 0,0-2 33 16,0 2-52-16,0-4-7 0,0 4 5 15,0 1-24-15,0-1-13 16,2 1-39-16,-2 0-3 0,0 0 10 16,6 0-4-16,-4 0 36 0,3-1-10 15,3 1 8-15,-2 0 15 0,7 0-19 16,3 1 19-16,0 0 0 15,0-1 0-15,5 0 3 0,-3 0 13 16,4 0 7-16,4 0 6 0,1 0-29 16,2 0-13-16,-3 1-477 0,-7 1-126 15,-3 1-143-15</inkml:trace>
  <inkml:trace contextRef="#ctx0" brushRef="#br0" timeOffset="61113.89">8330 13169 446 0,'0'0'228'16,"0"0"-23"-16,0 0 72 0,0 0-137 15,0 0-52-15,0 0 16 0,0 0-35 16,0 0-1-16,0 0 20 0,0 0-43 16,-8-26-22-16,13 23 13 15,-2 0-14-15,-3 0-5 0,5 0 3 16,-5 2-20-16,5-3-2 0,-2 3-14 16,7 0 16-16,-7 0-3 0,8 1-11 15,-1-1 12-15,1 1 1 0,5 0 1 16,2 0 4-16,1 0-3 0,-3 1 3 15,2 1-2-15,-2 1 0 0,-3 3-2 16,6-1-8-16,-3 1-223 0,-3-3-450 16,-8 0 3-16</inkml:trace>
  <inkml:trace contextRef="#ctx0" brushRef="#br0" timeOffset="62609.41">10083 13177 99 0,'0'0'244'0,"0"0"-15"0,0 0 126 16,0 0-192-16,0 0-46 0,0 0 105 16,0 0-125-16,0 0 11 15,0 0 44-15,0 0-116 0,-16-26-16 16,16 24 9-16,-3 0-3 0,3 1 10 16,0 1 12-16,0 0-28 0,0 0-20 15,0 0 0-15,0 0-33 16,0 0 1-16,3 0-7 0,0 0 38 15,-1 0 1-15,6 0 1 0,3 0-1 16,-3 0 13-16,13 0 6 0,-8 0-15 16,8 0-1-16,-2 0 18 15,-1 0-18-15,4 0 0 0,-1 0 21 16,5-1-24-16,3-1-3 0,-5 1 3 16,3-1 0-16,-6 2 26 0,0-1-23 15,3 0 16-15,-8 0-17 0,2 1 0 16,-2 0-2-16,-5 0-48 0,-3 3-150 15,-3 0 58-15,-2-1-59 0,-3 0-400 16,5 2 90-16</inkml:trace>
  <inkml:trace contextRef="#ctx0" brushRef="#br0" timeOffset="64660.67">10133 13248 780 0,'0'0'225'0,"0"0"-39"15,0 0 13-15,0 0-112 16,0 0-18-16,0 0 74 0,0 0-65 15,0 0-16-15,-2-16 12 0,2 16-48 16,0 0-26-16,0 0-53 16,0 0 24-16,0 1 3 0,0 2 13 15,2 2 13-15,-2 5 26 0,8 6 23 16,-5 1-7-16,-1 4 13 0,6 4 52 16,-2 4-48-16,-6 3-24 0,10 4-6 15,-7 3-12-15,-3 4-14 0,0 1 24 16,5 2-25-16,-5 0 12 0,0-1-12 15,0-2 19-15,-5-3-19 0,5-3 15 16,0-5-17-16,-3-1-39 16,1-5-55-16,2-1-32 0,0-6 12 15,2-3-233-15,-2-4 119 0,3-5-78 16,-3-1-359-16</inkml:trace>
  <inkml:trace contextRef="#ctx0" brushRef="#br0" timeOffset="65158.52">9921 13508 437 0,'0'0'642'0,"0"0"-355"16,0 0 48-16,0 0-208 0,0 0-69 16,0 0-19-16,0 0-16 0,0 0-1 15,0 0 40-15,8-21-26 16,-2 12-14-16,-4-2 30 0,9-3-9 15,-3-2 21-15,-6-3 50 0,6 0-59 16,-2 3-7-16,-6-5-19 16,5 4-10-16,-2-3-15 0,2-2-3 15,-5 0-1-15,8 1 0 0,-3-1-25 16,-5 2 22-16,8 3-26 0,-5-2-28 16,-1 6 24-16,-2 0 4 0,0 3-5 15,0 4 33-15,0 2 1 0,0 0 9 16,0 2 7-16,0-2-15 0,0 3 24 15,0 1-12-15,0 6-11 0,6 2 128 16,-1 6-27-16,3 3-29 0,0 2-54 16,5-2 18-16,0 0-38 15,1-3-9-15,1 1-17 0,1-1-106 16,0-5-296-16,0-1-68 0,-5-1-322 0</inkml:trace>
  <inkml:trace contextRef="#ctx0" brushRef="#br0" timeOffset="69953.71">9773 14038 307 0,'0'0'211'0,"0"0"5"0,0 0 136 16,0 0-173-16,0 0-33 0,0 0 105 15,0 0-128-15,0 0 1 0,0-27 67 16,0 26-100-16,0 0-7 0,0 0 36 15,3 0-72-15,-3 1-22 0,0 0-26 16,0 0-26-16,0 1 26 16,0 2 33-16,0 3 41 0,0 6 7 15,0 3 51-15,5 4-42 0,-2 1-48 16,-3-1-42-16,0-2 25 16,2 1-25-16,1 1 0 0,-3-5-12 15,8 3-37-15,0-5-347 0,-3-1 27 16,3-4-73-16,-3 0-551 0,-5-5 425 15</inkml:trace>
  <inkml:trace contextRef="#ctx0" brushRef="#br0" timeOffset="70187.5">9882 14124 635 0,'0'0'218'0,"0"0"4"0,0 0 51 16,0 0-211-16,0 0-39 16,0 0-10-16,0 0 46 0,0 0 61 15,0 0 98-15,0 0-176 0,-6 42-16 16,6-29-10-16,0 0-15 16,0-3-1-16,0-3-28 0,0-2-164 15,0-2-107-15,0 1-463 0,6-1 269 16</inkml:trace>
  <inkml:trace contextRef="#ctx0" brushRef="#br0" timeOffset="70513.74">9794 14037 460 0,'0'0'710'0,"0"0"-413"0,0 0-76 16,0 0 74-16,0 0-158 16,0 0-50-16,0 0-65 0,0 0-20 15,0 0 66-15,0 0 74 0,35-2-64 16,-14 2 2-16,-3-3-8 0,3 2-31 15,1 1-41-15,-4 0 13 0,1 0-16 16,-3 1 3-16,0 1-187 16,-3 2-146-16,0 0-92 0,-8-2-519 15,3 0 112-15</inkml:trace>
  <inkml:trace contextRef="#ctx0" brushRef="#br0" timeOffset="73503.5">13558 13948 203 0,'0'0'186'0,"0"0"82"15,0 0-109-15,0 0 34 16,0 0 142-16,0 0-172 0,0 0-40 16,0 0 69-16,0 0-127 0,2-9-13 15,-2 9-40-15,0 0-12 0,0 0 0 16,0 1 0-16,0 2 52 16,0 0 6-16,0 2 40 0,0 3-34 15,0-1-9-15,0 7 26 0,0-1-55 16,0 1-23-16,0-2-3 0,0 0 0 15,0-3-1-15,0-4-93 0,0 1-58 16,0-2-23-16,3 2-202 16,0-2 120-16,-3-1-56 0,0 2-332 15</inkml:trace>
  <inkml:trace contextRef="#ctx0" brushRef="#br0" timeOffset="73830.3">13674 13929 483 0,'0'0'300'15,"0"0"-1"-15,0 0 151 0,-8 45-288 16,8-32-19-16,0 1 7 16,0 1-115-16,0-1-9 0,0-2-6 15,0 1-7-15,0-2-10 0,0-1 1 16,0-2-3-16,0-3-1 0,0 0-139 16,0-1-20-16,0-1 6 0,0-1-182 15,0 2 74-15,0-3 4 0,0-1-144 16,0 0 101-16</inkml:trace>
  <inkml:trace contextRef="#ctx0" brushRef="#br0" timeOffset="74094.91">13552 13982 658 0,'0'0'286'15,"0"0"-22"-15,0 0 104 16,0 0-222-16,0 0-12 0,0 0 25 16,0 0-114-16,0 0-19 0,0 0 26 15,0 0-26-15,6-28 0 0,-1 27 13 16,-2-1-17-16,10 1 8 0,3-1 21 16,2 0-47-16,1 0 18 0,-1 1-19 15,-2 1 10-15,3 0-13 0,-3 0-8 16,2 0 7-16,-5 3 0 0,1-1-495 15,-4-1 1-15,-4 0-133 16</inkml:trace>
  <inkml:trace contextRef="#ctx0" brushRef="#br0" timeOffset="76340.89">11910 13960 178 0,'0'0'571'0,"0"0"-366"15,0 0-22-15,0 0 123 0,0 0-150 16,0 0-26-16,0 0 94 0,0 0-110 15,0 0-1-15,-2-18 43 16,-1 17-85-16,3 0 0 0,0-1 42 16,0 1-32-16,0-1-4 0,-3 1 10 15,3 1-40-15,0 0-47 0,0 0-165 16,0 4 71-16,0 0 36 0,0 4-13 16,0 5 69-16,-2 4-21 0,2 3-10 15,0 0 32-15,-3-3 0 0,3-1 1 16,0-1-3-16,0-1-59 0,0-2-239 15,0-3 51-15,3-1-27 16,-3-3-172-16,0-2 68 0,2 2-102 0</inkml:trace>
  <inkml:trace contextRef="#ctx0" brushRef="#br0" timeOffset="76593.14">11995 14009 435 0,'0'0'466'15,"0"0"-394"-15,0 0-72 0,0 0-82 16,0 0 82-16,0 0 40 0,0 0 104 16,0 0-76-16,13 33-6 0,-10-20-10 15,-3 0-39-15,5-1-10 0,-2-1-3 16,-3-3-114-16,3-4-71 0,-3 1-373 15,0-2 142-15</inkml:trace>
  <inkml:trace contextRef="#ctx0" brushRef="#br0" timeOffset="76837.46">11963 13978 460 0,'0'0'560'0,"0"0"-283"0,0 0 111 15,0 0-223-15,0 0-51 0,0 0 12 16,0 0-100-16,0 0-10 0,0 0-16 16,0-6-33-16,11 6 17 0,-1 3 14 15,4 0 0-15,7 3 2 0,-3-3 1 16,1 4-1-16,-3-2-306 0,-3 1-693 15,0-4 224-15</inkml:trace>
  <inkml:trace contextRef="#ctx0" brushRef="#br0" timeOffset="77900.99">15340 13948 724 0,'0'0'261'0,"0"0"-27"0,0 0 82 16,0 0-150-16,0 0-33 0,0 0 68 15,0 0-123-15,0 0-78 0,0 0-5 16,0 0 5-16,-3-4 65 0,3 10 80 15,0 3-73-15,3 4-40 16,0 1-13-16,-3 0-17 0,0 0 0 16,5-3-2-16,-2 1 0 0,-1-1-4 15,1-4-135-15,-3 1-55 0,5-4-40 16,-2 0-208-16,2-1 165 16,1-1-29-16,-1-1-366 0</inkml:trace>
  <inkml:trace contextRef="#ctx0" brushRef="#br0" timeOffset="78153.41">15518 13946 641 0,'0'0'225'0,"0"0"-23"0,0 0 101 16,0 0-182-16,0 0 12 0,-16 39 26 15,13-25-84-15,0 2-52 16,3-2-3-16,0-2-7 0,0-3-11 16,3-3-2-16,-3 2-21 0,3-4-38 15,-1 1-175-15,-2-1 19 0,0 1-16 16,6-1-199-16,-4-1 173 16,-2-1 22-16,3-1 0 0</inkml:trace>
  <inkml:trace contextRef="#ctx0" brushRef="#br0" timeOffset="78433.89">15404 13959 321 0,'0'0'244'0,"0"0"-32"0,0 0 199 15,0 0-232-15,0 0 6 0,0 0 163 16,-19-34-179-16,14 28-4 0,5 4 55 15,-3-1-97-15,1 0-1 16,2 2 12-16,0 0-54 0,-3 1-19 16,3-1-19-16,0 1-36 0,0 0-6 15,3 0-151-15,-1 0 116 0,9 0 35 16,5 2 4-16,5 2 19 16,3-2-23-16,2 2-4 0,1 3 4 15,-4-2 0-15,4 3-82 0,-1-2-296 16,-4 1-131-16,-6-1-760 0</inkml:trace>
  <inkml:trace contextRef="#ctx0" brushRef="#br0" timeOffset="80663.17">16892 13955 147 0,'0'0'143'0,"0"0"53"0,0 0 140 15,0 0-170-15,0 0 7 0,0 0 155 16,0 0-139-16,0 0-13 0,0 0 93 16,0 0-156-16,5-16-6 0,-5 15 32 15,0 1-84-15,0 0-55 0,0 0-13 16,0 0-29-16,0 2-3 0,0 1 45 15,0 4 45-15,0 3 0 16,-2 4-6-16,2-1-36 0,0 3 10 16,0-3-10-16,0-2 0 0,0 2-3 15,2-3-61-15,1 0-48 0,2-4-44 16,-2-1-197-16,0-2-20 16,2-1-145-16</inkml:trace>
  <inkml:trace contextRef="#ctx0" brushRef="#br0" timeOffset="80911.66">17059 13950 855 0,'0'0'590'15,"0"0"-388"-15,0 0-50 0,0 0 56 16,0 0-85-16,0 0-25 0,0 0-14 15,-8 45-65-15,11-31 1 16,-1-3-2-16,4 0-18 0,-4-2 0 16,1-5-27-16,0 2-44 0,-1-3-46 15,1 0-126-15,0 3 22 0,-1-2-7 16,1-3-244-16,-3-1 100 16,0 0-61-16</inkml:trace>
  <inkml:trace contextRef="#ctx0" brushRef="#br0" timeOffset="81160.73">16990 13931 579 0,'0'0'303'0,"0"0"20"0,0 0 22 16,0 0-199-16,0 0 62 0,0 0 10 15,0 0-144-15,0 0-12 16,0 0-62-16,-18-3-58 0,18 3-1 16,0 0 59-16,8 1 9 0,-1 0 7 15,9-1 20-15,6 0-33 0,-1 0-2 16,3 0-1-16,-1 2-3 16,1 3-81-16,-8-2-882 0</inkml:trace>
  <inkml:trace contextRef="#ctx0" brushRef="#br0" timeOffset="97218.48">18640 13989 103 0,'0'0'372'0,"0"0"-69"0,0 0 69 15,0 0-219-15,0 0-10 16,0 0 59-16,0 0-69 0,0 0-19 15,0-27 41-15,3 24-61 0,-1-2-6 16,1 2 3-16,-3 1-69 0,3-1 11 16,-1 1-7-16,1 1-26 0,0 1-23 15,-1 0-58-15,1 0 42 16,0 1 16-16,-1 3 1 0,1-1 8 16,0 1 14-16,-1 4 1 0,-2 1-1 15,3 4 3-15,-3-3-1 0,0 1-1 16,0-5-1-16,0 0-1 0,0 1-112 15,0 3-27-15,3 1-237 16,-1-2 71-16,-2-1-19 0,3-4-288 16</inkml:trace>
  <inkml:trace contextRef="#ctx0" brushRef="#br0" timeOffset="97535.51">18796 13998 32 0,'0'0'172'15,"0"0"-12"-15,0 0 114 0,0 0-111 16,0 0-49-16,0 0 10 0,0 0-65 15,0 0-17-15,0 0-15 16,3 35-27-16,-3-28 16 0,3-3-15 16,-3 2-1-16,2-3 0 0,1 1 0 15,0 2-14-15,-3-2-109 0,0-2-181 16,2 1-18-16,-2-1-92 0</inkml:trace>
  <inkml:trace contextRef="#ctx0" brushRef="#br0" timeOffset="97822.73">18704 13950 370 0,'0'0'505'16,"0"0"-323"-16,0 0-6 0,0 0 104 15,0 0-156-15,0 0-85 0,0 0 84 16,0 0-48-16,45-10 6 0,-24 9 75 16,-3 1-104-16,4-1-23 0,-4 1 36 15,3 0-36-15,1 0-16 16,-1 3-13-16,-3 0-16 0,1 4-26 15,-1-1-637-15,-7-2-313 0</inkml:trace>
  <inkml:trace contextRef="#ctx0" brushRef="#br0" timeOffset="-159669.02">7681 13969 345 0,'0'0'381'16,"0"0"-231"-16,0 0-72 0,0 0-6 16,0 0-72-16,0 0-26 0,0 0 26 15,0 0 357-15,0-5-74 0,0 5-33 16,0 0-172-16,0 0-13 0,0 0-3 16,0 0-62-16,0 0-1 0,0 0-54 15,0 0 12-15,0 0 21 16,0 0 22-16,2 1 29 0,-2 3 7 15,0-1 2-15,0 1-35 0,6 2 29 16,-6 0 52-16,0 6-48 0,0 6 19 16,5 1 32-16,-5 1-41 15,3 3-44-15,-3 0 45 0,0 2-21 16,0 0-25-16,5-2 15 0,-3 0-16 16,-2-2-1-16,3-4-46 0,0-3-2 15,-3-3-35-15,0-3-191 0,0-2 148 16,0-3-9-16,0 1-147 15,0 0 42-15,0-2-111 0,-3 1-388 16</inkml:trace>
  <inkml:trace contextRef="#ctx0" brushRef="#br0" timeOffset="-159180.48">7535 14110 324 0,'0'0'1056'0,"0"0"-702"16,0 0-32-16,0 0 47 0,0 0-230 15,0 0-16-15,0 0-2 16,0 0-54-16,0 0-9 0,0 0 29 15,-8 6-20-15,8-9 16 0,0 1-83 16,0-1 48-16,0-4-48 0,8-2 23 16,-8-3-11-16,8-2-8 0,-3-2 21 15,1-2-3-15,-1 2-22 0,-3 0 23 16,4 1-20-16,2 0-3 0,-3-1-29 16,0 2 29-16,-2 1 0 0,5 1-72 15,-3 4 71-15,0 3 1 16,-2 0-32-16,-3 3 31 0,5-1 1 15,-5-1-67-15,6 2 48 0,-4 2-14 16,-2 0-69-16,8 0 99 0,-2 4-1 16,-1 2 4-16,3 6 4 15,0 4 28-15,-3 2-10 0,3 2 7 16,3 0-29-16,-9-2-55 0,9 0-57 16,-8 1-65-16,4-2-259 0,-4 3 109 15,0-2-24-15,-3 1-369 0,0-6 140 16</inkml:trace>
  <inkml:trace contextRef="#ctx0" brushRef="#br0" timeOffset="-158168.66">7246 14285 898 0,'0'0'218'15,"0"0"26"-15,0 0 108 0,0 0-232 16,0 0 19-16,0 0 82 0,0 0-221 16,0 0-12-16,0 0 12 15,-29 27 33-15,24-15 31 0,2 4 101 16,3-2-39-16,0 2 10 0,0-1 50 15,0 1-67-15,3-1-64 0,-3-3-43 16,5-2 21-16,-2-5-33 0,2 2-7 16,0-4 4-16,3 4 3 0,0-4-23 15,-2-1 23-15,2-2 7 0,-3 0 9 16,0 0 10-16,-2 0-26 0,2-4 19 16,0-1 0-16,-2 1-19 15,-3-2-45-15,0 0 26 0,0 0-20 16,0-4-95-16,0 2 69 0,-3 0-9 15,-2 0-67-15,5 2 92 0,0 0 17 16,-5 2-27-16,5 1 57 16,0 0 2-16,0 0-64 0,0 2 6 15,5 1-4-15,-5-2-22 0,8 1 55 16,-3 1 28-16,1 0-8 0,2 0 9 16,-3 0 17-16,3 0-12 0,0 1 8 15,0 1 6-15,-3-1-12 0,3 1-7 16,-3 1-91-16,1-2-253 15,-4 1 110-15,3 0 32 0,-5-2-61 16,6 0 158-16,-4 0 34 0,-2 0-63 16,6 0 33-16,-6-1-39 0,2-1-170 15,1 0 180-15,-3 1 130 0,0 1 81 16,0 0 173-16,-3 0-19 0,1 3 163 16,-4 0-248-16,6 3 55 15,-2-1 117-15,2 4-160 0,-6-1-19 16,6-1 25-16,0 4-100 0,0-4-26 15,6 0-25-15,-4-1-8 0,6-1-9 16,-2 0-17-16,2-4 16 16,-3-1 2-16,5 0 12 0,-2-5 6 15,-5 0 7-15,8-2 8 0,-9-1-2 16,4-1 0-16,-6 0 14 0,0 1-1 16,0 1-3-16,5-2-17 15,-10 3-25-15,-1-1-6 0,6 2-159 16,-8 1 13-16,8 0-52 0,-5 0-244 15,5 1 100-15,0 3-26 0,0-2-445 16</inkml:trace>
  <inkml:trace contextRef="#ctx0" brushRef="#br0" timeOffset="-157702.05">7495 14380 207 0,'0'0'427'16,"0"0"-13"-16,0 0-242 0,0 0 24 16,0 0 35-16,3 36-163 15,0-30-36-15,-3-1-31 0,0-1-1 16,0-3-1-16,5 1-70 0,-5-1 48 16,2-1 20-16,-2 0 3 15,0-4 52-15,0 0-3 0,0-3 6 0,0 1-55 16,0-3 0-16,0 0-13 15,0-1 10-15,0 4-20 0,0-3-10 16,0 1-2-16,0 3 2 0,6-2-25 16,-1 2 22-16,-2 0 13 0,2 2 23 15,3 0 3-15,-3 2 43 0,1 1 29 16,-4 0 25-16,6 4-2 0,-3 1 93 16,3 1-90-16,-2 2-30 15,2 0 46-15,-3 4-75 0,0 1 0 16,-2-1-13-16,-3-3-3 0,0-3-4 15,0-1 17-15,0 3-3 0,0-1-4 16,-8 1 3-16,5-2 1 16,-2 0-36-16,0 0-23 0,-3-1-6 15,2 0-55-15,1-2-139 0,3 0 58 16,-4-1-46-16,4-1-384 0,-1-1 113 16,3 0-163-16</inkml:trace>
  <inkml:trace contextRef="#ctx0" brushRef="#br0" timeOffset="-157300.12">7628 14362 595 0,'0'0'449'0,"0"0"-302"0,0 0-20 16,0 0 62-16,-6 34-82 0,6-27-26 15,6-1 20-15,-6 0-59 0,2-2 17 16,1-1 64-16,0 0-74 16,-3-2-14-16,8 1-32 0,-6-2 19 15,1 0 1-15,2-1 42 0,0-3-26 16,-2 0 9-16,5-2 11 0,-3-1-56 16,1 2-1-16,-4-2 8 0,4 2-7 15,-6 1 0-15,5 1 11 16,-2 1-14-16,-3 1-1 0,0 1-47 15,0 0 2-15,0 1-9 0,0 3 36 16,0 2 19-16,0 5 13 0,0 2-8 16,5-1-5-16,-5 2-2 0,0-3 2 15,2-1 1-15,1-1-1 0,0-3-17 16,2 0 17-16,-2-2-29 0,-1-3-169 16,1 3 13-16,5-1 12 15,-3-2-172-15,1-1 98 0,2-1-63 16,-8-2-432-16</inkml:trace>
  <inkml:trace contextRef="#ctx0" brushRef="#br0" timeOffset="-157004.67">7776 14368 512 0,'0'0'587'0,"0"0"51"15,0 0-440-15,0 0-78 0,0 0 6 16,0 0-100-16,0 0-13 0,0 0 32 15,0 0-25-15,13-23 22 0,-7 21 87 16,-4-1-54-16,9 1-37 0,-9-1 4 16,9 1 0-16,-3 1 7 0,0 1-27 15,-3 0-3-15,3 0-12 0,-3 5 3 16,-2-2 6-16,2 3-16 0,1-1 2 16,-4 4 7-16,4 2-5 15,-4 3 5-15,1-2 24 0,-3 0-33 16,0-2-128-16,0-4 5 0,-3 0-19 15,1-2-71-15,-4 0 54 0,6 0-68 16,-5 1-248-16,2-2 133 16,-2-1-157-16</inkml:trace>
  <inkml:trace contextRef="#ctx0" brushRef="#br0" timeOffset="-156826.27">7802 14397 955 0,'0'0'238'0,"0"0"-23"0,0 0 133 15,35-12-169-15,-22 11-50 0,0 0-44 16,-5 0-83-16,6 1 1 0,-1 0 17 16,-3 0-20-16,-2 2-208 15,0-1-485-15,-8-1 169 0,8 0-138 0</inkml:trace>
  <inkml:trace contextRef="#ctx0" brushRef="#br0" timeOffset="-156368.6">7951 14333 1011 0,'0'0'400'0,"0"0"-13"0,0 0-260 15,0 0 12-15,0 0 117 0,0 0-142 16,-21 38-34-16,21-28 21 0,0-2-47 16,0 0-28-16,0 3 3 0,2 0 16 15,-2-3-16-15,6 2-22 16,-1-4 25-16,-3 0-32 0,4-1-42 15,-4 2 41-15,4-3-1 0,-6-3-50 16,8 3 49-16,-3-3-20 0,-5 0-115 16,8 0-14-16,-5-1-45 0,-1 0-303 15,-2-1 96-15,6-2 17 0,-6 0-409 16</inkml:trace>
  <inkml:trace contextRef="#ctx0" brushRef="#br0" timeOffset="-156167.7">7938 14378 1238 0,'0'0'390'16,"0"0"-201"-16,0 0-50 0,0 0-41 16,0 0-4-16,0 0-26 0,0 0-68 15,0 0 2-15,0 0 17 0,0 0-19 16,39 17-110-16,-36-16-279 15,2-1 21-15,-5 0-29 0,6 0-575 16</inkml:trace>
  <inkml:trace contextRef="#ctx0" brushRef="#br0" timeOffset="-155883.81">8012 14335 258 0,'0'0'189'0,"0"0"19"16,0 0 135-16,0 0-167 16,0 0-20-16,0 0 65 0,0 0-81 15,0 0 3-15,34 3 143 0,-34 5-144 16,0 1-22-16,0 6 38 16,0-2-119-16,0 0-13 0,0-1-23 15,0-3-3-15,-3-3-19 0,3-1-182 16,-2-2 65-16,-1 1 4 0,3-1-105 15,-5-1 61-15,5 0-22 0,0-2-212 16,0 0 90-16,-3-1-51 0</inkml:trace>
  <inkml:trace contextRef="#ctx0" brushRef="#br0" timeOffset="-155680.95">8046 14380 215 0,'0'0'242'0,"0"0"-44"15,0 0 115-15,0 0-91 0,0 0 9 16,0 0 107-16,0 0-175 0,0 0-33 15,35 20 87-15,-25-17-136 0,-2-1-30 16,-3-2 59-16,3 0-3 0,0-1 12 16,-2-3 13-16,2-1-49 15,-3-1-38-15,0 2-35 0,-2-1 32 16,-3-1-42-16,5 1 9 0,-2-2-22 16,-3 0-31-16,5 2-320 15,-5 0 106-15,0 0-82 0,5 3-467 16,-5-2 312-16,3 1-72 0</inkml:trace>
  <inkml:trace contextRef="#ctx0" brushRef="#br0" timeOffset="-155507">8202 14406 197 0,'0'0'385'15,"0"0"6"-15,0 0-284 0,0 0-22 16,0 0-4-16,-23 34-77 0,17-32-4 15,6 1-100-15,-5-2 8 0,5-1 1 16,0 0-166-16,0-1 48 16,0-2-35-16</inkml:trace>
  <inkml:trace contextRef="#ctx0" brushRef="#br0" timeOffset="-155270.92">8202 14406 178 0,'-2'-37'209'0,"4"37"153"16,1 0-147-16,0 2 65 0,-3 1 273 15,5 4-322-15,-2-2-46 0,2 3 31 16,-5 0-128-16,5-2-11 0,1 0 25 16,-4-3-50-16,6 0 2 0,-3 0 24 15,1-2-8-15,-4-1-12 0,4 0 3 16,2-1 35-16,-8-3-26 0,5 0-51 16,0 0 33-16,-2-2-43 15,-3 1 10-15,5-4 7 0,-2-1-26 16,-3-2-145-16,0 0-8 0,0 3-75 15,2 2-305-15,-2 4 24 0,0-4-96 16,3 3-442-16</inkml:trace>
  <inkml:trace contextRef="#ctx0" brushRef="#br0" timeOffset="-154973.74">8361 14360 943 0,'0'0'769'0,"0"0"-454"0,0 0-59 15,0 0 115-15,0 0-190 0,0 0-101 16,-5 37-70-16,2-28-7 16,1-1-3-16,2 0-178 0,-3 0 26 15,3-2-28-15,0 0-297 0,-5-1 3 16,5-2-83-16</inkml:trace>
  <inkml:trace contextRef="#ctx0" brushRef="#br0" timeOffset="-154152.89">8396 14385 1142 0,'0'0'355'0,"0"0"-150"0,0 0 13 16,0 0-118-16,0 0-6 15,0 0-67-15,0 0-27 0,0 0-45 16,0 0-104-16,-14 32 51 0,12-32-3 15,2 0-12-15,0-2 48 0,0-2-43 16,0 0-100-16,0-1 100 16,0-1 24-16,0 1 54 0,2-1 30 15,-2 3 0-15,0 1 0 0,0 0 2 16,0-1 18-16,6 3 104 0,-6 0-39 16,2 3 58-16,1 2 241 0,0 1-193 15,2 0-32-15,-2 1 97 16,2-1-65-16,3 0-104 0,-3-1-20 15,8 0-6-15,-5-3-3 0,0 0 29 16,3-2-16-16,-3 0 2 0,0 0 7 16,-3-3 0-16,3-3-48 0,3 2-22 15,-9-3 34-15,6 2-44 0,-2-4 26 16,-1 0-4-16,-5 2-22 0,3-2-142 16,-3-1 46-16,0-1-29 15,2 3-167-15,-2 0 134 0,0 4-1 16,0-1-90-16,3 0 122 0,-3 3-15 15,0 0-118-15,0 2 178 0,0 0 82 16,0 1 10-16,0 2 39 16,0 5-13-16,0 3 68 0,0 1 45 15,0 1-13-15,0 0 101 0,0 1-111 16,-3-7-16-16,3 1 26 0,0-4-69 16,0 2-22-16,3-1-41 15,-3 1-1-15,5 0 39 0,0-2-42 16,-2 0 22-16,8-3 7 0,-9 0 3 15,6-1 26-15,3 0-16 0,-3-3-36 16,0 0 33-16,-3-1-39 0,3-1 16 16,-3-1 0-16,-2 2-10 0,0 1 1 15,-3-2 31-15,0 3-38 0,0-1 3 16,0 0 39-16,-3 0-4 0,0 2-25 16,-2-1 44-16,5 2-57 15,0-1 16-15,-3 1-7 0,3-1-9 16,0 0-90-16,0 1 52 0,0-2-64 15,3 1-65-15,2-2 167 0,1 1-13 16,-4-1-29-16,9-2 42 16,-9 4 0-16,6-2-13 0,-2 2 11 15,-1 1 2-15,-2 0 0 0,2 0 55 16,-5 4 35-16,5 0 48 0,-2 3-33 16,-3-1-31-16,5 3-46 0,-5-1 26 15,3 0-54-15,-1-1 7 0,-2 0-7 16,3-2 0-16,-3 0-98 15,0-2 37-15,0 0-115 0,0 0-271 16,0-2 108-16,0 0-174 0,0-1-649 16</inkml:trace>
  <inkml:trace contextRef="#ctx0" brushRef="#br0" timeOffset="-151998.33">11161 13854 1 0,'0'0'571'0,"0"0"-105"16,0 0-352-16,0 0-7 0,0 0 37 16,0 0-76-16,0 0 26 0,0 0 88 15,0 0-113-15,8 7 44 0,-6-4 105 16,1 6-76-16,0 4-16 0,-3 3 71 16,0 1-93-16,5-1-34 15,-2 1 4-15,-1-3-38 0,-2 4-36 16,3-3 3-16,-3-2-3 0,0 0 0 15,0-1-26-15,0-3 23 0,0-1-68 16,0 0-145-16,0-4 123 16,0-3-20-16,0 3-153 0,0-2 36 15,0 0-115-15,0-1-381 0,0 0 198 16</inkml:trace>
  <inkml:trace contextRef="#ctx0" brushRef="#br0" timeOffset="-151593.08">11081 13988 944 0,'0'0'762'16,"0"0"-398"-16,0 0-118 15,0 0 42-15,0 0-146 0,0 0-46 16,0 0-25-16,0 0-4 0,0 0-3 15,0 0-9-15,0-6 9 0,6 0-64 16,-1-1 16-16,-2-2-16 16,2-2 0-16,-2-4 2 0,-3 4 33 15,5-3-35-15,-3 3-6 0,1-1 5 16,0 2 1-16,2-2-80 0,0 4 54 16,-2 1-57-16,-3 0-55 15,0 4 102-15,5 0-5 0,-2-3-40 16,2 3 68-16,-5 1-9 0,6 0-17 15,-4 2 7-15,1 0 31 0,-1 0-12 16,4 3 13-16,-4 1 29 0,4 3-23 16,-1 3 36-16,-2 2-22 0,7 2-17 15,-7 3-2-15,7 0 18 0,-7-4-19 16,8-1 0-16,-9 2-281 0,6-5-438 16,-2 0 116-16,-6-1-169 0</inkml:trace>
  <inkml:trace contextRef="#ctx0" brushRef="#br0" timeOffset="-147391">10724 14209 83 0,'0'0'476'0,"0"0"-170"15,0 0 108-15,0 0-183 0,0 0-16 16,0 0 106-16,0 0-172 16,0 0-13-16,0 0 61 0,-11-15-64 15,11 15-30-15,-2-1-7 0,-4 1-63 16,6 0-33-16,0 0 3 0,-2 4 16 16,-1 2 0-16,-5 3 1 0,5 4 44 15,-2 3-10-15,2 0-19 0,1-1 36 16,2 2-52-16,0-2-16 15,0-1 38-15,2 2-41 0,1-5-42 16,2-2 42-16,-2-4 0 0,2-2-32 16,1 3 32-16,-4-3 0 0,9 0-24 15,-9-3 24-15,9 0 0 0,-3 0 12 16,-3 0 14-16,-2-4-26 16,8-1 2-16,-9 0-2 0,-2-1 0 15,8 0-111-15,-8-2 76 0,0 0-39 16,0 2-58-16,0-3 97 0,0 4-29 15,0-1-23-15,0 1 83 0,-3-1-15 16,3 2-1-16,-5 2 20 0,5-2 0 16,0 3-4-16,0 0-15 15,0 0-33-15,0 1-90 0,0-1 71 16,5 1 22-16,-2 0-22 0,2 0 49 16,3 0 18-16,-2 0-15 15,-1 0 18-15,-2 0-3 0,5 1 3 16,-3-1 1-16,0 1 17 0,-2-1-15 15,2 0 14-15,-5 0 7 0,0 0 19 16,5 0-42-16,-2 0-111 0,-3 0-373 16,3 0 80-16,-3 0-59 0</inkml:trace>
  <inkml:trace contextRef="#ctx0" brushRef="#br0" timeOffset="-147070.1">10867 14256 45 0,'0'0'697'0,"0"0"-205"0,0 0-296 15,0 0-27-15,0 0 156 0,0 0-143 16,0 0-40-16,-35 42 39 0,35-28-93 16,-2 0-8-16,2-1 9 15,0-1-86-15,2-4-3 0,4-2-51 16,-1 0 50-16,0-2 0 0,6 3-25 15,-3-4 26-15,2 2 16 0,-2-4 7 16,0-1 3-16,0-2-10 0,-2-2 16 16,4 1 10-16,-7-4-13 0,5 2 13 15,-3-3 19-15,-5-2-39 0,0-2-22 16,0 1-103-16,-5 4-112 16,5 1-349-16,-3 2 54 0,-2-2-66 15,5 2-375-15</inkml:trace>
  <inkml:trace contextRef="#ctx0" brushRef="#br0" timeOffset="-146683.09">10967 14281 150 0,'0'0'639'0,"0"0"-352"16,0 0 22-16,0 0 173 0,0 0-278 16,0 0-68-16,8 37-3 0,-5-29-101 15,-3-2-32-15,3 1-3 16,-3-3 3-16,0 1 16 0,0-4-9 15,0 1 6-15,0-2-12 0,0 0 5 16,0 0 33-16,5 0 16 0,-5-3-6 16,0-4-49-16,0 1-36 0,0-1-119 15,3 0 64-15,-1 0-29 0,1-1-52 16,2 0 81-16,1 1 36 16,1-1-3-16,1 3 22 0,0-2 36 15,3 3 107-15,-3 2-3 0,0-1-13 16,-3 3 16-16,0 0-71 0,-2 3 45 15,-3 1 77-15,5 4-51 0,-2 2-7 16,-3 3 21-16,0 1-57 16,0 0-38-16,-3-1-13 0,-2-2 26 15,-3-1-39-15,3 2-3 0,-3-3-43 16,3-3-47-16,-3 0-123 0,2-1 74 16,6-1-39-16,-2-2-296 0,-4 1 28 15,1 0-83-15</inkml:trace>
  <inkml:trace contextRef="#ctx0" brushRef="#br0" timeOffset="-146185.29">11100 14271 341 0,'0'0'392'0,"0"0"-317"16,0 0-33-16,0 0-15 0,0 0-14 15,0 0 10-15,0 0 94 0,0 0-48 16,0 0 2-16,0 0 11 0,16-14-40 16,-11 14 17-16,-5 3 55 0,0 2 19 15,0 1 10-15,0 6 130 16,0 0-153-16,0 2-26 0,0-2 74 15,0-2-113-15,0-1-16 0,0 0-29 16,0-6-10-16,3 2 0 0,-1-2-13 16,1 0 13-16,-3 3 0 0,5-4-25 15,-2 1 24-15,2-3 2 0,1 0 1 16,-1-2 17-16,-3-2-6 16,6-2-13-16,-2 2-6 0,-1-3-111 15,-2 3-200-15,2-2 74 0,-2 3 8 16,-3-1-74-16,0 2 225 0,0 1 51 15,0 1 0-15,0 0-22 0,0 1 26 16,-8 2 29-16,8 3 32 16,0 1 63-16,-3 3 107 0,0 2-49 15,1 1-33-15,2-2 75 0,0 1-94 16,0-2-56-16,2-2-25 0,1-1-20 16,0-2-4-16,-3-2-12 0,8 0-78 15,-3 0-29-15,0 0-219 16,3-2 78-16,-3-1-49 0,1 0-482 15</inkml:trace>
  <inkml:trace contextRef="#ctx0" brushRef="#br0" timeOffset="-145903.74">11277 14306 1199 0,'0'0'293'0,"0"0"-85"16,0 0 29-16,0 0-127 0,0 0-19 15,0 0 19-15,0 0-35 0,0 0 12 16,37-25 39-16,-34 25-87 16,-3 0-37-16,8 3 33 0,-5 2 7 15,-1 1 0-15,1 2-13 0,0 6 13 16,-1 0-16-16,-2 2-23 0,0-1 23 16,0-3-26-16,0 0 9 15,-5 2-21-15,2-3-88 0,-2 1-149 16,-3-1 71-16,3-3-48 0,-3 0-284 15,2-2 151-15,-1-1-54 0</inkml:trace>
  <inkml:trace contextRef="#ctx0" brushRef="#br0" timeOffset="-145580.02">11301 14370 773 0,'0'0'218'0,"0"0"-84"16,0 0-7-16,0 0-52 16,0 0-23-16,37-19-28 0,-29 17-8 15,-3 1-13-15,6 1 0 0,-8 0-3 16,5 0 0-16,-6 0 0 0,1 1 1 16,-3 2 16-16,0 2 12 15,0 1 7-15,0 5-13 0,0-1 8 16,0 2 2-16,-5 0-1 0,2-2 69 15,3-3-46-15,-5-2 17 0,5-1 12 16,0 1-55-16,0-1-27 0,5 4-2 16,-2-3-18-16,2 0 18 0,0-1 1 15,1-3 0-15,-4 1 15 0,6 0 7 16,-3-1-23-16,3-1-16 16,-5 0-244-16,2 0-13 0,-2-3-30 15,0 0-375-15</inkml:trace>
  <inkml:trace contextRef="#ctx0" brushRef="#br0" timeOffset="-144415.11">11370 14360 421 0,'0'0'1443'0,"0"0"-743"16,0 0-503-16,0 0-56 0,0 0 16 15,0 0-83-15,0 0-74 0,0 0-39 16,0 0 36-16,0 0 2 0,21-12-27 16,-13 11 25-16,-3-1 3 0,1 1-115 15,-1 0-68-15,-2-1-53 0,-1 2-185 16,1-1 126-16,-3 1 6 16,3-2-167-16,-3 1 221 0,0 1 27 15,0-3-79-15,0 1 274 0,0 1 13 16,0-1 39-16,0 1-23 0,5 0 0 15,-2 0 115-15,-1-1 19 0,1 1 6 16,2-1 95-16,-2-1-124 16,2 2-6-16,0 1 136 0,1 0-117 15,-4-1 32-15,4 1 68 0,-4 0-178 16,1 2-27-16,0 4 49 0,-3 2 4 16,0 4-4-16,0 1 16 0,0 0-45 15,0-2-17-15,-6-1-22 16,4-4 13-16,2 1-29 0,-6-3 0 15,6 2-12-15,-2-1-72 0,-1 1-133 16,0-3 94-16,-2 0-22 0,5-3-125 16,0 0 212-16,0-1-27 0,0-6-289 15,0 0 150-15,0-1-5 0,5 1-175 16,-2-1 179-16,0 0 82 16,-1 1 137-16,-2 2 6 0,6 1 144 15,-4 0 110-15,1 2-58 0,0 2 38 16,-3 0 154-16,5 0-193 0,-2 6 46 15,-1-1 97-15,1 0-206 16,-1 1-28-16,1 0 9 0,0 0-77 16,2 1-4-16,0-4 13 0,-2-1 10 15,2 0 6-15,1 0 20 0,-4-2-23 16,4 0 3-16,-1-1 3 0,-2-3-13 16,2 1-19-16,0-2-32 15,-2-1 29-15,5 0-29 0,-6 0-155 16,1-1-6-16,2 3-13 0,-2-2-113 15,2 1 138-15,-2 2-23 0,2 0-117 16,-5 1 139-16,0 1 39 0,5 1 43 16,-5 0 68-16,0 0 45 0,0 4 75 15,-5 3-32-15,5 0 42 0,-5-1 71 16,0 2-142-16,-1 0-20 16,1-2-7-16,0 2-32 0,2-4 0 15,-2 1-4-15,5-1-19 0,0-3-6 16,0-1-43-16,0 0 53 0,0 0 18 15,0-2-35-15,0-2 4 16,0-2-7-16,0 0-46 0,0-1 43 16,5 1 19-16,-2 0 5 0,-1 1 1 15,1 2 17-15,-3-1 43 0,5 3 22 16,-2-2 6-16,0 3 56 0,-1 0-36 16,4 0 16-16,-4 4 74 0,3 0-116 15,1-1-20-15,-4 1-20 16,9 0-23-16,-8-1-1 0,7-2 40 15,-7 1 8-15,8-2 5 0,-9 0 41 16,9-1-60-16,-6-3-12 0,0 2 3 16,1-2 9-16,-1-2 1 0,-2 2-30 15,2-3 29-15,-2 2-35 0,-1-2-54 16,1 3 2-16,-3 0-15 16,0 1-67-16,5 1 83 0,-5 1 2 15,0 1 6-15,0 0 17 0,-5 1-32 16,5 4 0-16,-5 2 58 0,2 5 48 15,-2 0 53-15,-1-1-1 16,4 0 3-16,-4-2 26 0,6 1-58 16,0-2-26-16,-2-1-45 0,2-2 15 15,0-1-15-15,2 0-48 0,-2 2 47 16,8-2 0-16,-2-1-22 0,-1 2 23 16,0-4 0-16,-2 0-41 0,7 1-97 15,-7-2-101-15,5 0-312 16,-5-2 118-16,-1 0-55 0</inkml:trace>
  <inkml:trace contextRef="#ctx0" brushRef="#br0" timeOffset="-144241.96">11696 14377 1276 0,'0'0'468'16,"0"0"-179"-16,0 0-214 0,0 0 22 15,0 0 20-15,0 0-85 16,0 0-19-16,0 0-13 0,32-3-136 16,-22 0-114-16,-5-3-462 0,-2 3 142 15,0-4-129-15</inkml:trace>
  <inkml:trace contextRef="#ctx0" brushRef="#br0" timeOffset="-144094.1">11743 14270 98 0,'0'0'1487'0,"0"0"-1078"0,0 0-17 16,0 0-253-16,0 0-10 0,0 0-20 15,0 0-80-15,0 0-29 0,0 0-35 16,38-21 34-16,-31 21-1 16,4-1-421-16,-3 1-102 0,0 0-246 0</inkml:trace>
  <inkml:trace contextRef="#ctx0" brushRef="#br0" timeOffset="-122872.59">12956 13066 408 0,'0'0'440'0,"0"0"-167"0,0 0 190 16,0 0-106-16,0 0-136 16,0 0 12-16,0 0-126 0,0 0-11 15,0 0 38-15,-13-12-64 0,13 11-15 16,0-1 6-16,-2 0 23 15,2 1-20-15,0 0-32 0,0 0 16 16,0 0-45-16,0 0 16 0,0 1-32 16,0 0 13-16,0 0-76 0,0 0 76 15,0 0-20-15,2 0-47 0,1 0 67 16,2 0 0-16,-2 0-11 0,2 0 11 16,3 0 0-16,0 0-2 15,3 0 2-15,2-2 0 0,3 2-11 16,0-1 11-16,0 0 0 0,2 0-2 15,-2-1 2-15,10-1 0 0,-2 2 1 16,0-1 6-16,8 0-7 0,-3-3 2 16,5 4 27-16,1-2-29 0,2 1 3 15,0-2 20-15,3 1-23 0,2 2 16 16,-5 0-16-16,11 0 0 16,-8 0 0-16,5 1 0 0,-3-1 0 15,3 0 3-15,-3-1 0 0,1 1-3 16,-1 0 3-16,-2 0 7 0,-3-1-10 15,5 0 3-15,-10-2 3 16,5 0-6-16,-2 2-20 0,-6-1 20 16,-3-3 0-16,-5 4-13 0,6-2 13 15,-6-1 0-15,-5 2-3 0,3 0 3 16,-4-2 0-16,-1 3-8 0,-1 0 8 16,0-1 0-16,-5 0 12 15,0 2-12-15,-5-1 0 0,2 2-14 16,0-1 14-16,1 1 0 0,-4-1-31 15,4 1 28-15,-1 0 3 0,-3 0-65 16,6 0 63-16,-5 0-105 0,0 2-617 16,-1 1 97-16,1 3-90 0</inkml:trace>
  <inkml:trace contextRef="#ctx0" brushRef="#br0" timeOffset="-122153.67">14151 12985 134 0,'0'0'541'0,"0"0"-310"16,0 0 33-16,0 0-85 0,0 0-3 15,0 0 149-15,0 0-179 0,0 0 7 16,0 0 51-16,0 0-133 0,26-27-29 15,-18 24-13-15,0 0 0 0,6-3 0 16,1 2 21-16,-1 2-8 16,-1-3-7-16,0 2 23 0,-2 1 3 15,7-1-12-15,1 2-20 0,-1-2 6 16,1 2-35-16,-1 0 13 0,4 1-11 16,-6-1-2-16,2 1-10 15,-5 0 10-15,1 0 0 0,-1 0 1 16,-3 0-20-16,1 0 13 0,0 0-336 15,-1 0 87-15,-2 0-79 0,-3 0-479 16,1 0 125-16</inkml:trace>
  <inkml:trace contextRef="#ctx0" brushRef="#br0" timeOffset="-120322.96">13020 13188 470 0,'0'0'590'0,"0"0"-385"15,0 0-46-15,0 0-106 16,0 0 29-16,0 0 67 0,0 0 137 15,0 0-153-15,0 0-19 0,11 38 9 16,-9-21-68-16,1-5-36 0,2 1-4 16,-2-2-15-16,0 0-13 0,2-4 13 15,-3 1 16-15,-2-4-16 0,6 0-71 16,-4 0-62-16,1 0-64 16,0 1-310-16,-3-3 45 0,0-1-99 15</inkml:trace>
  <inkml:trace contextRef="#ctx0" brushRef="#br0" timeOffset="-120104.98">12962 13155 1371 0,'0'0'267'0,"0"0"-62"0,0 0 51 16,0 0-126-16,0 0 22 0,45-13 64 15,-27 9-129-15,1 2-19 0,-3 2-10 16,2 0-32-16,-2 0-26 0,-3 2-36 16,-2 2 33-16,-3-1-68 0,-3-1-313 15,-2 2-31-15,0 2-118 0,-3-2-719 16</inkml:trace>
  <inkml:trace contextRef="#ctx0" brushRef="#br0" timeOffset="-119934.36">12980 13257 1087 0,'0'0'355'0,"0"0"-355"16,0 0-17-16,40-2 17 0,-24 1 0 16,0-2 0-16,0 3-3 0,-3-2-160 15,0 1-68-15,6 1-131 16,-3-2 128-16,-3 0-34 0</inkml:trace>
  <inkml:trace contextRef="#ctx0" brushRef="#br0" timeOffset="-119719.27">13182 13225 513 0,'0'0'381'0,"0"0"1"0,0 0 76 15,0 0-217-15,0 0-99 16,0 0 40-16,0 0-43 0,0 0-58 16,-22 12 77-16,17-5-39 0,0-2-10 15,2 3 13-15,3-2-38 0,-5 0-46 16,5-2-38-16,0 1 45 15,5-3-7-15,-2 0-38 0,2-2 86 16,0 0-9-16,1-1-14 0,2-3 26 16,-3-2-67-16,3-2 0 0,-3 2 16 15,3-2-38-15,-3 2-41 0,-2-1 29 16,0 0-112-16,-1 1-314 0,1-1 95 16,-3 3-159-16,5-2-668 0</inkml:trace>
  <inkml:trace contextRef="#ctx0" brushRef="#br0" timeOffset="-119373.99">13295 13157 655 0,'0'0'180'0,"0"0"-73"15,0 0 20-15,-39 19-88 0,36-16 4 16,-2 0 6-16,-1 2-47 0,6-2-1 15,0 1-1-15,0 3-46 0,0-2 27 16,14 2-30-16,-1 0 33 0,0-2 15 16,0 2-2-16,1-4 3 15,-6 0 0-15,-3 0 101 0,3 0 33 16,-3-1 16-16,-2 0 168 0,-1-1-181 16,1 1 31-16,-3 2 43 15,0 0-101-15,0-2-3 0,0 3 109 16,0-2-97-16,-5 0-45 0,-3 3-45 15,0-3-29-15,3 1 0 0,-9 2-235 16,9-3 71-16,0 0-89 0,-3 1-418 16,3-2 78-16,-1 0-141 0</inkml:trace>
  <inkml:trace contextRef="#ctx0" brushRef="#br0" timeOffset="-119125.67">13391 13236 1095 0,'0'0'339'15,"0"0"-144"-15,0 0 146 0,0 0-149 16,0 0-34-16,0 0 4 0,0 0-81 16,-29 36-68-16,23-28-13 15,6-2-1-15,-2 2-25 0,2 0 0 16,0-2 23-16,2 1 0 0,4 2-10 15,-4-4 12-15,4 1 1 0,-4-2-34 16,4-1-34-16,-1 1 0 0,0-2-100 16,-2 0-33-16,5-2-46 0,-3 2-453 15,-5-2 215-15,8 1-47 0</inkml:trace>
  <inkml:trace contextRef="#ctx0" brushRef="#br0" timeOffset="-118392.31">13417 13187 603 0,'0'0'440'0,"0"0"123"15,0 0-267-15,0 0-43 0,0 0 39 16,0 0-150-16,0 0-42 0,0 0 9 16,0 0-48-16,0 0-38 0,-5-30-20 15,-3 30 23-15,8 0-26 16,-5 0-27-16,-3 3 27 0,5 2-13 16,-2-1-21-16,0-1 33 0,-1 3-1 15,1-2-43-15,2 2 42 0,3-2-9 16,-2 3-37-16,-1-3 48 0,3 3-12 15,0-3-29-15,0 2 40 0,3-2 1 16,2 0 1-16,-2 1 52 16,2-1 28-16,-2-1-54 0,7 2 22 15,-7-2-45-15,5 1 14 0,-6 1-17 16,1-1 0-16,-3 2 2 0,0-2-2 16,0 0 25-16,0 1-9 15,0 0 45-15,-5 4-9 0,-3-2-7 16,-5 1 2-16,2 0-47 0,-2 0-123 15,2-5 97-15,6-1-35 0,-3 3-171 16,3-3 78-16,-3 0-79 0,5-1-374 16,-2 0 103-16,-1-1-112 0</inkml:trace>
  <inkml:trace contextRef="#ctx0" brushRef="#br0" timeOffset="-118096">13454 13250 450 0,'0'0'590'15,"0"0"-320"-15,0 0-100 0,0 0-8 16,0 0 24-16,0 0 70 0,0 0-149 16,-16 34-13-16,16-24 29 0,0-4-49 15,0-1-16-15,3 2 4 16,0-3-30-16,2 4-16 0,0-4-6 15,1-1 6-15,-1 1-13 0,3-2 20 16,-3-1 15-16,6-1-31 0,-3 0-7 16,0-1-78-16,-3 0-77 0,0 0-327 15,1 0 102-15,-4-3-59 16,1 4-536-16</inkml:trace>
  <inkml:trace contextRef="#ctx0" brushRef="#br0" timeOffset="-117906.93">13444 13262 1738 0,'0'0'616'0,"0"0"-225"0,0 0-292 16,0 0-6-16,0 0 23 0,0 0-65 16,40-19-51-16,-25 14-20 15,-4 2 20-15,0 1 0 0,-6-2-40 16,0 1-14-16,-2 2-255 0,2 0-484 15,-5 0 159-15,5-2-122 0</inkml:trace>
  <inkml:trace contextRef="#ctx0" brushRef="#br0" timeOffset="-117532.04">13521 13178 1605 0,'0'0'381'0,"0"0"-197"15,0 0-15-15,0 0-104 0,0 0-36 16,0 0-29-16,0 0-1 0,31-5-25 15,-23 11 7-15,-2 2 18 16,-1 3 1-16,0 2-3 0,-2 0 3 16,2 1-29-16,-2-3-29 0,-3 0 35 15,0-2 4-15,0-5-11 0,0 1-8 16,0-2-1-16,0 0-36 0,0 3 26 16,0-4 30-16,0-1 19 15,0-1 53-15,0 0 54 0,0-2 16 16,0-6-97-16,-3 3-3 0,3-3-2 15,0-5-21-15,3-1-2 0,2-3-17 16,0 4-4-16,3 1-13 0,3 1-38 16,0 1 3-16,-1 1-17 0,1 0 4 15,2 4 54-15,0 1 8 16,-5 0 5-16,0 3-12 0,-3 1 26 16,-2 0-20-16,0 1 20 0,5 3-10 15,-3 0 2-15,-5 1-5 0,0 3-23 16,0 2-280-16,0 0 75 0,-13 2-72 15,10-2-310-15</inkml:trace>
  <inkml:trace contextRef="#ctx0" brushRef="#br0" timeOffset="-117114.27">13627 13240 212 0,'0'0'261'0,"0"0"-49"0,0 0 120 16,0 0-159-16,0 0-1 0,39 6 37 16,-33-3-147-16,-4 3-20 0,3-1 75 15,1 2-59-15,-4-2 53 0,-2 1-37 16,3-1-41-16,-3 2-20 16,0-4 1-16,0-1-13 0,0 0 25 15,0 1 6-15,0-3 7 0,0 0 42 16,0-2 58-16,0-2-139 0,0 1 0 15,0-5-48-15,3 2-11 16,2-2-21-16,-2-1-199 0,10-2 32 16,0 2 6-16,0 2-111 0,-2-2 242 15,2 3 51-15,-2 3 36 0,-3 2 23 16,-3 0 17-16,6 1 172 0,-9 0-32 16,4 0 2-16,-4 2 98 0,1 4-72 15,0-1 23-15,2 3 100 16,-2-1-195-16,-1 0-32 0,-2 5-26 15,0-4-42-15,0-1-4 0,0 2 1 16,0 0-20-16,-2-2-38 0,-6-2-259 16,8 3 25-16,-6-4-49 0,-2 2-607 15,0-4 178-15</inkml:trace>
  <inkml:trace contextRef="#ctx0" brushRef="#br0" timeOffset="-116914.53">13738 13257 1126 0,'0'0'280'15,"0"0"-49"-15,39-8 100 0,-28 7-195 16,2 0-64-16,1 0-72 0,4 0 18 16,-5 0-18-16,1 0-55 0,1-3-166 15,-1 2 36-15,-1-2-42 16,-2-1-148-16,-3 2-45 0,-3 0-291 15</inkml:trace>
  <inkml:trace contextRef="#ctx0" brushRef="#br0" timeOffset="-116726.39">13936 13206 216 0,'0'0'861'15,"0"0"-516"-15,0 0-78 16,0 0 119-16,0 0-169 0,0 0 3 16,0 0 125-16,0 0-146 0,-34 31-17 15,31-24-19-15,3-1-87 0,0 3-76 16,0-2 13-16,3-1-13 0,-3 0 0 15,8-1-18-15,-5 0-4 16,2-1 19-16,3-2-144 0,0-2 109 16,2 0-71-16,-4 0-282 0,4-3 71 15,-7-2-114-15,5 1-454 0,-3 2 360 16,0-7 0-16</inkml:trace>
  <inkml:trace contextRef="#ctx0" brushRef="#br0" timeOffset="-116508.02">14016 13211 762 0,'0'0'785'16,"0"0"-528"-16,0 0-20 0,0 0 161 16,0 0-169-16,0 0-45 0,-32 39 66 15,29-30-77-15,3 0-40 0,0-2-50 16,0 1 15-16,3 1-53 16,2-3-26-16,3 1 85 0,3-1-38 15,2-2-63-15,0-2 73 0,-2-1-76 16,2-1 25-16,0 0-28 0,3 0 3 15,0 0-319-15,-3 0 145 16,6 1-91-16,-3 1-575 0,-5-2-183 16,-1 0-280-16</inkml:trace>
  <inkml:trace contextRef="#ctx0" brushRef="#br0" timeOffset="-115125.28">14673 13533 414 0,'0'0'434'16,"0"0"-7"-16,0 0-239 0,0 0 14 16,0 0 74-16,0 0-172 0,0 0-13 15,0 0 35-15,0 0-58 0,0 0-10 16,21-5-9-16,-11 5-7 0,4 0-7 15,4-1 42-15,1-1 0 16,-3 1 20-16,8 0 58 0,-1 1-74 16,4 0-46-16,-1 0-29 0,9 0 17 15,-1 0-23-15,6-1 13 16,5 1 12-16,3-1-12 0,7 1 13 0,3 0-10 16,3-1-16-16,8 0 2 15,0 1 7-15,3 0-9 0,-1 0 13 16,3 0-7-16,0 0-6 0,1 0 4 15,-1 1-4-15,-3-1 0 0,-2 0 2 16,0 0 4-16,-8 0-6 0,-5-1-46 16,-6 0 43-16,-5 0-138 0,-8 0-384 15,-8-2 30-15,-10 0-331 0</inkml:trace>
  <inkml:trace contextRef="#ctx0" brushRef="#br0" timeOffset="-111090.58">15033 13601 72 0,'0'0'137'15,"0"0"133"-15,0 0-116 0,0 0-21 16,0 0 148-16,0 0-102 0,0 0-10 15,0 0 69-15,0 0-105 16,0 0-20-16,0-12 124 0,0 11-120 16,0-1-7-16,0 1 71 0,0-3-68 15,0 2-13-15,0 1 26 0,0-1-37 16,0 1-8-16,0 0 12 16,0 0-17-16,0 1-25 0,0 0-47 15,0 0 5-15,0 0-9 0,0 3-54 16,-5 4 54-16,-3 2 0 0,-6 7 19 15,4-2-3-15,-3 1-16 0,-1-3-15 16,4 0 2-16,2-3-22 0,2-1-157 16,1-5 131-16,3 3-35 0,-4-1-104 15,6-2 61-15,-5 2-39 16,5-3-233-16,0-1 144 0,0-1 20 16,0 0-255-16,3 0 264 0,-1-2-143 15</inkml:trace>
  <inkml:trace contextRef="#ctx0" brushRef="#br0" timeOffset="-110850.56">15020 13590 140 0,'0'0'225'0,"0"0"95"15,0 0-154-15,0 0-29 0,0 0 117 16,0 0-150-16,18 44 23 0,-13-32 98 15,3 0-108-15,0 2-72 0,0-4-24 16,-2-2-18-16,-4-4-1 0,4 1-2 16,-1-1-18-16,0 3-125 0,-2-3-189 15,2 1 68-15,-2-1-59 0,-3-2-430 16</inkml:trace>
  <inkml:trace contextRef="#ctx0" brushRef="#br0" timeOffset="-110632.27">14953 13687 1087 0,'0'0'97'0,"0"0"-58"0,0 0 20 15,43 5-39-15,-27-5-20 0,-3 0 4 16,3 0-4-16,-3 0-150 0,3-4-433 16,-5 2 35-16</inkml:trace>
  <inkml:trace contextRef="#ctx0" brushRef="#br0" timeOffset="-110125.89">15194 13612 528 0,'0'0'228'0,"0"0"-68"16,0 0 13-16,0 0-88 16,0 0 61-16,0 0 144 0,-34 25-115 15,29-16-22-15,-1 1 81 0,6 2-73 16,-2 0-25-16,2 0 16 16,5-1-62-16,0-2-22 0,1-5 16 15,4 3-43-15,-2-5-15 0,0 0-23 16,3-1 45-16,-1-1-22 0,4 0-23 15,-1-1 20-15,-3-1-23 0,-2 0-58 16,-2 0 45-16,-4-3-41 0,4 3-102 16,-6 0 72-16,5-1 0 0,-5-3-64 15,0 4 41-15,0-1-35 16,-5-1-235-16,2 2 143 0,-8 0 65 16,9-1-26-16,-4 1 195 0,1 0 58 15,0 1 63-15,2 0-30 0,1 0-7 16,-1 1 82-16,0 0-29 0,3-1-17 15,0 1 32-15,0 0-67 16,0 0-8-16,3 0-77 0,0-1-16 16,2-1-3-16,3 0 19 0,2-1-1 15,-4 1 1-15,2-1 0 0,2 0-3 16,-2 0 2-16,0 0-1 16,0 2 1-16,0 0-1 0,-3 0-18 15,1 1 19-15,-4 0 1 0,4 0 25 16,-6 0 14-16,2 3 16 0,1 1 0 15,-3 2-30-15,2-1-25 0,-2 2 0 16,0 0 13-16,0 0-13 0,0 0-184 16,-2 1-42-16,-1-2-106 0,1 3-283 15,-1-5 90-15,3 2-42 0</inkml:trace>
  <inkml:trace contextRef="#ctx0" brushRef="#br0" timeOffset="-109799.98">15473 13612 1082 0,'0'0'469'0,"0"0"-202"15,0 0 22-15,0 0-208 0,0 0-23 0,-19 35-29 16,16-27-29-16,3 0-1 0,-2-2-72 16,2 2-158-16,0-4-67 15,-3 2-350-15,3-1 146 0,0-3-20 16</inkml:trace>
  <inkml:trace contextRef="#ctx0" brushRef="#br0" timeOffset="-109516.41">15571 13604 316 0,'0'0'590'0,"0"0"-205"16,0 0-229-16,0 0 56 0,0 0 109 16,0 0-201-16,0 0-58 0,-22 39 19 15,17-29-13-15,2 4-10 16,1-3 23-16,-1-2-49 0,3-3 0 16,0-1 1-16,0-1-4 0,3 0 13 15,-1 2 48-15,1-3-13 0,0 1-25 16,2 0-30-16,0-3 17 0,3 0-39 15,0-1-103-15,-3 0 35 16,6 1-74-16,-3-1-327 0,3-1 47 16,-1-1-59-16,-2 0-641 0</inkml:trace>
  <inkml:trace contextRef="#ctx0" brushRef="#br0" timeOffset="-109250.37">15708 13636 378 0,'0'0'730'0,"0"0"-144"16,0 0-391-16,0 0-55 0,0 0 32 16,0 0-85-16,0 0-32 0,0 0 52 15,0 0-46-15,-34 33 7 16,31-25 67-16,-2-2-28 0,5 2-20 16,0-1-7-16,0-2 16 0,0 2-51 15,5-3-36-15,-2 4 35 0,2-4-44 16,3 1-26-16,0-1 4 0,0-2-45 15,0-1-100-15,2 0 64 16,-4-1-113-16,2 0-357 0,-3 0-18 16,0 0-45-16</inkml:trace>
  <inkml:trace contextRef="#ctx0" brushRef="#br0" timeOffset="-109063.06">15653 13646 280 0,'0'0'1960'16,"0"0"-1666"-16,0 0-210 15,0 0-65-15,0 0 49 0,0 0-13 0,0 0-55 16,42-9 18-16,-31 9-18 16,-3 0-3-16,-1-1-20 0,-1 0-12 15,-1 1-401-15,3-1 124 0,-8 0-84 16,8-1-542-16,-5 1 303 0</inkml:trace>
  <inkml:trace contextRef="#ctx0" brushRef="#br0" timeOffset="-108930.16">15767 13578 760 0,'0'0'342'0,"0"0"-56"15,0 0-123-15,0 0-20 0,42-3-68 16,-24 3-75-16,-4 0 0 0,-4 1-722 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11T10:39:54.20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FFFF"/>
    </inkml:brush>
    <inkml:brush xml:id="br2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1300 7366 739 0,'0'0'147'0,"0"0"-102"15,0 0 408-15,0 0-85 0,0 0 76 16,0 0-288-16,0 0-17 0,0 0 103 16,0 0-94-16,-18-13-30 15,15 12 8-15,-2-2-27 0,5 3-10 16,-5-3 13-16,5 1 9 0,0 1-26 15,0 0-66-15,-3 0 73 0,3 1-45 16,0-1-43-16,0 1 74 16,0 0-78-16,0 0-47 0,0 0 22 15,0 0 25-15,0 0-152 0,0 0 140 16,0 0-17-16,0 0 29 0,3 0 22 16,2 0 35-16,0 1-50 15,3 1 72-15,5-2-79 0,3 1 34 16,11-1-21-16,-3 0-13 0,-1-3 22 15,4 1-19-15,-3 0-3 0,-8-1-13 16,2 1 13-16,3 0 0 0,-7 1-3 16,4 0 3-16,-5 1 0 0,-5 0-34 15,6 0 34-15,-12-1 0 0,4 1-8 16,-6 0 8-16,5 0 0 0,-5 0 3 16,0 0-3-16,0 0 29 15,0 0-10-15,0 0 106 0,-11 1 2 16,3 0-118-16,-8 1 63 0,-2-1-72 15,-1 1-36-15,3 1 36 0,3-3 0 16,-5 0-32-16,2 1 32 16,-3-1 0-16,1 0-40 0,2 0 40 15,-3 0 0-15,6 0-24 0,0 0 24 16,-3 0 0-16,3 0-7 0,7 0-33 16,-2 0 30-16,3 0-40 0,5 0 50 15,-3 0 0-15,-2 0-60 16,5 0 57-16,0 0 3 0,0 0-130 15,-5 0 128-15,5 0-28 0,0 0-105 16,0 0 134-16,0 2-1 0,0-2-1 16,5 1 3-16,-5 0 38 0,0 0-35 15,8 0 76-15,-3 1-28 0,3 0-23 16,6-2 54-16,7 0-38 0,3-4-34 16,-1 0 84-16,4 0-44 15,-1-1-44-15,-2 2 83 0,-3 1-89 16,1 1 34-16,-9-1-34 0,5 1 0 15,-7 1-49-15,0 0 49 0,2 0 0 16,-10 0-53-16,2 1 25 16,0 2-22-16,-2-1-360 0,2 3 76 15,-5 1-254-15,0-1-843 0</inkml:trace>
  <inkml:trace contextRef="#ctx0" brushRef="#br0" timeOffset="2101.02">2283 7071 267 0,'0'0'633'16,"0"0"-405"-16,0 0 19 0,0 0 134 15,0 0-160-15,0 0-26 0,0 0 28 16,0 0-100-16,0 0 3 0,0 0 25 16,-5-12-51-16,5 12-20 15,0-2-6-15,0 2 12 0,0-1-19 16,0 1 7-16,0-1 18 0,0 1-47 15,0 0-29-15,0 0 3 0,0 0-19 16,0 0-102-16,0-1 100 16,0 1-43-16,0 0-75 0,5 0 119 15,-5 0-1-15,3 0-43 0,2 1 45 16,0 1 0-16,-2 0-24 0,2 0 24 16,3 1 0-16,-3-2 13 0,1 1 6 15,-4 0-19-15,9 0 16 0,-8-1-9 16,2 1-7-16,3 0 3 15,-3-1 3-15,3 1-6 0,-3-1-2 16,-2 1 2-16,8-1 0 0,-9 1 10 16,4 0-10-16,2-2 0 0,-3 1 19 15,3 1-3-15,-3-2-16 0,3 1 16 16,-3 0 9-16,3 0-25 0,0-1 13 16,5 1 3-16,1-1-6 15,-1 0 9-15,5 1 3 0,-4-1-22 16,-1 0 16-16,3 0 16 0,-3-2-32 15,6 1 22-15,-6 0-9 0,3 1-13 16,2-1 13-16,1 1-7 16,2-2-6-16,-2 1 1 0,2-1 18 15,0-1-3-15,5 1 0 0,-4-1 38 16,4 2-54-16,1-2 25 0,-1 1-6 16,1 0-19-16,-1-1 19 0,1 1-16 15,-4-1-3-15,4 1 23 16,5-1-23-16,-6 1 0 0,3-1 6 15,-2 1-6-15,5-1 0 0,-6 0 13 16,3 2-13-16,-2-1 0 0,7 0-9 16,-2 0 9-16,-3 1 0 0,3 0 13 15,-3 0-13-15,3 0 0 0,-3 0 6 16,3 1-6-16,-6-1 0 0,9-1 16 16,-4 1-13-16,4 1-3 15,-6-1 10-15,3 0-10 0,2 1 0 16,-2 0 0-16,-3 0 0 0,5 0 0 15,-2 0-4-15,3-1 4 0,-1 1 0 16,0 0 3-16,4 0 0 16,-4-1-3-16,0 3-16 0,1-2 16 15,5 0 0-15,-6 0 16 0,6 0-16 16,-1 0 0-16,1 0 15 0,-5 0-15 16,7 0 0-16,-2-2 10 0,-1 2-10 15,6-1 0-15,-7 0-7 0,7 1 7 16,-3 0 0-16,-2-1 3 15,-1 1-3-15,1 0 0 0,3-1 6 16,-4 1-6-16,6-3 0 0,-5 2 10 16,-3 1-10-16,3-1 0 0,-3 1 2 15,0-1-2-15,0 0 0 0,0 0 9 16,0 0-9-16,-2 0 0 0,-1 0 3 16,0-2-3-16,1 2 0 15,2 0 0-15,-3-1 0 0,1 1 0 16,-1 0-3-16,-2 0 3 0,2 0 0 15,1 0 0-15,-3-1 0 0,2 1 0 16,1-1 10-16,-1 1-10 0,0 0 0 16,-2-1-4-16,-3 1 4 15,3 1 0-15,-3 0-3 0,-2-1 3 16,-1-1 0-16,-2 1 7 0,-3 0-7 16,0 1 0-16,-2 0-7 0,-3 0 7 15,-8 0 0-15,-3 0-75 16,3 0 72-16,-8 2-126 0,5 1-420 15,-5 0 14-15,0 5-146 0,0-3-706 16</inkml:trace>
  <inkml:trace contextRef="#ctx0" brushRef="#br0" timeOffset="3290.3">7185 7270 841 0,'0'0'583'16,"0"0"-381"-16,0 0 22 0,0 0 65 15,0 0-133-15,0 0-11 0,0 0 68 16,0 0-77-16,0 0-27 0,0 0 10 16,-2-6-33-16,2 6 4 15,0-2 15-15,0 2-16 0,2-1-41 16,-2 1-35-16,0 0-17 0,0 0 4 15,6 0-85-15,-6 0 85 16,5 0 0-16,-2 0-9 0,2 0 9 16,3 0 0-16,0 3 2 0,2-1-2 15,4 1 0-15,2 0 13 0,2 1 0 16,-5 0-13-16,6-1 12 0,-3 2 11 16,-3-1-23-16,8-1 19 0,6-1-19 15,-1 1 22-15,1 0-12 0,-1-1 21 16,6-1-31-16,2-1 13 15,6 0 22-15,2 0 3 0,6-1 6 16,5-1 26-16,3 1-70 0,-3-1 25 16,5-1 0-16,-2 1-25 0,-1 0 19 15,-2 1 6-15,5-3-25 0,-7 1 29 16,2 0-14-16,0 1-15 0,0-3 13 16,-6 1-13-16,-4 1 0 15,-4-1 13-15,1 0-13 0,-8 1 0 16,-6-3 19-16,-4 4-19 0,-7-1 0 15,-4 2 18-15,-3-1-18 0,-8 1 0 16,0 1 22-16,0 0 10 0,0 0-32 16,0 0-161-16,-5 0 149 15,2 0-105-15,-2 0-347 0,-3 0 204 16,-3 3-100-16,3 0-619 0,6-1-116 16</inkml:trace>
  <inkml:trace contextRef="#ctx0" brushRef="#br0" timeOffset="4752.6">9770 7092 1000 0,'0'0'355'16,"0"0"6"-16,0 0-189 0,0 0-29 15,0 0 123-15,0 0-111 0,0 0-13 16,0 0 39-16,0 0-69 0,3-12-19 16,0 12 13-16,-3-1-39 15,0 0-67-15,5 1-3 0,0-1 3 16,-2 1 0-16,-3 0-14 0,8 0 14 16,0 0 0-16,-3 0 13 0,6 0 32 15,2 0-20-15,0 2-18 0,3 0 57 16,5-1-36-16,-2 1-15 15,-3-1 32-15,2 1-39 0,3-2 16 16,1 1-6-16,1 0-16 0,4 0 19 16,-1-1 19-16,3 1-38 0,-2 1 16 15,7-1-16-15,-2 0 0 0,5 0 3 16,0 1 1-16,6 0-4 0,2-1 15 16,2 0-2-16,1 0-13 15,10 1 22-15,-7-1 4 0,10 1-26 16,0 0 3-16,2-1-3 0,1 1 0 15,2 0 3-15,0-1 0 0,3 1-3 16,5 1 3-16,-2-3-3 16,2 1 0-16,0 0 13 0,3 0-13 15,-3 0 0-15,0-1 9 0,5 1-9 16,1-1 0-16,-3 0 4 0,2 0-1 16,-2-3-3-16,0 1 6 0,-3-1-6 15,3-1 0-15,0 1 13 16,-1-2-13-16,-1 1 0 0,-1-2 6 15,0 3-6-15,0-2 0 0,-2 1 6 16,-6 0-6-16,3 0 0 0,-6 0 0 16,1-2 0-16,-3 2 0 0,-3 1 4 15,-2-1-4-15,-6 2 0 0,-2-3 6 16,-3 1-6-16,-3 0 0 0,-8-1 9 16,-2 2-9-16,-3-1 0 15,-5 1 13-15,-5 0-10 0,-9 1-3 16,-2-1 13-16,-5 1-13 0,-1 1 0 15,-2-1 22-15,0 0-57 0,0 1 10 16,0-3-70-16,-5 2 47 16,0-1-101-16,-6 1-219 0,-2 1 134 15,0 1-50-15,0 0-533 0,13 0 75 16</inkml:trace>
  <inkml:trace contextRef="#ctx0" brushRef="#br0" timeOffset="32416.78">2177 7207 140 0,'0'0'594'16,"0"0"-207"-16,0 0 147 15,0 0-261-15,0 0-36 0,0 0 103 16,0 0-192-16,-13-37-3 0,10 34 3 15,-2-2-65-15,0 0-60 0,2 2-1 16,-2-1-38-16,-3 1 16 0,2 2-77 16,-2 0 64-16,3 1 1 0,-3 0-56 15,3 0 52-15,-3 0 3 0,8 2-64 16,-5 0 48-16,-3 3-16 16,2-2-42-16,6 3 58 0,-2-2 3 15,-4 0-58-15,6 2 45 0,-5-4-9 16,5 2-72-16,0-2 75 0,5 2 6 15,-5 0-16-15,8-1 52 16,3 1-6-16,2-1 9 0,1 1 0 16,-4 0-14-16,3-1 11 0,-2 2-1 15,-3 0-28-15,0-3-20 0,-3 0 29 16,0 1 20-16,-2 1-2 0,2-1 5 16,3 2 26-16,-8 1 4 15,6 2-11-15,-6-3-6 0,0 3 43 16,0-1 2-16,-6 1-6 0,4 0 48 15,-9 1-68-15,3-2 17 0,0 2-8 16,-5-1-15-16,0-1-13 0,-1-2-10 16,9-3-3-16,-3-1-26 0,8 0-97 15,-8 0 7-15,3-1-53 0,0 0-230 16,-3 0 15-16,8 0-24 16,-6-1-473-16</inkml:trace>
  <inkml:trace contextRef="#ctx0" brushRef="#br0" timeOffset="32665.16">2238 7214 228 0,'0'0'616'16,"0"0"-234"-16,0 0 103 0,0 0-300 16,0 0-33-16,0 0 111 15,0 0-205-15,0 0-58 0,0 0-55 16,0 0 32-16,19 12 20 0,-19 0 3 15,0 2 0-15,0 2 32 0,0-4-3 16,0 1-29-16,5-1 12 0,-5-1 18 16,2-2-1-16,-2-4-29 15,0 1-162-15,0-2-91 0,0 2-127 16,0-1-389-16,0 0 267 0</inkml:trace>
  <inkml:trace contextRef="#ctx0" brushRef="#br0" timeOffset="33183.18">2182 7171 1225 0,'0'0'728'16,"0"0"-543"-16,0 0-46 0,0 0 30 15,0 0-63-15,0 0-19 0,0 0-87 16,0 0-9-16,0 0-27 0,40-14 4 16,-27 14 3-16,1 1 16 0,-1 3 11 15,0-2 2-15,-5 1 0 0,5-1 3 16,-5 1-6-16,-3-1-4 16,-2-1-41-16,2 2-14 0,1-3-6 15,-4 2-51-15,-2 1 12 0,6-1 3 16,-6 1-75-16,0-1 82 0,0 2 35 15,-6 2 47-15,4-3 14 0,-4 3-19 16,-2 0-16-16,3 3 14 16,0-3-4-16,-3 0 0 0,3 3-17 15,2 1 14-15,3 4 29 0,0-3 17 16,-5 1-17-16,5-4 33 0,0-3-14 16,5-1 12-16,-5 2-29 15,8 0 9-15,-3-1-11 0,3-1 36 16,-3 2 12-16,3-5-15 0,0-1 35 15,-2 0-39-15,2 0 7 0,2-7 81 16,-2 0-78-16,-3-3 6 0,-2-3 37 16,2 0-60-16,-5-1-18 0,3 3 0 15,-3 0-4-15,-3 1-29 0,3 4-182 16,-5-2 65-16,5 5-53 16,-3-4-250-16,-2 2 143 0,0 0-17 15,5-1-91-15</inkml:trace>
  <inkml:trace contextRef="#ctx0" brushRef="#br0" timeOffset="33672.71">2423 7227 196 0,'0'0'208'0,"0"0"79"16,14 37-150-16,-12-26-23 0,-2 2 137 15,6-2-166-15,-6-1-27 0,0-1-2 16,0-2-7-16,0-4-17 0,0 1 3 15,0 0-3-15,0-2-15 0,0 0 44 16,0-1-25-16,0 0 36 0,0-1 188 16,0-1-46-16,-6-3-168 0,6-3-46 15,-2-2-23-15,2-5 1 0,0-1-18 16,2-1 23-16,4 2-64 16,2 0-117-16,-1 2 88 0,7 2 35 15,-4 0 33-15,-2 5 42 0,-2-1 39 16,-4 4 130-16,3 0-36 0,1 1 16 15,-4 1 107-15,4 0-130 16,-6 0-35-16,5 1-46 0,-2 2-42 16,-3 1-3-16,0 1 6 0,0 0 20 15,0 2-24-15,0-1-2 0,-3 1-1 16,-2 1-31-16,-1 0-84 16,-2-2 22-16,3 3-6 0,-3-3-78 15,3-1 97-15,-3 1 19 0,3-1 4 16,2-2 22-16,-2 1 0 0,-1 0 5 15,6-1-2-15,0-1 33 0,0 1 47 16,0 2 2-16,0-2-4 0,6 1 98 16,-1 1 3-16,-2 0 19 0,7 1 16 15,-2-1-117-15,-2 1-48 16,1 1-3-16,1-1 3 0,-2 3-9 16,7 3-7-16,0 1-142 0,-5 1-204 15,0-1-737-15,-3-6-35 0</inkml:trace>
  <inkml:trace contextRef="#ctx0" brushRef="#br0" timeOffset="34377.15">2884 7198 466 0,'0'0'496'0,"0"0"18"15,0 0-348-15,0 0-94 16,0 0 6-16,0 0 0 0,-37 0-36 16,27 4 20-16,7 0-43 0,-8 2 1 15,3 1 28-15,3 2-22 0,-3 4 0 16,8 3 23-16,-5-1-26 0,5 0-23 15,0-2 15-15,0-3 4 16,5-2-16-16,0-1-3 0,-2-4 0 16,-3 1 4-16,5 0 25 0,3-3 26 15,3 0 6-15,-3-1 59 0,0 0 32 16,-3-5 47-16,3-1 48 16,0-3-144-16,-3-3-43 0,3-1-28 15,-8 0 42-15,6-2-40 0,-6 4-21 16,0 2 0-16,0 0-13 0,0 2-185 15,-6 3 67-15,6-2-1 0,0 2-193 16,-2 0 25-16,2-2-111 0,0 3-194 16,0 2 289-16,0 0-59 0,2 1-208 15,4 0 398-15</inkml:trace>
  <inkml:trace contextRef="#ctx0" brushRef="#br0" timeOffset="34742.56">2945 7261 312 0,'0'0'336'0,"0"0"-203"0,13 36 1 16,-7-24 78-16,-6 0-92 0,0-2-19 15,5-2 33-15,-5 1-76 16,0-4-41-16,0-1 22 0,0 1-23 16,0-1 7-16,0 0 12 0,0-3-5 15,0 0 31-15,0-1 183 0,0 0 9 16,0-4-133-16,-5-1-114 16,5-3-6-16,0-6-48 0,0-1-4 15,0-4-6-15,0 4 45 0,5-4-214 16,3 5 12-16,0-3 79 0,2 5-95 15,-2-1 172-15,6 4 59 0,-1 1 86 16,-5 1 116-16,0 2-17 0,-8 2 58 16,5 2-126-16,0 1-23 0,-2 0 97 15,2 2-78-15,1 2-113 16,-4 1 0-16,-2 3 0 0,6 0 32 16,-6-1 4-16,0 3 28 0,-6 1-19 15,-7 4-26-15,5-1 20 0,-5-1-29 16,5-2-1-16,-5-3-18 0,5-2-4 15,-3 1-164-15,3-3 38 16,3-3-81-16,-3 0-397 0,8-1 70 16,-5 0-29-16</inkml:trace>
  <inkml:trace contextRef="#ctx0" brushRef="#br0" timeOffset="35145.26">3086 7292 737 0,'0'0'277'0,"0"0"-36"16,0 0 10-16,0 0-66 0,0 0 23 16,5 34-133-16,0-29-43 0,-5 1 10 15,0-3-29-15,0 1 3 16,0 0 30-16,0-3-10 0,0-1 6 16,0 0 110-16,0 0 13 0,0 0 51 15,-5-6-97-15,5 0-113 0,0-3-6 16,-5-3-51-16,5-4 15 0,-3 3-9 15,3-2 20-15,3 3-75 0,2 1-33 16,-5 3-16-16,13 1 65 16,-5-2 23-16,0-1 45 0,5 4 16 15,-8 1 74-15,3 4 68 0,-2 1-45 16,-6-1 33-16,8 1 57 0,-3 0-56 16,0 1-50-16,-2 2-78 15,-3 0-3-15,5 1 2 0,-5 1-2 16,0 1 48-16,0-2-16 0,0 3-29 15,-5-1 39-15,-3 1-42 0,8 2-67 16,-8-4-17-16,3 1-47 0,-1-2-211 16,-2 0 54-16,8 0-150 0,-5-3-744 15,5-1 583-15</inkml:trace>
  <inkml:trace contextRef="#ctx0" brushRef="#br0" timeOffset="35509.01">3300 7197 756 0,'0'0'698'0,"0"0"-516"15,0 0 19-15,0 0 52 0,0 0-253 16,0 0-15-16,0 0 15 0,-34 12 42 16,20-7-6-16,9 0-36 15,2 2 0-15,-2-2-13 0,0 2-48 16,5 0 25-16,0-3 3 0,0 4-2 15,0-5 19-15,5 1 16 0,0 0 1 16,-2-2 0-16,2 0 2 0,3 0 22 16,0 0-25-16,3 1-16 0,-9-2-14 15,9 1 4-15,-8 3 26 16,2-1-20-16,3 0 19 0,-3 1-3 16,1 1 3-16,-4 1 1 0,-2 1 1 15,0-2 45-15,0 1-14 0,0 0-9 16,0 3 32-16,-8-2-35 0,8-1-7 15,-8 0 9-15,3 0-2 0,0-2-20 16,2 0-29-16,-2-1-7 16,-1-3-74-16,6-1-306 0,0 0 45 15,0 0-174-15</inkml:trace>
  <inkml:trace contextRef="#ctx0" brushRef="#br0" timeOffset="35719.82">3443 7232 297 0,'0'0'714'0,"0"0"-470"15,0 0 65-15,0 0-26 0,0 0-98 16,0 0-3-16,0 0-108 0,-3 36 4 16,-2-25-12-16,5 2-65 0,-5-3-2 15,5-3 2-15,0-1 5 0,-3-3-4 16,3 2-2-16,-5 0-39 0,5-1-80 15,-8 1-238-15,8-3-36 0,-5 0-138 16,-3-2-471-16</inkml:trace>
  <inkml:trace contextRef="#ctx0" brushRef="#br0" timeOffset="36196.19">3353 7239 391 0,'0'0'395'0,"0"0"15"15,0 0-175-15,40-19-17 0,-27 17 87 16,0-1-139-16,-2 2-40 0,-1 1-6 16,-2 0-72-16,6 1 7 0,-6 2 23 15,-3-1 32-15,3 2-81 16,-3 0-28-16,0 3-2 0,3-1-18 16,-2 3 5-16,-4 1 14 0,6 0 16 15,-8 1-12-15,6 3 21 0,-6-4-25 16,0-2 1-16,0-3 6 0,0 0-7 15,-6-1-35-15,6 0 31 16,-2-1 4-16,2 0 10 0,-6-3 77 16,6 0 6-16,0 0-24 0,0-4-69 15,0-1-45-15,0-4-115 0,0-3 34 16,6-1-13-16,2-1-84 16,5 2 139-16,-5 1-4 0,5 0-145 15,-2 3 145-15,-4 1 46 0,1 3 36 16,-2 2 6-16,-4 1 49 0,4 1 113 15,2 0-68-15,-3 0 7 0,0 2 181 16,-2 3-224-16,2 0-58 0,0 4-3 16,-2 3 3-16,2-1 1 15,-5 1 9-15,0 2 22 0,0-3 3 0,0 1-9 16,0-1 0-16,-5 1-26 16,2-1-29-16,-2-1-139 0,0-3-36 15,2-2-299-15,-2 1 24 0,0-2-101 16</inkml:trace>
  <inkml:trace contextRef="#ctx0" brushRef="#br0" timeOffset="36397.4">3517 7302 472 0,'0'0'1011'0,"0"0"-595"16,0 0-267-16,0 0 13 0,0 0 59 15,32-14-207-15,-19 13-14 0,0 0-13 16,3 0-4-16,-2 1 14 0,-1 0-194 16,0 2-111-16,-8 0-268 0,3 0-408 15,-2-1 648-15</inkml:trace>
  <inkml:trace contextRef="#ctx0" brushRef="#br0" timeOffset="36972.68">3705 7371 559 0,'0'0'182'0,"0"0"-51"15,0 0 129-15,0 0-94 16,0 0-61-16,0 0 321 0,0 0-212 16,0 0-3-16,0 0 41 0,-8 7-194 15,3-14-32-15,5-4-26 0,-3-1 0 16,-2-4-2-16,5 1-51 16,0 1 21-16,0 3-46 0,0-2-80 15,5 2 67-15,-2 1-3 0,8-2 6 16,-3 4 88-16,-1 0 10 0,7 3 185 15,-9 0-60-15,3 3-24 0,0 1 27 16,-3 1-76-16,1 0-17 0,-4 0-7 16,3 2 17-16,1 3-19 0,-4-2-33 15,4 5 10-15,-6 3-13 16,0 2-30-16,0-1 30 0,-6-2-49 16,-2 2-73-16,3-2 70 0,-3-3 14 15,3 0-30-15,2-2 19 0,-2 0-67 16,5 0 91-16,-3 0 2 0,-2 0 21 15,5 1-53-15,0-3 13 16,0 0 3-16,0 0-3 0,0 0 39 16,5-2 0-16,3-1-1 0,-5 0-38 15,10-5-49-15,-2 1-153 0,-3-5 13 16,5 0-39-16,-5 0-222 16,2-3 271-16,-2 2 15 0,0-1 26 15,-2 2 180-15,-4 2 0 0,4 3-49 16,-1 1 49-16,-2-1 71 0,2 0 213 15,0 1-118-15,-2-1 27 0,2-1 250 16,-5 4-134-16,0 1-71 0,0 0 18 16,0 0-103-16,0 4 12 0,0 2-88 15,0 1-31-15,0 3-20 16,0 4 12-16,0 0-34 0,0 0-1 16,0-3-3-16,0-1 0 0,5 0 2 15,-5-4 27-15,0 0 16 0,0-3-45 16,0 2-155-16,0 0-94 0,0 0-225 15,0-3-751-15</inkml:trace>
  <inkml:trace contextRef="#ctx0" brushRef="#br0" timeOffset="37436.69">3840 7242 1310 0,'0'0'170'0,"0"0"-44"0,32-12 183 16,-13 8-163-16,-3 1-32 0,5-2 106 16,-3 1-26-16,1 1-120 15,-3-1-48-15,2 1 19 0,-2 1-16 16,-3 1-29-16,1 0 3 0,-9-1-3 16,3 2 3-16,-3 0-2 0,-5 0-1 15,0 0-45-15,0 2-51 0,0-1 50 16,-5 2 46-16,-3 2 44 0,3 0-44 15,-3 1-32-15,0 0 32 16,-3-1 0-16,8 0-29 0,-7 0 10 16,10 0-10-16,-3-2-44 0,-2 3 24 15,5-2 0-15,0 1-44 0,5-1 63 16,-2-1 30-16,2 2 114 16,0-1 34-16,3 1-67 0,-2-1 97 15,2 1-79-15,0-1-44 0,-3 1-7 16,0-2-9-16,-2 0-20 0,2 1-16 15,-5-1 45-15,0-1-19 0,0 2-16 16,0 0 86-16,-5-1-10 0,-3 4 1 16,3-3 5-16,-9 4-51 0,-2-3-37 15,3 1 53-15,0-2-60 16,0-1-130-16,0 1 41 0,-1-1-71 16,1 1-324-16,0-2 116 0,7 1-206 15,-1-2-1203-15</inkml:trace>
  <inkml:trace contextRef="#ctx0" brushRef="#br0" timeOffset="38046.46">4155 7408 225 0,'0'0'701'15,"0"0"-535"-15,0 0-3 0,0 0 244 16,0 0-73-16,0 0 16 0,0 0 99 16,0 0-285-16,0 0-39 0,0 0 16 15,-7-19-14-15,1 7-35 0,-2-3-60 16,8 2 67-16,-5 0-14 16,2 0-63-16,-2 0 35 0,5-2-57 15,0 0-87-15,0 1 87 0,5-3-54 16,3 3-25-16,6 2 79 0,-7-2 15 15,7 3 8-15,-1 2 56 0,0 3-79 16,0 2-48-16,-5 3 36 16,3 1-7-16,-3 0-153 0,-5 1 170 15,2 2-27-15,0 3-92 0,-2 2 60 16,7 5-105-16,-10 5-369 16,0 0 24-16,0-4-290 0</inkml:trace>
  <inkml:trace contextRef="#ctx0" brushRef="#br0" timeOffset="38501.86">4129 7336 1887 0,'0'0'451'0,"0"0"-303"16,0 0-70-16,0 0 77 0,0 0-17 15,48-21-106-15,-30 16-32 0,1 3-24 16,-3 2-40-16,-3 0 63 0,-5 3-30 15,2 1-92-15,-2-1 26 16,0 4 55-16,3-3 3 0,-3 3 36 16,-3-3-52-16,-2-2-68 0,2 4 123 15,-5-4 0-15,0 0 16 0,5 1 17 16,-5-2 22-16,0 0 126 16,0-1-1-16,0 0 13 0,0 0 79 15,-5 0-109-15,5-3-55 0,-5 0-45 16,2-2 20-16,-2-1-83 0,5-2-45 15,-5-2 26-15,5-2-31 0,5-1-135 16,-5 2 77-16,8 1-46 0,2 3-125 16,-2 0 182-16,0 2 46 0,6-2-20 15,-9 6 55-15,-3 0-26 0,4 1-49 16,2 0 46-16,-3 1 45 16,3 2 89-16,-3 3 1 0,3 1-90 15,-2 3-20-15,1 3 20 0,-1 2 23 16,-4-1-17-16,-2-2 10 0,6-1 23 15,-6 1 6-15,0-2-6 16,0 1-39-16,-6 0-145 0,4-1-4 16,-4-4-51-16,1 2-258 0,-3-3 191 15,0 0-78-15,0 0-512 0</inkml:trace>
  <inkml:trace contextRef="#ctx0" brushRef="#br0" timeOffset="38688.98">4317 7310 762 0,'0'0'459'0,"0"0"-162"15,0 0-141-15,0 0-10 16,48-17 65-16,-30 12-153 0,-2-1-28 16,3 1-30-16,-1 1 0 0,3 0-10 15,1-3-354-15,-1 3 205 0,-3-4-17 16,-4 3-700-16</inkml:trace>
  <inkml:trace contextRef="#ctx0" brushRef="#br0" timeOffset="38969.12">4545 7224 46 0,'0'0'880'0,"0"0"-558"16,-32 11-74-16,24-8 126 16,3 0-212-16,-3-1-35 0,8 1 34 15,-5-1-112-15,5 1-49 0,0 1-45 16,0 0-10-16,5-1 55 0,3 3 55 15,5-2 9-15,0 1 53 0,6-1 80 16,-6 2-98-16,-5-2-92 0,0-1-4 16,-3-1-3-16,3 2 55 15,-3-1 12-15,3 2-49 0,-2 2-18 16,-1-1-6-16,-2-1 6 0,-3 0 0 16,0 1 0-16,0-2 1 0,0 4-1 15,-3-5-138-15,-2 2 32 0,-1-2-7 16,-2-1-198-16,3-2-32 0,-3 0-116 15,3-1-547-15</inkml:trace>
  <inkml:trace contextRef="#ctx0" brushRef="#br0" timeOffset="39235.53">4659 7260 336 0,'0'0'704'0,"0"0"-417"0,0 0 64 16,0 0-111-16,0 0-119 0,0 0-31 15,0 0-60-15,16 45 2 0,-19-31 20 16,-2-1-20-16,-1-3-32 0,6 1-14 16,-2-1-12-16,2 0-9 0,0-1-14 15,0-2 48-15,0-2 1 16,2-1 27-16,-2 0 2 0,6 2 13 16,-1-1 104-16,3-1-75 0,0 0-10 15,5-2 30-15,6-1-65 0,-6-1 28 16,-5 0 27-16,5-1-81 0,-5-2-97 15,-3 2-440-15,3 0-37 16,-8-1-153-16</inkml:trace>
  <inkml:trace contextRef="#ctx0" brushRef="#br0" timeOffset="39418.46">4685 7332 2450 0,'0'0'248'0,"0"0"-235"0,0 0 106 16,0 0 74-16,0 0-52 0,43-5-100 16,-30 4 14-16,-5-2-42 0,-3 2-13 15,0 0 0-15,-2-2-58 16,2 1-291-16,3-1 20 0,-2 0-251 16,-6-3-1141-16</inkml:trace>
  <inkml:trace contextRef="#ctx0" brushRef="#br0" timeOffset="39590.94">4693 7213 1096 0,'0'0'1304'16,"0"0"-1094"-16,0 0-42 0,40-13 37 16,-27 11-28-16,0-2-56 15,3 4-67-15,-3 0-54 0,1 0-76 16,4 2-71-16,-10 0-174 0,0 0-985 15</inkml:trace>
  <inkml:trace contextRef="#ctx0" brushRef="#br0" timeOffset="56854.96">2196 10341 1267 0,'0'0'631'16,"0"0"-284"-16,0 0 9 0,0 0-289 15,0 0-51-15,0 0 161 0,0 0-42 16,0 0 3-16,-27-33 35 0,27 30-49 15,0 2-38-15,0-3-48 16,0 3 25-16,0-2-63 0,8 2-51 16,-3 1 49-16,1 0 2 0,2 0-117 15,0 0 113-15,-1 2-15 0,12 2-25 16,2 0 44-16,-2 2 0 0,7-3 41 16,-5-2-34-16,6-1 8 0,7 0 5 15,1 0 24-15,5-3-44 0,5 1-60 16,2 0 47-16,-4 2-92 15,2 2-330-15,-3 3 12 0,-10-1-202 16,-3 1-1029-16</inkml:trace>
  <inkml:trace contextRef="#ctx0" brushRef="#br0" timeOffset="57482.34">3732 10817 1469 0,'0'0'474'0,"0"0"-331"0,0 0-143 0,0 0 0 16,0 0 88-16,0 0 54 16,0 0-32-16,39-4 6 0,-17 3-54 15,-4 1-49-15,9-1-10 0,-6 1-6 16,5 0 3-16,3 0-26 0,9 1-10 15,-4 1-103-15,6 1-81 0,-11-2-130 16,-3 1-454-16</inkml:trace>
  <inkml:trace contextRef="#ctx0" brushRef="#br0" timeOffset="58042.45">5339 10869 2030 0,'0'0'389'15,"0"0"-205"-15,0 0-115 0,0 0-68 16,0 0-1-16,0 0 168 0,0 0-14 15,0 0-80-15,0 0-64 16,43-15 15-16,-25 12-25 0,9 1 7 16,-6 1-8-16,5 1 1 0,1 0-46 15,5 3 44-15,-3 0-154 0,5 2-389 16,6-1 49-16,-6-2 64 0,-2 1-634 16</inkml:trace>
  <inkml:trace contextRef="#ctx0" brushRef="#br0" timeOffset="58715.5">6812 10348 393 0,'0'0'591'0,"0"0"-279"0,0 0 157 16,0 0-297-16,0 0-59 0,0 0 121 15,0 0-105-15,-27-35-3 0,22 32 42 16,5 0-88-16,0 0-2 15,-5 0-27-15,5 2 16 0,0 1-18 16,0 0-49-16,0 0-1 0,5 0-48 16,0 0 24-16,3 4 25 0,6 1 29 15,4 0-10-15,-2 0 23 0,5-1-42 16,3-1 16-16,0 2-16 16,2 0 0-16,11-3 2 0,1 2 20 15,1-1-22-15,9-1-154 0,0 0-71 16,2-1-150-16,0-1-758 0,-10-1 422 15</inkml:trace>
  <inkml:trace contextRef="#ctx0" brushRef="#br0" timeOffset="59287.41">8356 10301 1871 0,'0'0'389'16,"0"0"-156"-16,0 0 31 0,0 0-112 16,0 0-47-16,0 0-28 0,0 0 0 15,0 0-29-15,0 0-19 0,0 0 22 16,8-19-22-16,8 18-13 0,5 1 28 15,0 0-44-15,0 0 3 0,3 3-3 16,0-1 0-16,3 1-12 16,-1 0 12-16,1 1 0 0,-1-1-70 15,6 2-49-15,-3 0-31 0,5 0-191 16,-2 0 38-16,3 0-144 0,-1 0-614 16</inkml:trace>
  <inkml:trace contextRef="#ctx0" brushRef="#br0" timeOffset="59927.4">9797 10588 1006 0,'0'0'157'0,"0"0"-157"0,0 0-30 16,0 0 30-16,0 0 20 15,0 0 179-15,37 2-89 0,-21-1 27 16,5 0 90-16,5 1-129 0,-2 0-40 16,5 0-3-16,1-1-25 0,1 1 2 15,12-2 46-15,-1 1-75 16,3 0-1-16,0 2 17 0,11-1-19 16,-3 1-59-16,0 0-213 0,-11-1-34 15,-2-1-260-15</inkml:trace>
  <inkml:trace contextRef="#ctx0" brushRef="#br0" timeOffset="60654.52">11426 10258 421 0,'0'0'570'0,"0"0"-238"0,0 0 127 15,0 0-245-15,0 0-68 0,0 0 123 16,0 0-130-16,0 0-36 0,0 0 36 16,0 0-52-16,-8-31-33 0,8 28 17 15,0 1 6-15,5 0-20 0,-2-1-25 16,5-1 19-16,-3 3-51 15,8-1 0-15,8 0 0 0,-2 2 0 16,2 0-22-16,0 0 22 0,3 2 0 16,3 1-22-16,2 1 20 0,8 2 2 15,0 0-203-15,-3 0-64 16,3 3-140-16,-10-5-812 0</inkml:trace>
  <inkml:trace contextRef="#ctx0" brushRef="#br0" timeOffset="61522.99">12919 10435 72 0,'0'0'769'0,"0"0"-267"0,0 0-417 15,0 0-24-15,0 0 47 0,0 0-30 16,0 0 23-16,0 0 136 0,0 0-91 15,0 0-36-15,48-11 64 16,-16 8-103-16,-3 0-3 0,5 1 13 16,3 0-7-16,6 0-13 0,-3 1-25 15,7 1-4-15,-7 0-32 0,2 2-38 16,-10 2 3-16,3 2-226 0,-12-1-859 16</inkml:trace>
  <inkml:trace contextRef="#ctx0" brushRef="#br0" timeOffset="-128615.54">5247 5473 55 0,'0'0'1187'0,"0"0"-933"0,0 0-215 15,0 0-10-15,0 0-19 16,0 0 62-16,0 0 97 0,0 0-75 16,0 0-20-16,0 0 72 0,26 2-61 15,-13-2 2-15,6 0 10 0,2 0-19 16,-2 0-10-16,2 0-30 15,0-1 14-15,0 0-13 0,6-1-20 16,-1 1 6-16,6-3-25 0,-3 1 0 16,6 1 29-16,-4 1-29 0,-2 1-139 15,-2 0-200-15,-1 0-122 0,-12 0-734 16</inkml:trace>
  <inkml:trace contextRef="#ctx0" brushRef="#br0" timeOffset="-127262.1">9482 4552 142 0,'0'0'398'0,"0"0"-218"0,0 0-21 16,0 0 86-16,0 0-115 0,0 0 26 15,0 0 143-15,0 0-156 0,0 0-13 16,0 0 75-16,-11-13-89 16,11 12 4-16,-5 0 58 0,5 1-78 15,0-2-20-15,0 0 7 0,0 1-20 16,0 1-15-16,0 0-17 0,0-1 23 15,0 1-33-15,0 0-18 16,0 0-14-16,0 0 7 0,0 0-102 16,0 0 79-16,0 0-18 0,5 0-62 15,-2 0 103-15,7 0 16 0,4 1 13 16,7 2 13-16,8-2-20 0,8-1 0 16,5 0 14-16,1 0-36 0,2-3 13 15,2 2-13-15,1 1 0 0,-8 0 0 16,5-1-13-16,-11 1-45 0,-5 0-193 15,3 0 80-15,-11 1-36 16,1 3-244-16,-12-2 25 0,-2 0-114 16</inkml:trace>
  <inkml:trace contextRef="#ctx0" brushRef="#br1" timeOffset="-94417.15">17615 568 905 0,'0'0'241'15,"0"0"-32"-15,0 0 71 0,0 0-131 16,0 0 4-16,0 0 97 15,0 0-173-15,0 0-15 0,0-27 64 16,0 26-26-16,0-3-6 0,0-1 7 16,0 3-50-16,0 0-19 0,0 1-6 15,0 0-26-15,-5 1-32 0,0 0-45 16,-3 2 76-16,-6 6-25 0,-2 5-19 16,-7 6 43-16,-4 7-47 0,-2 8-9 15,-3 7 55-15,6 1-13 0,2 2 9 16,3-2 7-16,5-3 0 0,3 3 58 15,-1 4 23-15,1 2-20 16,5-1 96-16,3 4-58 0,5-6-99 16,0-2-9-16,5-4-7 0,6-4-7 15,5-6-44-15,2-1 51 0,3-3 12 16,3-4-95-16,0 0 63 16,3-3-47-16,-1-3-156 0,-2-3-1 15,2-4-59-15,-2-2-302 0,-8-2 89 16,0-4-160-16</inkml:trace>
  <inkml:trace contextRef="#ctx0" brushRef="#br1" timeOffset="-93917.77">17885 720 633 0,'0'0'772'16,"0"0"-772"-16,0 0-39 0,0 0 39 16,0 0 267-16,0 0-4 0,0 0 149 15,-8 46-241-15,8-22-13 0,-2 7 19 16,-4 1-61-16,1 0-7 0,2 0-22 15,1 0 8-15,-3-1 33 16,5 1-128-16,-3-4 38 0,3-1-38 16,0-4-62-16,0-5-111 0,0-5-74 15,0-3-107-15,3-3 154 0,-3-4 96 16,0-1-39-16,0 0 14 16,0-2-63-16,0 0 166 0,0-4-133 15,0-6-209-15,-3-5-108 0,0 2 209 16,-2-10-33-16</inkml:trace>
  <inkml:trace contextRef="#ctx0" brushRef="#br1" timeOffset="-93700.92">17793 725 1624 0,'0'0'94'0,"0"0"159"0,0 0 127 15,0 0-235-15,0 0-45 0,0 0-21 16,0 0-66-16,0 0-13 0,45-29 0 15,-19 23 54-15,14 3-18 16,0 1-23-16,-1 1 19 0,-2 1-32 16,-10 2-14-16,-1 1 14 0,-2 3 0 15,-5 0-26-15,-3 1-80 0,-3 2-139 16,-5 1-423-16,-6-4 36 16,-2 2-361-16</inkml:trace>
  <inkml:trace contextRef="#ctx0" brushRef="#br1" timeOffset="-93497.88">17816 892 919 0,'0'0'1360'16,"0"0"-1324"-16,0 0-36 0,0 0-39 15,0 0 39-15,0 0 52 0,43 6 39 16,-11-6-89-16,2-2 30 0,-5 0 24 15,0 2-56-15,-5 0-90 16,-3 0-465-16,1 0 58 0,-1 0 11 16,-5 0-395-16</inkml:trace>
  <inkml:trace contextRef="#ctx0" brushRef="#br1" timeOffset="-93228.89">18150 891 766 0,'0'0'284'0,"0"0"201"16,-32 35-215-16,24-19-11 0,0-1 43 16,6 0-173-16,-1-2-26 0,3 0-8 15,3 2-60-15,-1-5-18 0,9 0 21 16,0-3 59-16,2-2 47 0,5 0-9 16,1-4-49-16,2-1-45 0,-2-3-9 15,2-5 45-15,-3-2-17 0,1-2-35 16,0 0 48-16,-4-2-41 0,-4 0-29 15,-3 1 67-15,0-1-51 16,-8 1-6-16,0 1 50 0,-3 0-63 16,-7-2-281-16,2 0 87 0,-6 2-65 15,1 2-573-15,3 0 159 0,-1 2 143 16,6 4-211-16</inkml:trace>
  <inkml:trace contextRef="#ctx0" brushRef="#br1" timeOffset="-92790.61">18346 951 248 0,'0'0'655'15,"16"39"-401"-15,-11-25-39 0,-2-2 62 16,0-1-92-16,-1-1-42 0,-2-5-7 16,3 0-90-16,-3-3-1 0,0-1 10 15,0 0-16-15,0-1 3 0,0 1 74 16,0-1 72-16,0 0 88 0,0-1-16 15,3-6-211-15,-3-7-49 16,0-3-54-16,0-7 41 0,5-3 13 16,3 2-128-16,5 3 28 0,6 1-22 15,2 6-84-15,3-2 161 0,-3 3 42 16,3 1 3-16,-3 3 116 16,-3 3-10-16,-2 1-22 0,-5 5-52 15,-3 0-32-15,-3 1-26 0,-2 0 23 16,-3 1 3-16,2 0-45 15,-2 4 32-15,0 1 13 0,0 4 19 16,-8 3-3-16,-7 5-16 0,-7 1-48 16,1-1 9-16,0-2-19 0,5-2-16 15,6-3 72-15,-1 1-17 0,6-2-30 16,-1 2 20-16,6-3-9 0,0 0-34 16,0 2 60-16,6-2-8 0,2 0 20 15,2 1 7-15,3-3-3 0,3 1-8 16,-2-3-102-16,1 1-82 0,1-3-280 15,0 0 61-15,-3 0-150 16</inkml:trace>
  <inkml:trace contextRef="#ctx0" brushRef="#br1" timeOffset="-92420.19">18743 1115 1094 0,'0'0'502'0,"0"0"-106"15,0 0-188-15,0 0 8 0,0 0 149 16,0 0-108-16,0 0-27 0,0 0 53 16,0 0-102-16,0 0-40 0,8 12-40 15,-5-16 31-15,0-3-47 0,-1-4-79 16,4-7 81-16,-1-1-87 0,0-7 44 16,0 0-17-16,-2 0-27 0,0-3-120 15,-1 4 117-15,4 0-69 0,2-1-220 16,8 3 242-16,-1-2-79 0,9 7-109 15,-3-1 222-15,3 6-3 16,0 2-42-16,0 1 61 0,0 5 0 16,-6 1-26-16,1 3 13 0,-3 1 13 15,-3 1-105-15,-2 4 102 16,-3-2-36-16,2 3-54 0,-5 2 74 16,-2 4-13-16,0 3-38 0,-6 1-56 15,-5-2-306-15,-2 3-233 0,-6-2 190 16,2-4-177-16</inkml:trace>
  <inkml:trace contextRef="#ctx0" brushRef="#br1" timeOffset="-91886.59">18844 938 1192 0,'0'0'537'0,"0"0"-235"16,0 0-301-16,0 0-1 0,0 0 350 15,0 0-188-15,0 0-104 0,50 2-39 16,-28-4-19-16,-4 2-12 0,1 0-7 15,-6 0 6-15,0 2-87 16,0 3-380-16,-2-1 94 0,2 5-11 16,-2 0 48-16,-3 2 183 0,2 2 45 15,-2 0-25-15,-2 0 119 16,-1-2 5-16,0 1 22 0,3-1 3 16,-5-4 166-16,-1-1 190 0,1-1-173 15,0-2-4-15,-1-1 105 0,-2-2-125 16,3 4-6-16,-3-3 16 15,3 1-32-15,-3-1 67 0,2-1 312 16,-2 0-269-16,0-4-100 0,0-4-80 16,0-5-4-16,0-5-40 0,0-4-17 15,0-3 42-15,0 2-51 0,-2 1-71 16,2 1 46-16,2 0-48 0,4 5-173 16,4-2 140-16,1 4-9 0,5 1-62 15,0 1 135-15,5 3-10 0,-3 3 52 16,1 0 74-16,-1 5 20 0,-2 1-30 15,-2 1-25-15,-1 7-37 16,-3-2 14-16,1 4 3 0,0 4 0 16,-1 2-9-16,-2 1 29 0,0 1 31 15,0 1-51-15,-3-2 32 16,1 2-41-16,-4-2 9 0,4 1 7 16,-6-1-26-16,2 0 2 0,-2 0 36 15,-2-2-38-15,-4-2-19 0,1-2-106 16,0-4 10-16,-1 0-152 15,-2-4 58-15,-5-1-53 0,0-2-521 16,-3 2 53-16,3-2-11 0</inkml:trace>
  <inkml:trace contextRef="#ctx0" brushRef="#br1" timeOffset="-91698.67">19088 969 2329 0,'0'0'529'16,"0"0"-529"-16,0 0-58 0,0 0 58 15,0 0 119-15,0 0-29 16,47-18-55-16,-23 16-35 0,5 1 0 16,1 0-19-16,-4 1 19 0,-2-1 0 15,-3 1-74-15,0-1-67 16,-2-4-181-16,-3-1-808 0,0 2 12 16</inkml:trace>
  <inkml:trace contextRef="#ctx0" brushRef="#br1" timeOffset="-91511.69">19554 877 886 0,'0'0'794'0,"3"36"-187"16,-3-17-429-16,0-1-4 0,0 3 10 16,2-3-94-16,1 0-39 0,-1-1-41 15,1-1 9-15,2-1-19 0,1-5-22 16,-1-2-59-16,-2-3-144 0,2-3-279 15,-2 0 179-15,2-1-42 16,-2-1-695-16</inkml:trace>
  <inkml:trace contextRef="#ctx0" brushRef="#br1" timeOffset="-91308.95">19776 814 2733 0,'0'0'53'0,"0"0"-52"0,11 34 216 16,-8-14-32-16,-3 2-31 0,2-1-107 15,1-1-5-15,-3 3-42 0,5-1 19 16,-2-2-19-16,2 1 0 0,0-1 2 16,-2-6-43-16,2 0 41 0,1-3-313 15,-4-3 85-15,-2-3-49 0,3-2-484 16,-3-1 87-16,0-2-39 0</inkml:trace>
  <inkml:trace contextRef="#ctx0" brushRef="#br1" timeOffset="-91057.83">19493 761 2822 0,'0'0'247'0,"0"0"-122"0,0 0 50 16,0 0-70-16,0 0-26 0,0 0-66 15,0 0-7-15,48-15-6 0,-22 13-53 16,16 2 53-16,1 0 0 0,-1-1-28 16,-2 1 28-16,-6 0 0 0,1 1-93 15,-6 0 16-15,3 3-140 0,-3-2-543 16,-8-1-68-16,-2 0-487 0</inkml:trace>
  <inkml:trace contextRef="#ctx0" brushRef="#br1" timeOffset="-90747.82">20192 797 2052 0,'0'0'508'16,"0"0"-481"-16,0 0-25 0,-21 44 31 16,16-28 73-16,2 0-6 0,-2 3-29 15,2 1-10-15,0 2-35 0,3-1-17 16,0-3 1-16,0 0-10 0,6-3 1 16,-4-3 12-16,4-2-7 0,2 0 1 15,2-2 76-15,1-3-32 0,2 1-51 16,0-3 58-16,3-1-58 0,-3 0-138 15,3-2-32-15,-2 0-36 16,1 0-324-16,-4-3 76 0,0 0-86 16</inkml:trace>
  <inkml:trace contextRef="#ctx0" brushRef="#br1" timeOffset="-90547.56">20242 913 3128 0,'0'0'261'0,"0"0"-261"0,0 0 29 15,0 0-13-15,0 0 32 0,0 0-45 16,0 0 43-16,0 0-46 0,40-15-60 16,-24 10 41-16,-3 1-35 0,1-2-313 15,-6 3 71-15,-3-2-169 0,-5 3-881 16</inkml:trace>
  <inkml:trace contextRef="#ctx0" brushRef="#br1" timeOffset="-90390.44">20277 765 1570 0,'0'0'1201'0,"0"0"-1201"15,0 0-70-15,0 0-30 0,34-9 100 16,-18 9 0-16,0 0-27 15,0 0-6-15,0 0-157 0,-3 0-830 16,0 0-311-16</inkml:trace>
  <inkml:trace contextRef="#ctx0" brushRef="#br1" timeOffset="-89676.56">20566 751 1800 0,'0'0'571'0,"0"0"-419"0,0 0-136 16,0 0-16-16,0 0 91 0,0 0 163 16,0 0-13-16,0 0-15 0,10 36-29 15,-10-16-130-15,-2 7-67 0,-1-2 19 16,0-1-19-16,1-2 0 0,-4-1-10 15,4-4 10-15,-1-4 0 16,0-5 16-16,3-4-3 0,0-3-10 16,0 1 16-16,-2-2 60 0,2 1 18 15,0-1 186-15,0 0-21 16,0-5-228-16,0-5 3 0,0-7-37 16,0-3 0-16,0-8-61 0,0 2 24 15,5-1 18-15,6 1-230 0,2 7 179 16,8 0-55-16,3 4-175 15,2 0 281-15,3 4-12 0,-2 4-1 16,-3 1 32-16,-6 4 0 0,-4 1 2 16,-4 1 17-16,-7 0-19 0,-1 0-86 15,1 1 85-15,-3 1-11 0,3 2 12 16,-3 3 15-16,-3 1 112 0,-5 3-86 16,-5 3 32-16,-8-3-73 0,5 1-31 15,-3-3 28-15,9-4 3 0,2 0-85 16,5-1 72-16,0-3 13 0,1 4-85 15,2-2 82-15,-3 1-17 16,3 5-78-16,0 1 98 0,0 3 19 16,8 0 70-16,0 3 12 0,5-3-91 15,-2-1 34-15,-1-3-44 16,1-2 0-16,-3 1-82 0,-3-5 69 16,6 2-60-16,0-1-232 0,2-1 91 15,0-2-144-15,0-1-809 0,-7 0-12 16</inkml:trace>
  <inkml:trace contextRef="#ctx0" brushRef="#br1" timeOffset="-89448.45">20955 798 2783 0,'0'0'443'0,"0"0"-443"0,0 0 44 15,0 0-44-15,0 0 93 0,-50 39 15 16,31-18-22-16,1 0-86 0,4-1-4 15,4-3 1-15,2 1 3 16,2-3-78-16,1-4 77 0,5-2-33 16,-3-5-173-16,3 0 121 0,0-2-33 15,0-2-283-15,3 2 76 16,0-2 167-16,-1 0 156 0,1-5-17 16,5-5-93-16,-3-5-173 0,3-6 29 15,0-5-65-15,-2 7-493 0</inkml:trace>
  <inkml:trace contextRef="#ctx0" brushRef="#br1" timeOffset="-89057.17">20947 789 326 0,'0'0'978'0,"0"0"-474"15,0 0-205-15,24 41 18 0,-16-25 80 16,-3 1-250-16,3-3-66 0,0 1-8 16,3 0-2-16,-4-2-36 0,7-3-35 15,-4-2 48-15,4 0-26 0,-4-5-19 16,-2-2 64-16,0-1 3 15,3-1-32-15,-1-3 54 0,3-5-70 16,1-1-18-16,-1 0-8 0,-2-3-24 16,-1 1-112-16,3-2 96 0,-2-3-68 15,5 1-346-15,0 0-36 16,0 0-249-16,2 6-339 0,-5 2 838 16,1 4 244-16,-6 3 221 0,-6 1-64 15,1 0-7-15,0 1 150 0,-3 3 51 16,2 3 59-16,-2 3 187 15,0 7-243-15,-5 4-52 0,0 0-24 16,-3 1-164-16,5-3-88 0,-2-5-7 16,5 3 16-16,0-3-35 0,2-1 3 15,4 0-3-15,2-2 25 0,5 0-18 16,0-1 94-16,3-3-66 0,0-2-23 16,0-3-24-16,2 0-4 0,1-2-212 15,-3 0 43-15,-3-2-71 0,-5-2-397 16,-3-2-139-16,-2 0-523 0</inkml:trace>
  <inkml:trace contextRef="#ctx0" brushRef="#br1" timeOffset="-88863.82">21376 893 2324 0,'0'0'619'15,"0"0"-507"-15,0 0-83 0,0 0-29 16,37-5 74-16,-24 2-11 15,3 0-8-15,-3 0-55 0,1 0 6 16,-6 1-35-16,-3-1 29 0,0 2-390 16,-2 0-117-16,-3-1-599 0</inkml:trace>
  <inkml:trace contextRef="#ctx0" brushRef="#br1" timeOffset="-88697.59">21410 702 3041 0,'0'0'437'16,"0"0"-437"-16,0 0-92 0,38-3 35 15,-20 3-22-15,1 3 78 16,2 2-1-16,-3 1-148 0,-2 1-14 16,0 1-255-16,-5-2-873 0,-1-2 70 0</inkml:trace>
  <inkml:trace contextRef="#ctx0" brushRef="#br1" timeOffset="-88525.18">21749 812 1922 0,'0'0'1091'16,"0"0"-1062"-16,0 0-29 0,0 0-13 15,0 0 13-15,0 0 0 0,0 0-62 16,0 0-208-16,0 0-328 15</inkml:trace>
  <inkml:trace contextRef="#ctx0" brushRef="#br1" timeOffset="-88386.28">21747 914 2398 0,'0'0'1356'15,"0"0"-1196"-15,0 0-91 0,0 0-53 16,0 0 91-16,0 0-91 15,0 0-16-15,0 0-205 0,0 0-783 16,2 0-858-16</inkml:trace>
  <inkml:trace contextRef="#ctx0" brushRef="#br1" timeOffset="-84522.77">22581 630 1039 0,'0'0'287'15,"0"0"18"-15,0 0 59 0,0 0-172 16,0 0-18-16,0 0 88 15,0 0-159-15,0 0-45 0,0 0-42 16,0-11-16-16,0 11-17 0,0 0 17 16,0 0 0-16,3 6 132 0,-3 2-10 15,2 8-16-15,1 5-46 0,0 8-57 16,-1 3 39-16,1 3-42 0,-3 1 6 16,0-1-6-16,0 1 0 0,0-5 4 15,0-1-20-15,3-6-67 0,-1-9-367 16,1-4 227-16,0-5 52 15,-1-3-192-15,-2 0 217 0,0-1-30 16,3 2-292-16,0-3 184 0,-3-1-68 16</inkml:trace>
  <inkml:trace contextRef="#ctx0" brushRef="#br1" timeOffset="-84242.01">22557 629 1322 0,'0'0'407'0,"0"0"-180"0,0 0 211 16,0 0-335-16,0 0-103 0,0 0 0 16,0 0-45-16,0 0 45 0,0 0 32 15,40-27 33-15,-14 21-17 0,9 5 23 16,-3 1-38-16,-1 0-33 15,-7 3-9-15,0 4 9 0,-8-2 19 16,3 2-19-16,-6 1-13 16,-5-3-180-16,-6 1-348 0,1 0 50 0,-3 1-63 15</inkml:trace>
  <inkml:trace contextRef="#ctx0" brushRef="#br1" timeOffset="-84037.43">22547 760 1319 0,'0'0'514'0,"0"0"-15"16,0 0-350-16,0 0-149 0,0 0-16 15,0 0 16-15,0 0 39 0,37-3-5 16,-11 2-33-16,6 1 1 0,0 0 8 16,-3 4-10-16,-5 0-233 0,-3-1-295 15,-3 1 147-15,1 0 39 0,-3-1-212 16,0-1 218-16,-8 1 159 15</inkml:trace>
  <inkml:trace contextRef="#ctx0" brushRef="#br1" timeOffset="-83793.79">22835 787 57 0,'0'0'133'0,"0"0"180"16,0 0 189-16,0 0-384 0,0 0 2 15,0 0 420-15,-45 41-287 16,32-25-42-16,0-1 103 0,5 3-140 16,3-2-26-16,2 2-7 0,3-2-29 15,5 2-99-15,3-5 16 0,3-2-20 16,2-3 20-16,3-5 57 0,5-2 32 15,-2-1-51-15,4-8-26 16,-1-1 54-16,-1-4-38 0,-3 0-44 16,1 0 66-16,-3-1-70 0,-6 1 19 15,-2-2 26-15,-2 0-29 0,-1 2-3 16,-5-6 41-16,0 5-63 0,0-5-135 16,-8 4 62-16,-3-2-66 0,3 2-316 15,-2 1 122-15,-1 5-80 0,6 4-427 16,2 0 511-16,1 5 62 15,-1 0-209-15,3 0 130 0</inkml:trace>
  <inkml:trace contextRef="#ctx0" brushRef="#br1" timeOffset="-83322.61">22957 761 77 0,'0'0'336'16,"0"0"-33"-16,0 0 258 0,32 44-262 16,-24-29-62-16,-3-3 65 0,1 0-136 15,-1 2-31-15,0-3 21 0,-2 0-131 16,-1-4-9-16,1-2-6 15,-3-1 26-15,3 0-14 0,-3-2 14 16,0 0-13-16,2-1-23 0,-2 4 0 16,3-4 23-16,-3-1 70 0,0-4-93 15,0-4-116-15,0-6 13 0,0-6-29 16,3-5 51-16,5-1-87 0,2 3-212 16,3 1 224-16,3 6 101 0,0 2 6 15,3-2 49-15,-1 4 77 0,1 2 336 16,2 4-170-16,-5-1-40 15,0 6-22-15,-6 1-181 0,1 0-7 16,-6 1-51-16,-2 1 55 0,0 3-13 16,-1-1-29-16,1 4 45 0,-3 3 0 15,-5 4-170-15,-9 3 27 16,-2-2 108-16,-2-1 6 0,-1 0 29 16,6-5 11-16,0 2-9 0,2-1 16 15,1 1 8-15,4-1 9 16,4-1 20-16,-1 0 23 0,3 0 25 15,3-1-38-15,-1 0 12 0,6 2 66 16,0-1-11-16,6 0-49 0,-4 1-54 16,3-3 16-16,3 1-45 0,0-2-26 15,0-1 24-15,3-1-113 0,-1-1-126 16,3-3-30-16,-2-1-157 0,-6 0-808 16</inkml:trace>
  <inkml:trace contextRef="#ctx0" brushRef="#br1" timeOffset="-82792.81">23548 701 823 0,'0'0'1370'0,"0"0"-1037"15,0 0-117-15,0 0-129 0,0 0-3 16,0 0 105-16,18-36-26 0,-18 31-51 16,0-1-52-16,0 4 29 0,0-1-89 15,-2 1-73-15,-4 0 51 16,-2 2-118-16,-5 6-49 0,-3 3 186 16,0 4-39-16,3 1-35 0,5 0 75 15,3 1-36-15,2-1-59 0,3-1 84 16,0 0 0-16,6-1 13 15,2-1 49-15,-1 0 18 0,7 0-60 16,-4 0 12-16,6-1-19 0,-3 0 22 16,-2 0-22-16,0 0 0 0,-6-4-9 15,-2 0 9-15,-1-4 0 0,-2 1-23 16,0-1 23-16,0 3 19 0,0 0-12 16,0 2-7-16,-5 1-61 0,-3 1-242 15,-5 2 38-15,2-3-101 0,1-6-473 16,4 0 252-16</inkml:trace>
  <inkml:trace contextRef="#ctx0" brushRef="#br1" timeOffset="-82415.98">23659 744 1791 0,'0'0'441'15,"0"0"-360"-15,0 38 90 0,-3-23 123 16,3-2-146-16,0 0-62 0,0-1-73 16,6-1 2-16,-1-2-15 0,3-1-9 15,3-3 9-15,-1-4 32 0,3-1 3 16,3 0 45-16,0-5-20 0,3-4-56 16,-1-3 34-16,-2-1-38 0,3-3 2 15,-3 3 4-15,-3 1-6 0,-3 0-119 16,-2 2 75-16,0 3-49 15,-5 0-135-15,0 4 218 0,-3 0 10 16,2 2 58-16,-2 0 57 0,0 1 7 16,0 0-93-16,-2 0 64 0,-1 0-93 15,0 6-6-15,-5 5 6 16,0 3 52-16,0 6-40 0,0 4 36 16,3-1-48-16,3-2-13 0,2-3 10 15,2-2 3-15,6-2-153 0,0-1-14 16,0-2-38-16,3 0-153 15,2-4 34-15,-3-4-203 0,-2-2-815 16</inkml:trace>
  <inkml:trace contextRef="#ctx0" brushRef="#br1" timeOffset="-82139.52">24144 758 2493 0,'0'0'168'0,"0"0"-136"16,0 0 142-16,0 0 38 0,-37 38 27 16,21-23-83-16,2 2-61 0,4-3-95 15,2-1 7-15,0 0-7 16,3-2 0-16,-1-4-50 0,6-3 25 16,0-2-4-16,0-1-258 0,0 0 121 15,0 1-101-15,0-2-169 16,0 0 384-16,3-3-64 0,0-5-365 15,2-6-27-15,0-3 82 0,1-6-223 16</inkml:trace>
  <inkml:trace contextRef="#ctx0" brushRef="#br1" timeOffset="-81907.83">24096 734 135 0,'0'0'482'0,"0"0"326"16,0 0-369-16,0 0-186 0,0 0-26 16,0 0-23-16,0 0-43 0,0 0 96 15,0 0-157-15,34 45-43 0,-18-25-44 16,0-6 61-16,3 3-23 15,-1-6-19-15,1-4 31 0,-3-1-43 16,2-4-11-16,-2-1 45 0,-3-1-3 16,1-4-51-16,-1-3 76 0,-2 1-38 15,-4-2-35-15,4-2 86 16,-6-1-39-16,-2-1-46 0,0-3 84 16,-1-1-88-16,-2-1-95 0,0-1 16 15,-2 1-95-15,-1 0-318 0,3 4 97 16,0 2-107-16,3 2-411 15,2 4 470-15,0 3 6 0</inkml:trace>
  <inkml:trace contextRef="#ctx0" brushRef="#br1" timeOffset="-81703.25">24536 782 1923 0,'0'0'220'0,"-19"41"-64"15,9-22 48-15,-1-3-72 0,0-3-6 16,1 4 23-16,-1-5-114 0,3 1-35 16,0-4-32-16,6-3 31 0,-1 0-83 15,3-4-274-15,0-1 83 16,0 0-134-16,0-1-437 0,0 0 272 16</inkml:trace>
  <inkml:trace contextRef="#ctx0" brushRef="#br1" timeOffset="-81448.7">24676 725 745 0,'0'0'1506'0,"0"0"-1400"16,0 0 78-16,-8 41 81 0,-2-25 174 16,-1 0-232-16,0-2-87 0,1 3-91 15,-1-3 28-15,3 0-57 0,0-3-11 16,0-2 11-16,6-4 0 15,-1-1-6-15,3-2-26 0,-3-2 32 16,3 1-295-16,0-1 116 0,0 0-7 16,0-1 109-16,3-5 35 0,5-5-106 15,0-3-126-15,5-7 112 16,0-3 0-16,3 2-390 0,0 1 119 16,0 5-86-16</inkml:trace>
  <inkml:trace contextRef="#ctx0" brushRef="#br1" timeOffset="-80810.95">24676 725 499 0,'45'8'512'0,"-45"-8"-53"0,3 5 207 15,-1 2-384-15,1 5-8 0,2 4 41 16,-2 0-78-16,5-3-100 0,-5-1-29 16,2-2-22-16,0-2-42 0,-2-4-41 15,2-1 60-15,-2 0-28 0,-1-2-29 16,4 1 83-16,2-1-17 0,0-1-47 16,5 0 91-16,3-7-71 0,0-3-23 15,-3-5 31-15,3 2-53 0,0-1-117 16,-3-2 102-16,3-2-51 15,0 0-211-15,0 2 144 0,2-1-138 16,-5 5-529-16,-2 6 392 0,0 1 15 16,-9 4 133-16,1 0 258 0,-3 1 2 15,0 0 106-15,0 2 223 16,0 3 37-16,-3 5 196 0,-2 3-292 16,-3 5-59-16,0 2-1 0,3 1-95 15,5-5-62-15,0-1-37 16,2-3 38-16,6 2-22 0,6-3-4 15,-1-1 139-15,5-1-95 0,1-5-63 16,-1-3 71-16,4 0-80 0,-4-1 40 16,-2-1-27-16,0-3-13 0,-3-1-119 15,-2 0 103-15,-6 1 0 0,0-1-112 16,-2 3 128-16,-3-2 0 0,3-1 0 16,-6 2 0-16,3-4 0 0,0 2-32 15,-3-2 32-15,1 3 66 0,-1 0-15 16,-2 0 36-16,2 1-87 15,3 2-31-15,-3-2 0 0,3 2 31 16,0-1-227-16,8 0 155 0,3-1-17 16,5 0-127-16,5-2 156 0,0 2-55 15,-5 1-119-15,-5 0 208 16,-1 2 13-16,-10 0-51 0,3 0 45 16,0 1-17-16,-1 3-12 0,1 2 48 15,-3 5 122-15,-3 7 218 16,-7 4-98-16,-4 2-71 0,1 1-54 0,0-2-38 15,5-2-79-15,0-4 0 16,5-2-1-16,1-2 1 0,2-2-60 16,0-6 38-16,0-1-3 0,2-3-283 15,-2 0 222-15,6 0 35 0,-1-1-80 16,8-2 106-16,3-7-49 0,5-4-283 16,3-4 109-16,-3-3 15 0,1-1-443 15,-9 7 18-15</inkml:trace>
  <inkml:trace contextRef="#ctx0" brushRef="#br1" timeOffset="-80540.58">25460 761 1882 0,'0'0'292'16,"0"0"-273"-16,-24 40 46 0,22-28-30 15,2 1-31-15,5 0 154 0,0 1-29 16,3-3-32-16,3-1-32 15,-1 1-4-15,3-2-13 0,-2 1 7 16,0-1 34-16,-3-2-12 0,-6-2-9 16,1-2 5-16,0 1-25 0,-3-1 25 15,2 0 48-15,-2 4-38 0,0-3 12 16,-2 3 75-16,-4 1-16 0,-7 0-88 16,0 1 41-16,-8-2-100 0,-3-1 36 15,3 2-21-15,2-4-22 0,3 1-56 16,6-2 31-16,4 0-70 15,1-1-447-15,2 0-49 0,1 0-708 0</inkml:trace>
  <inkml:trace contextRef="#ctx0" brushRef="#br1" timeOffset="-79764.94">25667 812 2477 0,'0'0'32'0,"-3"37"42"0,3-18 42 15,3-4-6-15,-1 0-23 0,1-1-36 16,2-3-12-16,0-3-39 15,-2-3-4-15,0-1-12 0,-3-2 13 16,0-1 3-16,2-1 7 0,-2 1 54 16,0-1 92-16,0 0 23 15,0-2-36-15,0-4-80 0,-2-4-38 16,-4-5-22-16,-1-7-146 0,-1-4 114 16,0-4-95-16,0 0-219 0,8 5 102 15,0 4-63-15,8 5 9 16,5 0 259-16,0 4 3 0,6 4 36 15,2-1 7-15,0 0 51 0,6 5 143 16,2 0-39-16,-5 3-1 0,-1 1-6 16,-4 6-120-16,-3 4-35 0,-8-3 0 15,-3 5 7-15,-2 2 15 0,-3 0 107 16,-8 1 102-16,0 1-8 0,-5-1-42 16,-3-1-61-16,-3-3-35 0,1-1-53 15,-1-2 62-15,3-2-94 0,0 1-28 16,6-4 26-16,2 2-153 15,5-4-288-15,0-1 85 0,1 0-207 16,2-4-1048-16,0-4 867 0</inkml:trace>
  <inkml:trace contextRef="#ctx0" brushRef="#br1" timeOffset="-79361.49">25979 794 160 0,'0'0'1247'16,"0"0"-860"-16,0 0-40 0,5 41 96 15,-5-30-252-15,-2-1-5 0,-1-3-45 16,0-3-61-16,3-2-38 0,0 2-23 16,-2-3 48-16,-1 1-19 0,1 1 6 15,2-2 54-15,-3-1-61 0,0 0-47 16,1-3-22-16,2-5-26 0,0-5-79 16,2-8 125-16,6-2-27 0,5-1-82 15,1 2 82-15,4 2-12 0,-2 7-104 16,3 0 113-16,-1 2-13 15,1 2 45-15,-6 5 4 0,0 2 76 16,-8 2-26-16,1 0-2 0,-4 0-24 16,1 2 7-16,-3 1 87 15,3 5-27-15,-3 3 20 0,-6 6 40 16,-4 4-64-16,-3-1-59 0,-3 0 50 16,0-5-82-16,5-2 28 0,1 0-25 15,-1 2-3-15,3-3-22 0,0-1 22 16,3 1 0-16,2-3-75 15,3 0 53-15,0 1-1 0,3-4-239 16,5 0 93-16,5 1-64 0,3-4-94 16,5 0 172-16,3-3-149 0,-3-4-634 15,-5 0 153-15</inkml:trace>
  <inkml:trace contextRef="#ctx0" brushRef="#br1" timeOffset="-79098.07">26273 792 2187 0,'0'0'304'0,"0"0"-78"16,-40 15 89-16,32-5-88 15,-2 2-24-15,5 0-44 0,2 0-14 16,3 0-132-16,3 0 22 0,2-1-35 16,8-3 28-16,3-2 19 0,3-4-22 15,7-1-25-15,3-2-41 0,0-3 41 16,0-2 29-16,-2 0-14 15,-3-3 45-15,-3-1-60 0,-8 3-13 16,0-2 12-16,-5-4 1 0,-2 1-125 16,-6-3 122-16,0 0-79 0,-3-4-397 15,-5 2-141-15,3 1-610 0</inkml:trace>
  <inkml:trace contextRef="#ctx0" brushRef="#br1" timeOffset="-78770.12">26535 678 989 0,'0'0'228'16,"0"0"117"-16,0 0-43 0,0 0 97 16,0 0 330-16,0 0-333 15,0 0-98-15,0 0-61 0,0 0-64 16,0 0-173-16,-2 5 28 0,-6 2-29 16,-3 7 1-16,3 1-79 0,3 5 57 15,5-3 22-15,8 1-189 0,8-3 155 16,0-3-58-16,5 0-56 15,3 0 148-15,-1 0 9 0,-1 0 4 16,-4 1 25-16,-2-4-38 0,-5 1 0 16,-1-1 0-16,-4-1 0 0,-4-3 9 15,1 3-9-15,-3-4 16 0,0 0-9 16,-3 1 112-16,-7 3 20 0,-4 0-20 16,-4 1-2-16,-3-1-117 0,5-5 34 15,3 1-87-15,5-3 53 0,5-1-274 16,0 0 174-16,3 0-71 15,-2 0-381-15,2-4 102 0,0 0-188 16,0-2-791-16</inkml:trace>
  <inkml:trace contextRef="#ctx0" brushRef="#br1" timeOffset="-78541.42">26827 697 3104 0,'0'0'246'0,"45"-23"-131"0,-27 15-27 0,-2 5 4 15,-5 0-76-15,2 3 6 16,-2 0 16-16,2 3-38 0,-3 1-67 16,-2 5 51-16,3 1 10 0,-6 3-48 15,0 1 54-15,1 5 0 0,-6-1 19 16,0 3 6-16,-3-2 23 0,-2 2-48 16,0 0 97-16,-1 0-81 0,-4-1 16 15,2-1-4-15,-3 1-28 0,-2-4-225 16,0 1 85-16,-1-3-70 15,1-4-486-15,3-2-50 0,2-5-484 0</inkml:trace>
  <inkml:trace contextRef="#ctx0" brushRef="#br1" timeOffset="-78174.3">26943 822 2063 0,'35'-17'418'15,"-9"8"-286"-15,6-1 4 0,-6 1-14 16,1 1-45-16,-1 2-67 0,-4-1-1 16,-4 2-15-16,-2 0 6 0,-5 3-51 15,-4 0 25-15,-1 1-16 0,-6 0 10 16,0 1 32-16,2 0 32 0,-2 0 100 16,0 0 6-16,-5 4 76 0,-3 4 78 15,-5 6-131-15,0 6-76 0,-6 1-69 16,1 2 65-16,7-4-68 15,0 0 18-15,9-4 20 0,2 0-51 16,0-1-13-16,2-2 13 0,6 0 0 16,6-1-1-16,-4-2 1 15,3-3 13-15,1 0 22 0,2-3 5 16,-1-3-40-16,-1 0-139 0,-1-2 120 16,-5-1-66-16,0-2-208 0,-3 3 207 15,0-3-57-15,-2-5-437 16,0 1-50-16,-1-5-546 0</inkml:trace>
  <inkml:trace contextRef="#ctx0" brushRef="#br1" timeOffset="-77996.97">27158 817 2640 0,'0'0'514'16,"0"0"-514"-16,0 0 0 0,34-14 39 15,-13 10 31-15,1-1-70 0,-1 1 0 16,-3-2 0-16,1 0 0 15,-3 2 1-15,-3-2 8 0,-3 3-9 16,-2 0-154-16,-5 1 3 0,0-2-70 16,-3 2-157-16,0 0 112 15,0 0-208-15,0-2-826 0</inkml:trace>
  <inkml:trace contextRef="#ctx0" brushRef="#br1" timeOffset="-77535.46">27322 721 124 0,'0'0'932'0,"0"0"-577"15,0 0-244-15,0 0-109 16,37-20-2-16,-18 17 33 0,-1-1-21 15,-2-1-12-15,2 3-3 0,-4 2-13 16,-1 0 0-16,-2 0 3 0,-6 0-11 16,0 3 14-16,-5 6 10 0,0 1 322 15,-2 3-65-15,-4 3 50 0,-4-1 232 16,2 0-270-16,0 1-49 0,-3 1 34 16,3-1-59-16,3 0-122 0,5-1-45 15,-3-1 0-15,3-5-28 0,3 0-64 16,0-6 64-16,-1 1 0 15,3-1-36-15,3-1 36 0,6-1 0 16,2-1 31-16,-1-1 0 0,1-5-31 16,-5-4-62-16,0 1 58 15,-1-2 4-15,-5-3-182 0,3 1 128 16,-2-3-79-16,-4 3-359 0,1 2 100 16,-3 2-51-16,0 5 15 0,0 2 428 15,0 1 96-15,-3-1 290 0,1 2-163 16,-1 0-35-16,0 0 82 15,-2 4-30-15,0 3-10 0,2 5-68 16,-2 5-42-16,5 2-41 0,0 0-28 16,2 0 49-16,4-2-27 0,4-1-39 15,4-1 117-15,2 1-110 0,2-1-7 16,6-2 16-16,-3-1-50 0,3-1-81 16,-6-2 68-16,4-1-58 0,-4-1-348 15,-5-1 146-15,3-3-107 16,-8-2-1124-16,0-1-34 0</inkml:trace>
  <inkml:trace contextRef="#ctx0" brushRef="#br1" timeOffset="-76410.84">28508 684 959 0,'0'0'35'15,"0"0"1"-15,-10 43-30 16,7-34-6-16,3-1-75 0,0-2-346 15,0-3-32-15</inkml:trace>
  <inkml:trace contextRef="#ctx0" brushRef="#br1" timeOffset="-76164.38">28598 563 147 0,'0'0'2035'0,"0"0"-1624"16,0 0-208-16,0 0-201 0,0 0-2 16,0 0 170-16,0 0-16 15,0 0-80-15,3 42-71 0,-3-20 32 16,0 0-35-16,0-4-19 0,3 0 3 16,-1-4 16-16,4-2-288 0,-1-2 85 15,0 0-3-15,-2-6-313 16,0 0 32-16,-1-2-24 0</inkml:trace>
  <inkml:trace contextRef="#ctx0" brushRef="#br1" timeOffset="-75113.46">28535 536 910 0,'0'0'527'0,"0"0"-305"0,0 0-102 16,0 0 49-16,0 0-30 0,0 0-9 16,0 0 38-16,0 0-77 15,0 0-7-15,0 0 48 0,0-21-35 16,0 18-23-16,3 0-39 0,-3 0 19 16,0 2-38-16,0 0-3 0,0 0-26 15,0 0-9-15,2 1 22 16,-2 0 13-16,0 3 13 0,0 6-7 15,0 1 32-15,0 4-51 0,0 5 7 16,-2-1-7-16,2 1 0 0,0 2-53 16,0-4-85-16,5-1-136 0,-2-6-471 15,-1-4-16-15</inkml:trace>
  <inkml:trace contextRef="#ctx0" brushRef="#br1" timeOffset="-74630.98">29171 573 1653 0,'0'0'341'15,"0"0"51"-15,0 0-233 0,0 0 18 16,-43-9 26-16,27 10-85 0,0 5-47 16,1-1 12-16,1 2 26 15,1 2-39-15,0 4-10 0,0 1 32 16,-1 6-25-16,4 1-67 0,2 2 85 16,0 0-85-16,8 0 3 0,0-5-3 15,2 2 0-15,9-1-66 16,0-4 63-16,5 1-83 0,2-3-111 15,1-2 136-15,4-1-44 0,-1-5-119 16,4-3 60-16,-2-2-198 0,0-2-755 16,-8-5-89-16</inkml:trace>
  <inkml:trace contextRef="#ctx0" brushRef="#br1" timeOffset="-74323.38">29377 696 2527 0,'0'0'339'15,"-40"36"-143"-15,27-18-5 0,8-3-38 16,5-3-67-16,0 2-73 0,8-2 38 16,5 2-51-16,3-5-89 0,2 0 73 15,6-4-6-15,0-3-48 0,3-2 70 16,-1-6 25-16,-5-2-25 15,1-2 41-15,-4-1-31 0,-5-2-1 16,-2-1 55-16,-3 1 3 0,-3-1 2 16,-5-1 80-16,0-2-39 0,-3-2-98 15,-2 1 89-15,-5-2-101 0,-1 0-236 16,-2 4 53-16,5 5-55 0,0 3-291 16,3 4 239-16,5 3-17 0,-3 1-372 15,3 0 123-15,0 1-442 0</inkml:trace>
  <inkml:trace contextRef="#ctx0" brushRef="#br1" timeOffset="-69354.64">29798 551 999 0,'0'0'0'0,"0"0"0"15,0 0 891-15,0 0-654 0,0 0-81 16,0 0-59-16,0 0-32 0,0 0 35 16,13-8 90-16,-10 13-90 15,0-1-62-15,-3 6 36 0,2 3-13 16,1 4-26-16,-3 0-31 0,0 4 28 16,0-1-7-16,-3-3-12 0,1-3 16 15,2-5-29-15,-3 2 2 16,3-4 1-16,-3-3-3 0,3-1 3 15,-2-2 32-15,2 0-35 0,0-1-60 16,0 1 60-16,-3-1 0 0,3 0-3 16,0-2-55-16,0-5-54 0,0-4-10 15,0-4 102-15,0-4-12 0,0-4-75 16,0 1 26-16,-2 1-22 0,-1 6-133 16,3 3 80-16,0 2 41 0,0 3 115 15,0 4 72-15,0 0 9 16,3 1 123-16,-3-2-88 0,2 3 10 15,-2 1-16-15,0-1-81 0,3 1 10 16,-1 0 102-16,4 1-3 0,-1 6-61 16,0 3-32-16,6 5 22 15,0 4-51-15,2 2-10 0,3-1 39 16,0 0-45-16,-1-5 3 0,1-4 16 16,0-3 4-16,-2-1-4 0,-4-5 57 15,1-1-12-15,-6-1-30 0,3 0 65 16,-5 0-65-16,2-2-15 15,-2 1 38-15,2-4-10 0,0 1-43 16,3-5 96-16,0-3-100 0,0-4 35 16,0-6-35-16,-3-1 0 0,1 0-281 15,-6 2 110-15,2 2-100 0,-2 4-523 16,3 3-27-16,-3 0-288 0</inkml:trace>
  <inkml:trace contextRef="#ctx0" brushRef="#br1" timeOffset="-68806.06">30225 528 1485 0,'0'0'364'0,"0"0"-237"16,0 0-30-16,0 0 98 0,0 0 115 15,0 0-194-15,0 0-55 0,0 0 13 16,0 0-6-16,0 0-23 0,18 9-16 16,-18-6 44-16,3-3 30 0,-1 0 2 15,-2 1-6-15,3-1-23 0,-3 0-66 16,0 0 41-16,0 0-51 0,0 0-35 16,3 0 34-16,-3 0-50 0,0 0-118 15,0 0 99-15,0 0-39 16,2-1-145-16,-2-1 126 0,3 1 15 15,-3-1 52-15,3 0 61 0,-1-1 20 16,1 1 41-16,0 0 49 0,-1 1 44 16,1-1 103-16,-3-2-69 15,3 2-38-15,-3 1 2 0,0 0-44 16,0-1-108-16,0 1-10 0,0 1 7 16,0-1-38-16,-6-1-120 0,-2 2 145 15,0 2-26-15,-2 2-50 16,-3 3 92-16,-3 2 0 0,-3 8 0 15,3-1 0-15,3 6 0 0,2 0 3 16,4-4-6-16,4-2 3 0,3-2-51 16,0 1 51-16,5-3 3 0,6 1 4 15,-1-2 63-15,6-1-13 0,3 0-28 16,-1-4 50-16,1-1-44 0,-1-2-32 16,1-2-6-16,-1-1-10 0,-2 0-123 15,0 0 94-15,3-3-88 16,-6-2-364-16,3 1 12 0,-3-3-245 15</inkml:trace>
  <inkml:trace contextRef="#ctx0" brushRef="#br1" timeOffset="-68476.59">30585 526 1018 0,'0'0'720'0,"0"0"-331"16,0 0-308-16,-29 42 0 0,21-27 142 15,2-1-142-15,1 3-20 0,0-3 84 16,2 1-48-16,3 0-33 0,0 0-13 16,0-2-9-16,0 0-29 0,3-3-4 15,2 0 43-15,0 1-49 16,3-6 16-16,-2 2 3 0,4-3 10 15,1 1-32-15,0-2 58 0,4-1-58 16,-1-2-45-16,-1 0 13 16,0 0-9-16,-2-4-201 0,2-2 55 15,-5 3-93-15,0-2-531 0,-6 1 147 16,4-5-132-16</inkml:trace>
  <inkml:trace contextRef="#ctx0" brushRef="#br1" timeOffset="-68276.9">30577 575 1353 0,'0'0'676'0,"0"0"-245"16,0 0-254-16,0 0 0 0,34 2 58 16,-18-2-126-16,3 0-36 0,-1-2-51 15,-4 0 26-15,-1 0-48 16,-5-4-48-16,0 3-12 0,-6 2-107 15,1-1-283-15,0 0 71 0,-3-1-124 16,0 1-956-16</inkml:trace>
  <inkml:trace contextRef="#ctx0" brushRef="#br1" timeOffset="-67763.07">30667 473 33 0,'0'0'1285'0,"0"0"-1051"0,0 0-71 16,34-14-72-16,-20 11 3 0,2 1-35 15,2 0-59-15,-5 2-2 0,6-1-21 16,-3 6-3-16,0-1-7 0,-3 4 33 16,-3 0 0-16,1 1 124 0,0 3 174 15,-6 3-65-15,6 1-91 0,-4 5-56 16,-1 1-18-16,-1 0-7 0,0-1-22 16,-5 1 22-16,3-2-58 0,0 3 23 15,-3-2-10-15,2-1-16 16,-2-4 3-16,3-1 10 0,-3-5 9 15,3-4-19-15,-3-2 42 0,0-3-45 16,0 0-42-16,2-1 40 16,-2 0 2-16,0 0 76 0,0-1-22 15,0-5-54-15,0-6-121 0,-2-7 121 16,-4-4 6-16,1-6-4 0,0-2-4 16,2-1-44-16,0 7-148 15,6 3-3-15,5 1-77 0,5 4-102 16,1 1 343-16,1 2 33 0,4 4 0 15,-1 4 120-15,1-1-3 0,-3 4 174 16,2 0-100-16,-2 1-11 0,-2 2 9 16,-4 4-61-16,-2-2-3 0,-3 1 47 15,-2-1 11-15,-3 2-91 0,3-1-61 16,-1 1-24-16,-2 4-7 0,3 3-2 16,-3 1 2-16,-8 1 0 0,-3 0 25 15,-4 1 0-15,-1-4-25 16,0-1-3-16,3-1-22 0,2-5 25 15,3 3-256-15,3-5 62 0,-1 0-97 16,6-1-501-16,-2 0-293 16</inkml:trace>
  <inkml:trace contextRef="#ctx0" brushRef="#br1" timeOffset="-67385.71">31435 529 1241 0,'0'0'364'0,"0"0"-6"16,11 39 115-16,-11-23-205 15,0-1-21-15,0 4-19 0,-3 2-107 16,0-1-70-16,3 4-35 0,-2-1 0 16,-1 1-16-16,0-2-17 0,3-1 17 15,0-3 0-15,-2-2-13 0,2-4-3 16,0-7-130-16,0 1-165 15,2-4 134-15,-2-2-140 0,3 0-777 16,-3 0-77-16</inkml:trace>
  <inkml:trace contextRef="#ctx0" brushRef="#br1" timeOffset="-67121.88">31244 489 623 0,'0'0'2128'0,"0"0"-1887"15,0 0-87-15,0 0 95 0,0 0-5 16,0 0-89-16,0 0-83 0,0 0 7 16,0 0-79-16,0 0-35 15,0-20 4-15,14 19 18 0,-1-1-66 16,11 2 79-16,5 0 0 0,8 0-77 15,5 0 76-15,1-1-97 0,-4 1-276 16,-4 0 93-16,-3 0-148 0,-9 0-882 16</inkml:trace>
  <inkml:trace contextRef="#ctx0" brushRef="#br1" timeOffset="-66871.45">31891 343 1399 0,'0'0'270'16,"0"0"-68"-16,0 0 90 15,-8 44-127-15,8-32-42 0,-3-1-42 16,3 3-65-16,0-2-14 0,0 1 27 16,0-2-10-16,0-1-19 0,3-2-252 15,-3-4-133-15,2-3-256 0</inkml:trace>
  <inkml:trace contextRef="#ctx0" brushRef="#br1" timeOffset="-66637.63">32004 314 1124 0,'0'0'1190'16,"0"0"-1035"-16,0 0-148 0,0 0 119 16,0 0 28-16,0 0-16 0,8 38-90 15,-8-19-45-15,0 2 23 0,0 0-26 16,0-1 3-16,3 2-3 15,-3-1-71-15,0 2-135 0,0 3-359 16,0-6-163-16,0-2-535 0</inkml:trace>
  <inkml:trace contextRef="#ctx0" brushRef="#br1" timeOffset="-65792.86">32537 219 706 0,'0'0'737'15,"0"0"-214"-15,0 0 102 0,0 0-393 16,0 0 2-16,0 0 62 0,0 0-121 16,0 0-67-16,0 0-64 0,0 0 63 15,13-24-107-15,-8 23 7 16,-2-2-7-16,2 3 28 0,3 0-15 15,3 7 33-15,2 7-46 0,3 9-66 16,0 15 53-16,2 11 13 0,-2 12-54 16,-5 13 54-16,-6-4 0 0,-5-3-46 15,-2-5 44-15,-12-7 2 0,-2 0-66 16,-5-3 50-16,-3-2-32 0,-2 1-193 16,-3-4 132-16,5-5-35 0,0-2-120 15,3-6 135-15,2-8-80 16,3-3-284-16,1-5 233 0,4-5 0 15,3-4-228-15,3-4-27 0</inkml:trace>
  <inkml:trace contextRef="#ctx0" brushRef="#br0" timeOffset="-43080.59">6619 10372 1982 0,'0'0'211'0,"0"0"64"15,0 0-46-15,0 0-119 0,0 0-27 16,0 0 1-16,0 0-84 16,0 0-3-16,13-8-33 0,16 4 36 15,3 4 42-15,10-2 3 0,-2 0 9 16,8 0-12-16,-3 0-35 15,2 0 69-15,-7 0-63 0,5 2 13 16,-8-1-14-16,3 1-12 0,-8 0 23 16,-3 0-14-16,-8 0-9 0,-3 0 3 15,-4 0-3-15,-6 0 0 0,-3 1 4 16,-5-1-7-16,5 0 3 0,-5 0-63 16,0 1 63-16,-5 0 35 15,-8 2 73-15,-9 1-38 0,-9-1-70 16,-4 1 6-16,1-1-6 0,-6-1 0 0,0 0-38 15,-2 2 26-15,-6 0 12 16,-5 0-160-16,-5 3 138 0,2-1-17 16,4 0-8-16,9-2 47 0,3 1 0 15,9-2 3-15,4 0 35 16,11 2 36-16,3-3-39 0,8 1 28 16,2-2-24-16,3-1 15 0,3 0 22 15,10 0-76-15,19 0 1 0,7-4 9 16,9 0-10-16,8-2 9 15,2-1-9-15,6-1 0 0,2-4 19 16,-5 1-16-16,8 1-3 0,-9-2 16 16,-1 4-6-16,-4 0-10 0,-7 3-14 15,-3-2 14-15,-10 4 0 0,-1-1-10 16,-8 1 10-16,-2 2 0 0,-11 1-35 16,-5-1 9-16,-5 1 26 0,-3 0-181 15,0 0 181-15,-8 0 3 16,-8 0-3-16,-16 0-61 0,1 0-15 15,-12 1-4-15,1 2 80 0,-3-1 0 16,3 0 3-16,-9 0 0 0,4 0-3 16,-4 2-2-16,6-1 2 0,0 0 0 15,8-2 19-15,5 0-12 16,6 2 21-16,-1-2 39 0,14 0-9 16,0 2-55-16,5-2 13 0,5-1 38 15,1 0-3-15,2 0-29 0,2 0 20 16,9 0-42-16,7-2-19 15,14-2 19-15,5-2 0 0,3-3 9 16,5 3-9-16,5-3 0 0,3-2 16 16,0 0 0-16,0-1-16 0,-5 1 13 15,0 1 12-15,-9 2-25 0,-7 3 29 16,-3-2-26-16,-8 4-3 0,-2 1-13 16,-11 0 13-16,0 1 0 15,-3 0 16-15,-5 1-13 0,0 0 0 16,-8 0 0-16,-5 2 54 0,-14 2-57 15,-7 4-60-15,-6 1 60 0,-2 0 0 16,-3 1-22-16,3 1 9 0,-11-1 13 16,2 0-120-16,-4 1 101 0,-1 0-51 15,6 1-109-15,2-3 134 16,6 1 3-16,7-3 7 0,9 4 35 16,7-4 0-16,11-2-50 0,0 1 49 15,3-2-19-15,5 2-53 0,5-1 44 16,3 0 6-16,19-1 23 15,7-3 36-15,6-1-36 0,2-3 3 16,6-2 16-16,2-3-19 0,3-3 29 16,3 1-29-16,-1-2 0 0,4-3 2 15,-4 3 1-15,-2 0-3 0,-5 2 0 16,-6 3 36-16,-10 2-33 0,0 0 6 16,-16 2 4-16,-3 3-13 0,-5 0-12 15,-5 0 11-15,-3 0 1 0,-3 0-80 16,-13 5 79-16,-10 5-1 15,-6 0-149-15,-11 4 80 0,4-3-87 16,-9 1-117-16,3 1 165 0,-11 0-10 16,1 3-309-16,-6-2 132 0,0 1 89 15,3-3-10-15,2-1 218 16,8 3 28-16,3-6 200 0,14 1-7 16,4-2-6-16,6-3 45 0,13-1-152 15,3-2-1-15,2 1 103 0,3-2-80 16,3 0 25-16,7-3-58 15,14-4-96-15,8-4-1 0,16-2 84 16,5-4 12-16,5 2-31 0,3-4 34 16,2 0-6-16,4 0-16 0,-1 2-22 15,-11 4 9-15,-7 3-64 0,-8 0 6 16,-1 2-6-16,-7 3 0 0,-8 0 2 16,-5 3 0-16,-11 0-2 0,-3 1-29 15,-5 1 7-15,-5 0 16 16,-3 3-170-16,-19 4 147 0,-7 1-3 15,-6 5-94-15,-8-3 113 0,1 0-38 16,-6 3-92-16,-8-2 85 0,-5 1-13 16,5 1-36-16,0-3 85 0,0 0 22 15,16 1 94-15,2-5 31 16,4 2-41-16,12-3 10 0,11 1-17 16,3-3-22-16,8-3-26 0,-1 1 25 15,6-1 4-15,6 0 0 0,2-3 2 16,18-4-60-16,11-6-9 15,14-4 9-15,7-1 6 0,3-5 7 16,0 5 9-16,0-4 7 0,0 1-23 16,-6 4 65-16,-7 2-43 0,-8 4-21 15,-9 1 25-15,-4 4-32 0,-11 0 3 16,-6 4 3-16,-7 1-6 0,-3 0-3 16,0 1-13-16,0 0 16 15,-16 3-57-15,-10 7 54 0,-14 3 3 16,0-1-70-16,-2 4 69 0,-3-4-31 15,-3 4-64-15,0-2 74 0,-5 4-55 16,0-3-103-16,6 1 93 0,-1-2 29 16,14-2 48-16,-1 1 10 0,11-3 13 15,8-2-6-15,9-1-7 16,1-3-20-16,6-2-34 0,0-1 31 16,13-1 0-16,9-3 20 0,9-8 3 15,9-1 32-15,8-5 70 0,2-2-45 16,3 0-21-16,8-2 51 15,0-1 3-15,-3-1-1 0,-5 2-2 16,-5 4-1-16,-8 2-22 0,-11 4-29 16,-3 3 26-16,-13 4-61 0,-5 2 0 15,-8 2 0-15,0 0 0 0,-2 0-29 16,-11 3 26-16,-19 6-45 0,-3 4-45 16,-4 3 20-16,-9-1-10 0,0 0-17 15,1-1 98-15,-6 2-49 16,-3-3-23-16,-2 2 42 0,2-1 12 15,3 2 20-15,5-5 10 0,9-1 19 16,7 1 106-16,11-3-16 0,5-2-91 16,5-3-24-16,9 0-4 0,2 0 0 15,0-3-32-15,8 0 32 16,7-6 12-16,25-3 8 0,8-5-1 16,5-5-19-16,8-3 25 0,0 3-18 15,0-2-7-15,-1 2 13 0,-1 0 22 16,-6 1-3-16,-6 5-32 15,-12 0 41-15,-3 4-41 0,-11 2 16 16,-5 3-16-16,-11 1 0 0,0 3 10 16,-5 0-39-16,-5 0 19 0,-14 7-85 15,-10 6 75-15,-10 2 8 0,-9 2-145 16,0 1 134-16,1-1-15 0,-4 1-56 16,-4 2 33-16,-1-1-103 0,3 0-108 15,0-3 191-15,11-1 81 16,10-3 59-16,5-1 86 0,14-3-25 15,5-3-120-15,8-3 0 0,0 1-49 16,13-2-61-16,9-1 95 0,12-6 15 16,6-4 22-16,13-5 4 0,-6 0 0 15,20-5-20-15,-1 0 17 16,3-1-23-16,5-1-91 0,0 2-71 16,-21 4-360-16</inkml:trace>
  <inkml:trace contextRef="#ctx0" brushRef="#br2" timeOffset="-16426.61">5165 5490 1356 0,'0'0'368'0,"0"0"-79"16,0 0 116-16,0 0-221 15,0 0-43-15,0 0 14 0,0 0-59 16,0 0-16-16,-8-11-6 0,8 10-13 15,0 1-61-15,0-1-108 0,2-1 82 16,9 0 1-16,5-1 22 16,2-1 3-16,3 0 16 0,1 1-10 15,4 0 29-15,1-2 0 0,-1 2 1 16,1-2 27-16,2 0-47 0,-3 0 10 16,1 0-16-16,-3 4-10 0,-3-1 0 15,0 1 0-15,-8-1 0 0,3 0 0 16,-5 2 0-16,-6-2 0 0,-2 2-6 15,2 0 6-15,-5 0 10 0,3 0-1 16,-3 0 71-16,0 0 22 16,-3 0 78-16,-5-1-16 0,-8 1-164 15,-5-1 22-15,0 1-22 0,-6 0 0 16,6 0-41-16,2 0 41 0,4 0 0 16,-4 0-86-16,3 0 83 15,-2 0 3-15,4 0-57 0,1 0 57 16,0-1 0-16,0 1-19 0,-1 0 19 15,6 0 0-15,3 0 3 0,-3 0-25 16,3 0 22-16,2 0-99 0,-2 2 97 16,0 1-21-16,-3 1-74 15,8-1 95-15,-6 3 2 0,6-1-77 16,0 0 75-16,0 0-19 0,0 1 12 16,0-1 9-16,6-1 0 0,2 4 3 15,10-4 3-15,3 1 7 0,6-2 6 16,5-2 7-16,-3-1-23 0,-3 0 13 15,9-4 31-15,-1-1-34 0,-2 1-3 16,0-2 53-16,-3 2-63 16,-3 1 32-16,1 1-26 0,-11 0-6 15,2 2 0-15,-10 0 0 0,-3-2 0 16,1 2-31-16,-4 0 29 0,-2 0 2 16,0 0-42-16,-8 0 42 15,-5 2 26-15,-13 1-26 0,-9 0 44 16,-4 0-44-16,-4 4 6 0,3-4-44 15,-5 3 32-15,6-3-172 0,-4 0 85 16,12 2 4-16,1-2 63 16,4 0 26-16,7 3 7 0,6-3 18 15,0 0-25-15,5 0 4 0,0 0 50 16,8-2 45-16,0 1-99 0,0-1-61 16,0 1 20-16,8 3 38 0,5-3 3 15,8 2 20-15,11 1-20 0,3-2-125 16,-1-1-161-16,3 2-220 0,-13-2-772 15</inkml:trace>
  <inkml:trace contextRef="#ctx0" brushRef="#br2" timeOffset="-14450.55">9588 4610 641 0,'0'0'271'0,"0"0"-111"16,0 0-40-16,0 0-100 0,0 0 12 15,0 0 69-15,0 0-20 16,0 0-2-16,0 0 60 0,0 0-57 15,31-4 15-15,-23 4 69 0,0-1-69 16,0 1-3-16,-3 0 49 16,3-5-53-16,-2 5 1 0,2-1 25 15,-3 0-29-15,-5 1-23 0,5-1 17 16,-5 1 25-16,3 0-13 0,-3-1 0 16,0 1 25-16,-8-1-77 0,5 0-25 15,-10-3 0-15,-3 2-16 0,-5 1-80 16,0 1 80-16,2 0-12 0,3 0-49 15,-5 1 61-15,0 1 0 0,-3 2-22 16,8-2 22-16,-2-1 0 0,4-1 19 16,9 0 16-16,-3 0 80 15,8 0-90-15,0 0 1 0,-2 0-26 16,-1 0-102-16,3 0 79 0,-3 0-18 16,3 0-68-16,0 0 106 0,3 0-19 15,2 1 22-15,3 0 45 16,11-1-26-16,2 0-7 0,5 0 14 15,1 0-26-15,2-2 19 0,0 0-6 16,0 0-13-16,3-2 22 16,-3 2 4-16,-2 0-23 0,-1 0 19 15,-5 0 1-15,1 0-23 0,-9 2 16 16,-5 0-16-16,-3-1 0 0,-5 1-1 16,5 0 0-16,-2 0 1 0,-3 0-112 15,0 0 89-15,0 0 23 0,-3 1 4 16,-10 2 127-16,-8-1-30 0,-3 0-66 15,-5 0 23-15,-3 0-58 0,6 2 19 16,-9-2-19-16,9 0 0 0,-9 3-89 16,9-2 88-16,-1-1-38 15,1-1-82-15,5 1 93 0,-1-2-4 16,9 1 6-16,0 0 26 0,10-1 0 16,-2 3-36-16,0-3 36 0,2 1 0 15,0-1-16-15,3 0 13 16,0 0 3-16,0 1-96 0,3-1 73 15,5 0 7-15,5 0 16 0,8 0 39 16,9-1-39-16,1 0 25 16,4-3-25-16,-3 2 0 0,2 0-16 15,-2 0 16-15,2-4 0 0,1 5 13 16,-4-1 6-16,-1 0 7 0,-4 1-23 16,-7 0 42-16,-3-2-45 0,-3 2 26 15,-3 0-7-15,-2 1-3 0,-5-1-10 16,-3 1 45-16,0-1-16 0,0 1 13 15,0-1 120-15,-3 1 10 0,-7-1-68 16,-11-1-110-16,-6-1-25 0,-7 2-45 16,4 0 70-16,-1 1 0 15,2 0-34-15,-3 0 5 0,0 0 26 16,-2 0-149-16,7 0 98 0,-2 0-35 16,5 0 0-16,3 0 89 0,5 1 0 15,3 2-40-15,0-2 39 16,2 1 1-16,3-2-25 0,8 0 25 15,-3 0 0-15,3 1-42 0,0-1 29 16,0 0-38-16,3 0-35 16,2 1 86-16,9 0 45 0,7-1-33 15,11 0 37-15,2 0-43 0,3 0 10 16,0-1 13-16,0-1-29 0,-5 0 12 16,8-1-5-16,-6 2 2 0,-2 0 1 15,-3 1 47-15,-5 0-57 0,-8 0 23 16,2 0-23-16,-10 0 0 0,5 0 13 15,-10 0-13-15,0 0 0 0,-1 0-45 16,-2 0 42-16,0 0-7 0,0 1 10 16,-5 0 3-16,-11 3 74 15,-5 0 2-15,-11 2-79 0,-2-2-31 16,7-1-209-16,-2 3 90 0,3-2-53 16,-1 2-148-16,3-2 179 0,3 0-6 15,5 1-150-15,-2-3 149 16,13 0 111-16,-3-1 52 0,8 1 16 15,-6 0 0-15,6 0-17 0,-2-1-32 16,2 0 17-16,5-1-15 16,3 1 47-16,5-1 65 0,8-1 131 15,0 1-92-15,1 0-7 0,-4 0 88 16,1 0-107-16,-3 2-23 0,2 0-41 16,-5 4-14-16,1-3-3 0,-6 2-299 15,0-1-108-15,-3-3-85 0</inkml:trace>
  <inkml:trace contextRef="#ctx0" brushRef="#br2" timeOffset="-10306.61">5750 4934 391 0,'0'0'786'16,"0"0"-513"-16,0 0-77 0,0 0 115 15,0 0-171-15,0 0-17 0,0 0 65 16,0 0-94-16,-8-20 2 0,8 19 28 16,0-2-27-16,0 0-20 0,-5 2-13 15,5 0-6-15,0 1-7 0,0-1-16 16,0 0 20-16,0 1-55 0,0 0-94 15,0 0 65-15,5 0-29 0,3 0-50 16,0 0 107-16,5 0-17 16,6 0-8-16,-3 1 26 0,7-1 6 15,-1 0 7-15,-1 0 0 0,0-1-3 16,-3-1 6-16,4 2-3 0,-1-1-13 16,-3 1-30-16,-4 0-19 15,-1 0-157-15,-5 0-136 0,2 1 99 16,-7 0-72-16,2 0-415 0,-5 0 144 15</inkml:trace>
  <inkml:trace contextRef="#ctx0" brushRef="#br2" timeOffset="-9812.78">5811 4869 915 0,'0'0'515'0,"0"0"-265"16,0 0-16-16,0 0 39 0,0 0-141 15,0 0 1-15,0 0-1 0,0 0-80 16,0 0-16-16,0 0-34 16,-13-13-2-16,-1 13-52 0,1 4-54 15,0 3 80-15,-3-1 13 0,-3 3-10 16,6-1 22-16,-3-3-1 0,-2 1 2 16,4-2 3-16,1 2 17 0,8-4 80 15,-3 0-62-15,8 0-38 0,-5-1-35 16,2 3 19-16,-2-2-26 0,2 1-36 15,0 0 56-15,3 1-4 0,0-1 1 16,3-1 24-16,5 4-15 16,0-1 9-16,11 2 7 0,2-1 13 15,0 1-11-15,0-1 37 0,6 1-19 16,-9-1-4-16,9 2-16 16,-6 4 0-16,0-1-426 0,0-1-152 15,-8 1-220-15</inkml:trace>
  <inkml:trace contextRef="#ctx0" brushRef="#br2" timeOffset="-8900.49">9015 4973 1585 0,'0'0'263'16,"0"0"-32"-16,0 0 80 0,0 0-160 15,0 0-15-15,0 0 64 16,0 0-27-16,0 0-20 0,0 0-98 16,-13-12-1-16,13 12-54 0,0 0-86 15,6-1 47-15,1 1-15 0,12 0 12 16,2 0 42-16,0 0 0 0,6 0 4 16,-3 0 8-16,0 0-12 0,-3 0 20 15,-3 0-14-15,6 0-6 0,-8 0 0 16,3 0-16-16,-6 0-22 0,-11 0-351 15,6 0 8-15,-2 1-99 0,-6-1-334 16,0 0 407-16,0 1-53 16</inkml:trace>
  <inkml:trace contextRef="#ctx0" brushRef="#br2" timeOffset="-8571.47">9190 4923 654 0,'0'0'326'0,"0"0"202"0,0 0-252 15,0 0 7-15,0 0 157 0,0 0-337 16,0 0-25-16,0 0 21 16,0 0-60-16,0 0-39 0,6-33 3 15,2 31 1-15,5-1-4 0,0 3 0 16,3 0 45-16,0 0-45 0,0 5 9 16,-3-2-25-16,0 0 16 0,-5 3-6 15,5-2 6-15,-7 3 0 0,2-4 0 16,-8 0 9-16,8 2 11 0,-6-2-20 15,1 3 38-15,-3-2-6 0,0-1 3 16,0 3 78-16,0-3-17 16,0-1 19-16,-5 4-26 0,-3-1-77 15,-6 3 23-15,1 1-70 0,0-1-35 16,5 3-448-16,-5 0 82 16,7-2-277-16,-4-1-974 0</inkml:trace>
  <inkml:trace contextRef="#ctx0" brushRef="#br2" timeOffset="9494.17">2648 5541 277 0,'0'0'365'0,"0"0"-153"16,0 0 33-16,0 0-96 0,0 0 1 16,0 0 19-16,0 0-87 15,6 36 2-15,-6-20 4 0,5-2-59 16,-2-1-6-16,-3 3 52 0,0-4-75 16,5-1-1-16,-5 0-3 0,0-3-8 15,0 1 12-15,0-4 0 0,0 1-1 16,0-4-77-16,0 4-237 0,0-2 123 15,0 1 0-15,0-3-173 0,0 0 72 16,0-2-56-16</inkml:trace>
  <inkml:trace contextRef="#ctx0" brushRef="#br2" timeOffset="9884.18">2609 5562 550 0,'0'0'381'0,"0"0"-19"16,0 0 145-16,0 0-318 0,0 0-34 15,0 0-48-15,0-35 46 0,5 30-153 16,-5 0-9-16,8 2 9 16,-3-2 0-16,3 2 13 0,5 1-13 15,1 1 35-15,-1 1 78 0,-2 0-45 16,-3 0-65-16,-1 2 10 0,1 0-13 15,-2 0 4-15,2 2 5 0,-3-1-7 16,3 0 1-16,-3 3 0 16,3 0 13-16,-3 0-14 0,1-2 14 15,-6 2 16-15,2-1-9 0,-2 0 16 16,0 1 35-16,-2-1 3 0,-4 0 3 16,-2 2-10-16,3-2-41 0,-3 1-29 15,-2-1 51-15,-4-3-51 0,1 4-51 16,-3-3 19-16,8-1-26 15,-2-1-221-15,10-1 156 0,-8 0-25 16,8 1-179-16,-6-1 58 0,4 0-8 16,2 0-142-16,0 0-25 0,0-2-169 15</inkml:trace>
  <inkml:trace contextRef="#ctx0" brushRef="#br2" timeOffset="10478.37">2784 5592 129 0,'0'0'594'16,"0"0"-392"-16,0 0-49 0,0 0 124 16,0 0-105-16,0 0-58 0,13 37-10 15,-13-28-88-15,0-3-13 16,5 3 45-16,-5-3-31 0,0 0 9 0,0-1 13 15,0-1-39-15,0-1-2 16,0-2-16-16,0 2 8 0,0-3 10 16,0 0 140-16,0 0-91 0,-5-3-49 15,5-1-18-15,-3-4-1 0,-2-2-1 16,5-3-8-16,0 0-1 16,5-1-16-16,-2 2-82 0,2 1 52 15,3-1 17-15,5 2 6 0,-2 0 52 16,-3 0 35-16,5 4 235 0,-10 1-72 15,2 3-26-15,0 1 12 0,-2 0-113 16,2 1-16-16,1 0 114 16,-4 0-79-16,4 1-90 0,-6 2 7 15,0-1-7-15,5 3 0 0,-5 0 2 16,0 4 4-16,0-4-6 0,-5 2-3 16,-1 1 3-16,4-3-84 0,-4 5-100 15,-2-3 75-15,3-1-27 0,-3 1-149 16,3-1 135-16,-3 0 27 15,0-1-79-15,3 1 124 0,-1-2 59 16,-2 0 5-16,8 1-8 0,0-2 22 16,-5 0 166-16,5 0-163 15,0 0 17-15,5-1 87 0,-5 1-23 16,6 1-6-16,-4-1 7 0,4-1-30 16,-6 1-6-16,8 1-18 0,-3-2-8 15,0 0-10-15,-2 1 11 0,2-1 10 16,3-1-34-16,-3 0-461 0,-2-1-24 15,2 0-127-15</inkml:trace>
  <inkml:trace contextRef="#ctx0" brushRef="#br2" timeOffset="10816.48">2945 5582 1228 0,'0'0'267'0,"0"0"-101"16,0 0-20-16,0 0-19 0,0 0 38 16,0 0 20-16,0 0-146 0,-16 34-4 15,16-25-18-15,8-2-13 16,-3 2 25-16,-2 0-19 0,10 0-8 16,1-1 11-16,-4-1 7 0,3-4 6 15,-5-3-10-15,6 0 40 0,-12 0-17 16,4 0 38-16,2-3 133 0,-3-1-21 15,0-1-49-15,-2-2-25 0,2-1-19 16,0 0-29-16,-2-2-39 16,-3 0 61-16,0-2-89 0,-3 1 0 15,-7-2-48-15,2 4-133 0,0 4-144 16,-5-2 126-16,5 4-108 0,2-1-301 16,1 2 211-16,2-2-26 0,-2 4-223 15,5-1 183-15</inkml:trace>
  <inkml:trace contextRef="#ctx0" brushRef="#br2" timeOffset="11205.13">3133 5540 385 0,'0'0'394'0,"0"0"56"0,0 0-177 15,0 0 23-15,0 0 168 0,0 0-228 16,0 0 0-16,0 0 53 0,0 0-193 15,0 0-96-15,5-6-99 0,-5 8 44 16,-5 1 1-16,3 0-62 16,-4 3 103-16,1-2-19 0,2 2-49 15,3 1 65-15,0 0 0 0,0-3-75 16,0 3 42-16,0-4-2 0,3 4-17 16,2-3 32-16,-5-1 23 0,8 3 11 15,-3-3-11-15,1 1 13 0,2-1 0 16,-3 0 5-16,3 1-4 0,-3 0 15 15,-2-1-3-15,2 1 6 16,-2 1-17-16,2-2 43 0,0 2-22 16,-5-2 22-16,0 2-3 0,3-2 3 15,-3 1 37-15,0-1-11 0,-3 1-3 16,-2 0-4-16,-3 0-3 16,0-3-61-16,3 4-77 0,-8-3-23 15,7-1-64-15,-2-1-231 0,1 0-7 16,1 0-148-16</inkml:trace>
  <inkml:trace contextRef="#ctx0" brushRef="#br2" timeOffset="11516.82">3252 5558 504 0,'0'0'480'0,"0"0"-236"16,0 0-3-16,0 0-108 0,0 0-16 16,0 0 26-16,0 0-104 0,40-7-36 15,-32 7 53-15,-3 0-30 0,3 2 6 16,-2 2-18-16,-4 1-13 0,4-2-1 16,1 4 16-16,-1-3 1 15,-6 3-4-15,0 3 19 0,0-5 4 16,2 4 3-16,-2 0 22 0,0-2-32 15,0 4-3-15,-2 3 10 0,2-1-17 16,-6-4-19-16,6-1-214 16,-2 0 20-16,2-1-27 0,-5 0-284 15,5-2 128-15,-6 0-184 0</inkml:trace>
  <inkml:trace contextRef="#ctx0" brushRef="#br2" timeOffset="11731.51">3226 5650 1155 0,'0'0'401'0,"0"0"-128"0,0 0-163 0,0 0 39 16,0 0 133-16,34-14-178 15,-15 11-43-15,-3 1-22 0,-3 1-37 16,6 1-2-16,-6 1-7 0,3 1-12 15,-3 1-152-15,0 0-423 0,-8-2 22 16,3 1-171-16</inkml:trace>
  <inkml:trace contextRef="#ctx0" brushRef="#br2" timeOffset="12105.51">3414 5583 980 0,'0'0'557'0,"0"0"-453"16,0 0-3-16,0 0 68 0,0 0-72 15,0 0-19-15,0 0 49 0,0 0-43 16,0 0-13-16,0 0 36 0,13 27-59 15,-13-17-19-15,0 0-13 0,0-1-12 16,0-4-4-16,3 1-20 16,-3 0 20-16,0 1-1 0,0-3-16 15,5 1 17-15,-5-2 10 0,5 0-7 16,-2 0 16-16,2 1-6 0,1-3 16 16,2-1 0-16,-8 0-13 0,8 0-12 15,-3 0 25-15,3-1-29 16,-3 0-190-16,0-3-36 0,-2 2-69 15,2 0-470-15,-5 0 45 0</inkml:trace>
  <inkml:trace contextRef="#ctx0" brushRef="#br2" timeOffset="12294.48">3409 5618 907 0,'0'0'1149'16,"0"0"-1052"-16,0 0-71 0,0 0 120 16,0 0-43-16,0 0-28 0,0 0-56 15,0 0-18-15,39-7-1 0,-33 6-2 16,-4 1-176-16,4 0-146 0,-6-1-521 16,5 1 137-16</inkml:trace>
  <inkml:trace contextRef="#ctx0" brushRef="#br2" timeOffset="12793.37">3440 5538 1567 0,'0'0'147'0,"0"0"-43"16,0 0 113-16,0 0-106 15,0 0-34-15,0 0-12 0,35-18-65 16,-30 18-1-16,3 0-28 0,-3 0-3 15,-2 2-56-15,2 1-159 16,3 2 153-16,-2 0 10 0,-4 0 12 16,-2 0 72-16,6 1-2 0,-6 1-13 15,0 0 15-15,0 0 1 0,0 2 77 16,5-4 52-16,-5 5-33 0,-5-3 36 16,10-1-84-16,-5 0-29 0,0-1 12 15,0 0-6-15,2-2-23 0,-2-2 35 16,0 0-22-16,0 0 13 15,6-1 75-15,-6 0-33 0,5-2-3 16,-2-2 15-16,2-2-28 0,-5 0-33 16,8 0-12-16,-3-2-1 0,1 2-9 15,-4-1-67-15,3 2 2 16,1-1-19-16,-4 3-3 0,-2 2 71 16,0-1 14-16,6 1-60 0,-6 1-3 15,0 1 1-15,0 2 64 0,0 0 1 16,0 4 12-16,0-2 32 0,0 3 36 15,0-1-23-15,0-1 13 16,0 2-42-16,2-1-29 0,-2 0-6 16,6 0 6-16,2-2 15 0,-3 1-9 15,0-1 12-15,3-2-18 0,-3 1-301 16,3-1 45-16,0-2-108 0,-2-1-470 16,-1 0 156-16</inkml:trace>
  <inkml:trace contextRef="#ctx0" brushRef="#br2" timeOffset="13027.03">3718 5545 160 0,'0'0'1298'0,"0"0"-979"0,0 0-43 16,0 0 164-16,0 0-269 16,0 0-33-16,0 0-6 0,0 0-10 15,0 0-39-15,0 0-47 0,0 40 24 16,0-27-60-16,0 0-35 0,0-1 35 15,6-1 0-15,-6-1-21 16,0-1 21-16,0-3 0 0,0-1-110 16,0-2 23-16,0 2-86 0,0-2-263 15,0 0 99-15,0 0-111 0,0-1-363 16,0-2 159-16</inkml:trace>
  <inkml:trace contextRef="#ctx0" brushRef="#br2" timeOffset="13212.51">3597 5538 1529 0,'0'0'491'0,"0"0"-264"16,0 0-52-16,0 0-39 16,0 0-11-16,0 0-44 0,45-20-70 15,-29 18-11-15,2 0-49 0,-2 1 49 16,-3 1-38-16,0 0-518 0,1 0-71 15,-1 0-362-15</inkml:trace>
  <inkml:trace contextRef="#ctx0" brushRef="#br2" timeOffset="13662.83">3811 5564 1320 0,'0'0'897'16,"0"0"-703"-16,0 0-71 0,0 0 119 16,0 0-72-16,0 0-58 0,0 0-89 15,0 0 41-15,0 0-13 0,0 0-22 16,0 21 19-16,0-12-48 0,0-1 19 16,0-1-19-16,0 1 0 0,0 0-7 15,0 0 7-15,0-1 0 16,0 0-27-16,0 0 27 0,0-2 0 15,5 0-33-15,-2 1 13 0,-3-2 14 16,5-1-51-16,1 0 55 0,-4 1 2 16,4-3-19-16,-4 0 17 0,4 0 2 15,2-1-102-15,-3 0 34 0,0 0-125 16,-2-1-323-16,2-1 81 16,0-2-122-16,-2 1-691 0</inkml:trace>
  <inkml:trace contextRef="#ctx0" brushRef="#br2" timeOffset="13863.35">3793 5594 1444 0,'0'0'640'15,"0"0"-601"-15,0 0-36 16,0 0 185-16,0 0-71 0,0 0-43 15,0 0-17-15,37 3-28 0,-29-3-26 16,-6 0-3-16,4-1-6 0,2-1-269 16,-3 1-436-16,-5-1 86 0</inkml:trace>
  <inkml:trace contextRef="#ctx0" brushRef="#br2" timeOffset="14035.02">3840 5520 1101 0,'0'0'537'0,"0"0"-349"15,0 0-171-15,0 0 5 0,0 0-22 16,0 0-2-16,40-8 1 0,-35 8-115 16,9 0-268-16,-9 1-114 0</inkml:trace>
  <inkml:trace contextRef="#ctx0" brushRef="#br2" timeOffset="14220.03">3952 5541 402 0,'0'0'564'0,"0"0"-274"15,0 0 175-15,0 0-218 0,0 0-55 16,0 34 12-16,0-23-149 0,0 0-10 16,0-3-45-16,0-2 0 15,0 0 0-15,0 0-5 0,2 1-125 16,-2 0-103-16,0-3-440 0,0-2 149 15,0 1-255-15</inkml:trace>
  <inkml:trace contextRef="#ctx0" brushRef="#br2" timeOffset="14517.88">4002 5540 1013 0,'0'0'615'0,"0"0"-394"16,0 0-20-16,0 0-6 0,0 0-4 16,0 0-1-16,0 0-109 0,-8 35-46 15,8-27-6-15,0 3 4 0,0-2-33 16,0-2-10-16,0 2 10 16,0-1 0-16,0-3-26 0,5 2 24 15,-2-2-1-15,-3 1-20 0,5-1 23 16,3 0 0-16,-3-2 2 0,1-1 11 15,2-1-13-15,-3 0 0 16,3-1-2-16,-3 0-72 0,-2 0-314 16,2 0-11-16,3-2-108 0,-8 1-712 15</inkml:trace>
  <inkml:trace contextRef="#ctx0" brushRef="#br2" timeOffset="14736.86">4002 5585 2045 0,'0'0'460'16,"0"0"-350"-16,0 0-72 0,0 0 75 16,0 0-26-16,0 0-55 0,0 0-13 15,0 0-19-15,37-9 1 0,-34 8 12 16,2-1-13-16,3 1-212 0,-3-1-88 15,-5 0-76-15,5-1-496 16,-5 2 211-16</inkml:trace>
  <inkml:trace contextRef="#ctx0" brushRef="#br2" timeOffset="15014.32">4081 5514 133 0,'0'0'427'15,"0"0"62"-15,0 0-313 0,0 0-36 16,0 0 26-16,0 0-66 0,35 16 17 16,-30-9 39-16,0 1-84 0,-2 1-17 15,2 5 0-15,-5-1-13 16,0 0 0-16,0-3 1 0,0-4-40 16,0 0 16-16,0-2-19 0,-5 3-4 15,5-3-61-15,-3-1-58 0,-2 2 48 16,5-3 7-16,0-1 68 0,-5-1 0 15,5-2 0-15,-3-4-182 16,-2-1 62-16,5-3-36 0,5-2-304 16,-2 0 164-16,2 1-4 0,3 3-85 15</inkml:trace>
  <inkml:trace contextRef="#ctx0" brushRef="#br2" timeOffset="15207.53">4163 5551 30 0,'0'0'382'0,"0"0"205"16,0 0-336-16,0 0-7 0,0 0 126 15,32-4-272-15,-26 4-33 0,-4 3 77 16,3-1-22-16,-5 3-10 15,0 1 65-15,0 1-56 0,0-1-35 16,-5 2-17-16,5 1-28 0,0-2-39 16,-2 2-4-16,-4-1 4 0,6 2 0 15,0-4 2-15,-5 3-2 16,5-2 0-16,0-1-41 0,0 1 39 16,0-3-50-16,0 0-206 0,0 0 61 15,0-1-81-15,0-2-454 0,0-1 123 16,5 0-103-16</inkml:trace>
  <inkml:trace contextRef="#ctx0" brushRef="#br2" timeOffset="15678.62">4365 5527 622 0,'0'0'1494'0,"0"0"-1312"16,0 0-75-16,0 0 54 0,0 0-54 16,0 0-30-16,0 0-77 0,0 0-39 15,0 0-25-15,-35 5-27 0,30 1 91 16,5-1-64-16,-3 2-46 0,3-1 45 15,0 1 4-15,0 1-23 16,0-4 38-16,0 2 10 0,0-2 17 16,3 2 17-16,2-3-14 0,1 0 16 15,-4 0 22-15,4 1 50 0,-1 0 122 16,-3-2-100-16,4 2-4 0,-6-1 33 16,8 0-72-16,-8 0-15 0,0 1 19 15,5-2 6-15,-5 0-7 16,0-1 62-16,0 1 9 0,0 2 15 15,-5-2 64-15,2 1-49 0,-2 1-69 16,-3-1-83-16,-3 1 63 0,9-2-66 16,-9 1 28-16,3-1-34 0,-5-1 6 15,0 0-208-15,-1-1 74 0,1 1-101 16,5-1-475-16,8 0-19 16,-5 0-373-16</inkml:trace>
  <inkml:trace contextRef="#ctx0" brushRef="#br2" timeOffset="16685.18">4579 5551 1011 0,'0'0'459'16,"0"0"-98"-16,0 0 93 0,0 0-292 15,0 0-4-15,0 0-7 0,0 0-77 16,-34 2-35-16,29 2-23 0,5 1 26 15,-3-2-42-15,-2 3 2 16,5-1-2-16,0 2 0 0,0 1-1 16,5-1 1-16,-2 0 0 0,2-1-3 15,0 2 3-15,6 0 0 0,-1-4-1 16,6-1 1-16,-3-1 6 0,6-2 4 16,-6-2 18-16,-5-1 5 0,0 0-14 15,-3 0 48-15,1-2-16 0,-4 1-47 16,4-2 47-16,-1 0-10 15,-2-2-9-15,-3-1 45 0,0 3-77 16,0-2-106-16,-8 0 36 0,2-1-3 16,-7 0-88-16,5 2 20 0,-5-1-78 15,10 6-98-15,-2-1 258 0,5 2 24 16,-5-1-199-16,5 0-91 16,0 0-43-16,0 2-332 0,0-1 237 15</inkml:trace>
  <inkml:trace contextRef="#ctx0" brushRef="#br2" timeOffset="17083.57">4693 5552 328 0,'0'0'388'0,"0"0"98"16,21 33-307-16,-15-21 6 0,-6-2 105 15,2-2-173-15,-2-1-14 0,0-1 37 16,3-2-105-16,-3 2-5 0,0-1-1 16,-3 1-13-16,3-1-16 0,0-4-18 15,0 2-18-15,0-3 36 16,-2 0 36-16,2-3-36 0,0-2-72 15,-6-3 21-15,12-2-11 0,-6-5 23 16,2 1-29-16,4-2 9 0,2 4 46 16,-3 3-10-16,3 3 23 0,2-2 45 15,-7 4 169-15,2-1-104 16,3 2-19-16,-2 1 45 0,1 0-62 16,-1 1-52-16,-6 1-22 0,8 0-2 15,-8 1 2-15,0 1 4 0,0 1 34 16,0 3-5-16,0-2 5 0,0 2-2 15,-3 1 2-15,-2 0-35 16,-1-2-3-16,-1 2 0 0,7-2-40 16,-6 3 40-16,-2-2 0 0,8-1-58 15,0-1 58-15,-5 2 22 0,5 0-19 16,0 0 33-16,0-2-36 0,5 2-11 16,1-2 11-16,-4 1 1 0,4 0 2 15,1-3 10-15,-1 1-13 0,2-1-29 16,-3-1-38-16,-2-1-137 15,7 0-424-15,-7 0 120 0,2-2-98 16</inkml:trace>
  <inkml:trace contextRef="#ctx0" brushRef="#br2" timeOffset="17490.9">4868 5564 449 0,'0'0'626'16,"0"0"-301"-16,0 0 56 0,0 0-176 15,0 0 15-15,0 0 104 16,0 0-186-16,-19 43-54 0,19-31-32 16,6 1 2-16,-1-5-54 0,3 0 7 15,0-1-7-15,2 0 2 0,1-3-2 16,0 0 22-16,2-1 4 0,-5-3-23 16,0 1 36-16,2-1-36 0,-7 0 7 15,2-1 15-15,-5-1-25 16,8-2-19-16,-2 2 18 0,-4-1-57 15,1-1-96-15,-3 0 102 0,0-1-6 16,0 0-45-16,-3 1 38 0,-5 0-15 16,0 0-66-16,3 0 110 0,-3 1 34 15,3 0-43-15,2 0 45 0,-2 1 32 16,0 1 72-16,5 0-102 16,0-1 20-16,0 0-22 0,0 1-62 15,0-1-12-15,0 0-66 0,5-2 85 16,0 0-23-16,3 3-156 0,-3-1 98 15,3 1-24-15,-2 1-149 16,2 0 143-16,0 0-10 0,-3 3-105 16,3 2 128-16,-3 1 3 0</inkml:trace>
  <inkml:trace contextRef="#ctx0" brushRef="#br2" timeOffset="17659.48">5048 5692 175 0,'0'0'228'16,"0"0"167"-16,0 0-278 0,-3-37-19 15,3 24-98-15,6 1-27 0,-1 2-120 16,3 0-309-16,-3 4 126 16</inkml:trace>
  <inkml:trace contextRef="#ctx0" brushRef="#br2" timeOffset="17801.77">5133 5574 55 0,'0'0'444'0,"0"0"-187"15,0 0-6-15,0 0 36 16,0 0-108-16,0 0-19 0,32 30 109 16,-24-20-97-16,-8 4-36 0,5-2 20 15,-5 2-104-15,5-5-27 0,-5-2-15 16,0 0 9-16,0 1-19 0,0-3-3 16,0 4-136-16,0-4-58 0,-5 1-356 15,5 0 98-15,-5-1-129 16</inkml:trace>
  <inkml:trace contextRef="#ctx0" brushRef="#br2" timeOffset="17992.1">5064 5640 1323 0,'0'0'183'15,"0"0"-66"-15,0 0 120 0,0 0-120 16,0 0-33-16,48-6-12 0,-35 6-71 15,5 0 0-15,-10 0-1 16,6 0-128-16,-1 2-271 0,-5-2-484 16,2 0 218-16</inkml:trace>
  <inkml:trace contextRef="#ctx0" brushRef="#br2" timeOffset="18525.68">5273 5615 39 0,'0'0'1440'0,"0"0"-998"0,0 0-115 16,0 0 61-16,0 0-220 0,0 0-37 16,-26 38-31-16,18-32-68 0,8-1-32 15,-6 0-4-15,6-2 4 16,0-1 0-16,-2-1 1 0,2-1 37 16,0 0 10-16,-6 0 6 0,6-1-54 15,0-4-16-15,0 0-185 0,0-1 82 16,0-2-42-16,0 1-159 0,6 2 184 15,-4-1 68-15,4 3 0 16,-1 1 16-16,-2 0-3 0,2 2 55 16,3 0 54-16,-3 3 8 0,1-1 97 15,-4 1-101-15,9 3 7 0,-9-2-1 16,9 0-22-16,-8-1 16 0,5 1 13 16,-3-3-25-16,0-1 24 0,-2 0 181 15,2 0-68-15,0-1-46 16,-2-3-39-16,2 0-9 0,1-2-63 15,-4 0-10-15,4 1 25 0,-1-2-41 16,-2 1-67-16,2-2 4 0,-2 0-52 16,-1 3-169-16,1-3 220 0,2 5 0 15,-2 0-55-15,-3-1 96 0,5 3-15 16,-5 0-17-16,5 1 55 16,-2 0 174-16,-3 2-97 0,0 4-26 15,5-2 0-15,-5 3 68 0,0 1-14 16,0 3-19-16,0 3-57 0,0-2 22 15,0-1-51-15,0-3 12 16,0-3-12-16,0-3 0 0,6 3-124 16,-6-1 61-16,2-1-33 0,-2 0-238 15,6-2 12-15,-6-1-125 0,5 0-698 16</inkml:trace>
  <inkml:trace contextRef="#ctx0" brushRef="#br2" timeOffset="18857.01">5509 5574 353 0,'0'0'796'16,"0"0"-3"-16,0 0-456 0,0 0-46 15,0 0 6-15,0 0-166 0,0 0-44 16,0 0-33-16,0 0-6 16,-16 6-48-16,11-1-43 0,5 3 42 15,-6-3-24-15,6 3-42 0,0 0 67 16,0-2-16-16,6 2-33 0,-6-2 46 15,8 0 3-15,-3 0-25 16,3 1 25-16,-3-4 16 0,3 2-7 16,3-1 30-16,-3 1-10 0,-3-1-20 15,-2-1 24-15,2 3-33 0,-2-2 16 16,-3-1 12-16,5 4 7 0,-5-4-35 16,0 3 55-16,-5-3-33 0,2 0-16 15,-2 1 36-15,-1-3-42 0,4-1-137 16,-6 0 60-16,2-1-109 15,1-4-469-15,2 2 5 0,-2-1-322 16</inkml:trace>
  <inkml:trace contextRef="#ctx0" brushRef="#br2" timeOffset="20297.51">5602 5699 1088 0,'0'0'787'0,"0"0"-391"15,0 0-57-15,0 0-213 0,0 0-10 16,0 0 19-16,0 0-90 0,0 0-10 15,5-43-13-15,3 30 36 0,-3 3-58 16,-2 4-64-16,5-3 61 0,5 0-33 16,0 2-53-16,0-1 76 0,1 0 0 15,-4 4-55-15,1-1 67 16,-6 3 0-16,3 2-57 0,-3 0 46 16,1 0 9-16,-4 2-19 0,4 2 21 15,2 1 1-15,-8 2 0 0,5 0 6 16,0 3 10-16,-2 5-6 0,-3-2 22 15,0-1-6-15,0 1-10 16,0-3 26-16,0 1-42 0,0-5 2 16,0 2-2-16,-3-1 0 0,-2-3-186 15,0 3 70-15,2-1-55 0,-8 1-136 16,3-2 31-16,0 0-95 0,1-3-368 16,1-2 256-16</inkml:trace>
  <inkml:trace contextRef="#ctx0" brushRef="#br2" timeOffset="20455.46">5644 5661 784 0,'0'0'352'16,"0"0"-141"-16,0 0-210 0,0 0 19 15,0 0 87-15,37-33-35 0,-21 27-70 16,-3 1-2-16,8 1-18 16,-2 0 18-16,-1 1 14 0,-2 1-14 15,3-2-189-15,-3 2-427 0,-6 0 134 16</inkml:trace>
  <inkml:trace contextRef="#ctx0" brushRef="#br2" timeOffset="20768.01">5880 5569 705 0,'0'0'877'15,"0"0"-504"-15,0 0-120 0,0 0 103 16,0 0-163-16,0 0-9 0,-35-5 47 16,27 5-87-16,3 0-68 0,-3 0-53 15,8 2 37-15,-5 1-60 0,5 0-72 16,-3-1 71-16,3 0-27 15,0 3-89-15,0-1 117 0,3-2-23 16,-3 4-25-16,5-3 48 0,3 1 0 16,-3 0 13-16,1 0 9 0,-4 1-12 15,6 0 6-15,-5 4 19 0,-1-4-35 16,4 2 19-16,-6-2 4 16,0 4-14-16,0-1 4 0,0-2 31 15,0 2-37-15,-6 0 15 0,4-2 3 16,-1 0-25-16,-5-2-89 0,8 0 38 15,-8-2-38-15,8-2-151 16,-5 0 108-16,5 0-16 0,-3-6-227 16,-2-3 61-16,5-3-30 0,0 0-389 15,5-1 270-15,-2 3 30 0</inkml:trace>
  <inkml:trace contextRef="#ctx0" brushRef="#br2" timeOffset="20956.72">5911 5573 240 0,'0'0'248'0,"35"-16"45"0,-22 11 206 16,-5 3-226-16,3 1-74 0,-3 1-8 15,-3 0-119-15,-2 0 61 16,2 2 119-16,-5 1-193 0,8 4-37 16,-3-3 4-16,-2 4 6 0,-1 1 1 15,1 4 5-15,-3 0 4 0,0 2-19 16,0 0-14-16,0-3 14 16,0-1-17-16,-3 2-6 0,1-2-64 15,-6 0-139-15,5-3-306 0,-2-1-5 16,5-2-62-16</inkml:trace>
  <inkml:trace contextRef="#ctx0" brushRef="#br2" timeOffset="21376.55">5999 5613 97 0,'0'0'362'15,"0"0"136"-15,34-5-292 0,-26 5-63 16,-2 2-6-16,-1 1-10 0,-3 1 48 16,4 1 23-16,2 1-165 0,-3 0-4 15,-5 1 16-15,5-1-6 0,-5 2 7 16,0-2 25-16,0 0-13 16,0 1 7-16,-5-1 106 0,5 1-45 15,0-2-16-15,0 1 23 0,0-1-69 16,0-1-54-16,0 0-1 0,0 1 7 15,5-2-9-15,-2-2 3 16,2 0 38-16,3-1 3 0,3 0 29 16,-3-1 25-16,0-3-25 0,0-2-26 15,-3 1 29-15,3-2-23 0,-3-1 3 16,0 1 51-16,-2-6-48 0,-3 1-56 16,0-2 78-16,-3 2-88 0,-2 0-28 15,-8 2-10-15,8 3-110 16,-3 0-154-16,0 2 175 0,2 0-27 0,4 4-267 15,-1-1 144-15,0 2-57 16,-2-1-388-16,5 1 188 0,0 0-128 16</inkml:trace>
  <inkml:trace contextRef="#ctx0" brushRef="#br2" timeOffset="21786.27">6195 5644 717 0,'0'0'466'0,"0"0"-52"0,0 0 18 16,0 0-280-16,0 0-38 0,0 36-8 15,0-29-89-15,0-4-1 0,0 2-13 16,0-3 8-16,0-1-11 0,0-1-152 16,0 0 87-16,-3-2 23 0,3-2-221 15,-2-1 97-15,-1-4 46 0,-2 1-85 16,5-3 166-16,0-4-23 15,-3 4-75-15,3 3-38 0,3 1-14 16,-3 4-40-16,8-2 193 0,-3 3 23 16,3 1 13-16,-3 1 27 0,8 0 230 15,1 3 144-15,-1 5-313 0,0 1 159 16,3-3 3-16,-3 1-94 16,-2-3-36-16,2 2 81 0,-5-3-81 15,8-2 3-15,-6-1 54 0,4-1-22 16,-6-4-18-16,-3 0 68 0,3 2 6 15,-8-1-59-15,8-3-19 16,-3 0 2-16,0-1-31 0,-2-1-45 16,2-1 65-16,-5-1-84 0,0 2-18 15,0 2 14-15,0 0-36 0,0-1-254 16,0 2 160-16,0 0-57 0,0 3-351 16,0 1-30-16,0 0-478 0</inkml:trace>
  <inkml:trace contextRef="#ctx0" brushRef="#br2" timeOffset="22139.94">6484 5741 1864 0,'0'0'719'0,"0"0"-143"16,0 0-388-16,0 0-32 0,0 0 21 15,0 0-60-15,0 0-117 16,0 0-85-16,0 0 85 0,0 0-54 16,13-14-382-16,-11 13-199 0,1-3-923 15</inkml:trace>
  <inkml:trace contextRef="#ctx0" brushRef="#br2" timeOffset="70395.34">4129 5903 786 0,'0'0'534'0,"0"0"-280"16,0 0-17-16,0 0 140 0,0 0-219 16,5-38-28-16,-5 31 108 15,0 1-73-15,0 1-56 0,0-1-16 16,0 2 3-16,0-1-26 0,0 2-9 15,0 0 12-15,-5 2-60 0,5 0 2 16,0 1-30-16,0 0-24 0,-8 5-152 16,8 4 172-16,-5 7 0 0,-3 2-87 15,3 4 83-15,5 3 4 0,-3 2-3 16,-2 4 22-16,-1 3 3 16,-2 4 10-16,3 4 28 0,-3-1-2 15,0 4-10-15,0-2 25 0,3-6-54 16,0 0 32-16,-3-6-26 15,8-2-6-15,0-4-9 0,0-4 9 16,0-4 0-16,0-5-96 0,0-5 45 16,5-2-46-16,-2-3-93 0,-3 0 54 15,0-1-6-15,5-1-230 0,-5 0 8 16,0 0-62-16,0-5-864 0</inkml:trace>
  <inkml:trace contextRef="#ctx0" brushRef="#br2" timeOffset="70833.36">3793 6345 1377 0,'0'0'377'15,"0"0"-23"-15,0 0-27 0,0 0-250 16,0 0-77-16,0 0-13 0,0 0-25 16,0 0 38-16,0 0 37 0,10 26 12 15,-2-13 15-15,0 3 7 16,3-1-19-16,-3 1-14 0,0 0-12 16,0 1 10-16,5-1-36 0,-8-1 3 15,8-2 10-15,-5-1-13 0,-2-3-12 16,2-4 12-16,-1 0 0 0,4-2-9 15,-3 0 9-15,5-3 20 0,1-3 12 16,4-6 144-16,-2-3 0 0,-3-5 6 16,0 0-36-16,1-6-45 0,-1 1-38 15,5 0 48-15,-7 1-70 16,8 2-26-16,-11 4 23 0,5 1-38 16,-3 4-35-16,-2 4 4 0,6 1 31 15,-1 5-287-15,0 1 10 0,-5 4-187 16,-8 0-1046-16</inkml:trace>
  <inkml:trace contextRef="#ctx0" brushRef="#br2" timeOffset="175192.63">20682 5729 297 0,'0'0'567'16,"0"0"-170"-16,0 0-120 0,0 0 129 15,0 0-286-15,0 0-19 0,0 0 51 16,40-17-110-16,-22 15 10 0,6 1 16 16,3-1-13-16,-1-1 16 0,3 0 6 15,6 1 1-15,4-1-21 0,4 1-2 16,7-2 0-16,3 2-14 0,5 1-37 16,1 0 44-16,-1 1-48 0,-2 3 6 15,-1 3-25-15,-4 2-68 16,-6-1-480-16,-14 0-59 0,-4-2-435 0</inkml:trace>
  <inkml:trace contextRef="#ctx0" brushRef="#br2" timeOffset="175889.39">20587 7134 1096 0,'0'0'420'0,"0"0"-208"16,0 0-95-16,0 0 42 0,37-20-127 16,-16 17 4-16,3 0 45 0,5 1-26 15,5 1 20-15,6-2 54 0,8 1-16 16,10 0-9-16,6-1 53 15,7 3-44-15,11-1-23 0,0 1-42 16,3 1 0-16,3 5-48 0,-4 3 0 16,1 2-26-16,-5 3-12 0,-9 0-455 15,-18-1-109-15,-8-5-557 0</inkml:trace>
  <inkml:trace contextRef="#ctx0" brushRef="#br2" timeOffset="176544.4">20804 8452 408 0,'0'0'407'16,"0"0"-169"-16,-45-9-101 0,34 7 75 16,-2 1-50-16,5-1-15 0,3 1 80 15,0 1-104-15,2-3 4 0,0 3 57 16,1-1-100-16,2 0-16 0,-3 1-28 16,3 0-40-16,0 0-58 15,0 0-84-15,5 0 135 0,6 2 7 16,7 1 146-16,9-1-27 0,5-1-61 15,10 0-29-15,6-1-3 16,7 0 0-16,12 0-26 0,7-1 54 16,8 1-28-16,0 0-10 0,3 1 4 15,-3 6-20-15,-3 2-46 0,-5 2-118 16,-2 0-178-16,-22-1-838 0,-5-2 35 16</inkml:trace>
  <inkml:trace contextRef="#ctx0" brushRef="#br2" timeOffset="177129.88">20634 9816 734 0,'0'0'293'0,"0"0"-10"16,0 0-94-16,0 0-79 0,0 0-99 16,0 0 26-16,0 0 35 0,48-3 149 15,-16 3-98-15,5 0-13 0,3 0 46 16,5 0-85-16,8 0 3 0,10 0 72 15,6-3-40-15,8 0-13 0,8 0 7 16,2 1-13-16,-2 0-43 0,-3 2-40 16,-5 4 10-16,-6 6-14 0,-5-1-289 15,-7 0-131-15,-17-2-388 0</inkml:trace>
  <inkml:trace contextRef="#ctx0" brushRef="#br2" timeOffset="177760.21">20661 11263 1623 0,'0'0'55'0,"0"0"30"0,0 0 44 16,0 0-12-16,0 0 88 15,0 0 92-15,0 0-174 0,0 0-75 16,0 0-48-16,-8-6 0 0,29 4 28 16,8 1 24-16,6 0-20 15,2 1-32-15,5 0-5 0,9-1 5 16,7 0 0-16,5-1 12 0,9 1-8 15,5 1-4-15,5 0-5 0,-3 3 3 16,-2 4 2-16,0 3-103 0,-3 1-155 16,-5 4-111-16,-3-4-581 15,-21-1-28-15</inkml:trace>
  <inkml:trace contextRef="#ctx0" brushRef="#br2" timeOffset="178418.87">20717 12729 365 0,'0'0'760'15,"0"0"-483"-15,0 0-89 0,0 0 4 16,0 0-127-16,0 0-62 0,0 0-3 16,0 0 98-16,0 0 22 0,0 0 158 15,55 4-148-15,-20-4-62 0,4-3-30 16,9 0-12-16,5-1-7 0,13-3 40 15,11 2-18-15,8-1 4 16,10 0 4-16,6 1 18 0,7 3 10 16,1 2-32-16,-1 2 7 0,-4 7-52 15,-9 6-29-15,-5 3-42 0,-5-3-222 16,-8 3-870-16,-22-7-191 16</inkml:trace>
  <inkml:trace contextRef="#ctx0" brushRef="#br2" timeOffset="179071.42">20672 13690 735 0,'0'0'456'0,"0"0"-215"16,0 0-52-16,0 0-1 0,0 0-126 15,0 0-4-15,0 0-27 0,0 0-28 16,55-14 39-16,-26 12 49 16,8-1-20-16,3 1 7 0,5 0 35 15,13-1-55-15,6 0 10 0,10 0 32 16,6 3-32-16,-1 2-55 0,6 5-12 16,-8 4-2-16,-3 3-120 0,-8 2-547 15,-21-5-64-15</inkml:trace>
  <inkml:trace contextRef="#ctx0" brushRef="#br2" timeOffset="179691.12">20748 14690 171 0,'0'0'228'15,"51"-4"101"-15,-17 1-202 0,3 0 7 16,8-4 130-16,11 1-79 0,5-2 30 16,10 2 133-16,9-4-206 0,7 2-28 15,6 0 35-15,7 2-101 0,6-1-32 16,3 3-15-16,2 3-1 16,-2 0-16-16,-1 1-171 0,-26 0-160 15,-7 0-297-15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11.02.2025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06503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11.02.2025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74706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11.02.2025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72160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11.02.2025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11987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11.02.2025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0653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11.02.2025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94401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11.02.2025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98839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11.02.2025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82719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b-NO"/>
              <a:t>Klikk på ikonet for å legge til et bilde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11.02.2025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20135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11.02.2025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17817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11.02.2025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74032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6115F-905D-480E-AB3D-8B4015E16A50}" type="datetimeFigureOut">
              <a:rPr lang="nb-NO" smtClean="0"/>
              <a:t>11.02.2025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28424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xelos.com/best-practice-solutions/prince2" TargetMode="External"/><Relationship Id="rId2" Type="http://schemas.openxmlformats.org/officeDocument/2006/relationships/hyperlink" Target="https://www.pmi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customXml" Target="../ink/ink5.xml"/><Relationship Id="rId4" Type="http://schemas.openxmlformats.org/officeDocument/2006/relationships/hyperlink" Target="https://www.ipma.world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customXml" Target="../ink/ink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1">
            <a:extLst>
              <a:ext uri="{FF2B5EF4-FFF2-40B4-BE49-F238E27FC236}">
                <a16:creationId xmlns:a16="http://schemas.microsoft.com/office/drawing/2014/main" id="{3031327B-1409-462F-8AF8-428EA9AFEE07}"/>
              </a:ext>
            </a:extLst>
          </p:cNvPr>
          <p:cNvSpPr txBox="1"/>
          <p:nvPr/>
        </p:nvSpPr>
        <p:spPr>
          <a:xfrm>
            <a:off x="4965429" y="629268"/>
            <a:ext cx="6586491" cy="1286160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/>
          <a:p>
            <a:pPr defTabSz="1219170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3200" dirty="0">
                <a:solidFill>
                  <a:prstClr val="white"/>
                </a:solidFill>
                <a:latin typeface="Calibri Light" panose="020F0302020204030204"/>
              </a:rPr>
              <a:t>LOG656– Kap. 4 </a:t>
            </a:r>
            <a:r>
              <a:rPr lang="en-US" sz="3200" dirty="0" err="1">
                <a:solidFill>
                  <a:prstClr val="white"/>
                </a:solidFill>
                <a:latin typeface="Calibri Light" panose="020F0302020204030204"/>
              </a:rPr>
              <a:t>Prosjektmodeller</a:t>
            </a:r>
            <a:endParaRPr lang="en-US" sz="3200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5D477589-74CB-45EB-ACE7-85719D586BC5}"/>
              </a:ext>
            </a:extLst>
          </p:cNvPr>
          <p:cNvSpPr txBox="1"/>
          <p:nvPr/>
        </p:nvSpPr>
        <p:spPr>
          <a:xfrm>
            <a:off x="4965432" y="2438400"/>
            <a:ext cx="6586489" cy="3785419"/>
          </a:xfrm>
          <a:prstGeom prst="rect">
            <a:avLst/>
          </a:prstGeom>
        </p:spPr>
        <p:txBody>
          <a:bodyPr vert="horz" lIns="121920" tIns="60960" rIns="121920" bIns="60960" rtlCol="0" anchor="t">
            <a:normAutofit/>
          </a:bodyPr>
          <a:lstStyle/>
          <a:p>
            <a:pPr marL="457189" indent="-457189" defTabSz="609585">
              <a:buFont typeface="+mj-lt"/>
              <a:buAutoNum type="arabicPeriod"/>
            </a:pPr>
            <a:r>
              <a:rPr lang="nb-NO" sz="2133" dirty="0">
                <a:solidFill>
                  <a:prstClr val="white"/>
                </a:solidFill>
                <a:latin typeface="Calibri" panose="020F0502020204030204"/>
              </a:rPr>
              <a:t>Hva er en prosjektmodell?</a:t>
            </a:r>
          </a:p>
          <a:p>
            <a:pPr marL="457189" indent="-457189" defTabSz="609585">
              <a:buFont typeface="+mj-lt"/>
              <a:buAutoNum type="arabicPeriod"/>
            </a:pPr>
            <a:r>
              <a:rPr lang="nb-NO" sz="2133" dirty="0">
                <a:solidFill>
                  <a:prstClr val="white"/>
                </a:solidFill>
                <a:latin typeface="Calibri" panose="020F0502020204030204"/>
              </a:rPr>
              <a:t>Hva er en «god» prosjektmodell?</a:t>
            </a:r>
          </a:p>
          <a:p>
            <a:pPr marL="457189" indent="-457189" defTabSz="609585">
              <a:buFont typeface="+mj-lt"/>
              <a:buAutoNum type="arabicPeriod"/>
            </a:pPr>
            <a:r>
              <a:rPr lang="nb-NO" sz="2133" dirty="0">
                <a:solidFill>
                  <a:prstClr val="white"/>
                </a:solidFill>
                <a:latin typeface="Calibri" panose="020F0502020204030204"/>
              </a:rPr>
              <a:t>3 kategorier for prosjektmodeller</a:t>
            </a:r>
          </a:p>
          <a:p>
            <a:pPr marL="457189" indent="-457189" defTabSz="609585">
              <a:buFont typeface="+mj-lt"/>
              <a:buAutoNum type="arabicPeriod"/>
            </a:pPr>
            <a:r>
              <a:rPr lang="nb-NO" sz="2133" dirty="0">
                <a:solidFill>
                  <a:prstClr val="white"/>
                </a:solidFill>
                <a:latin typeface="Calibri" panose="020F0502020204030204"/>
              </a:rPr>
              <a:t>Prosjektgjennomføring: 2 filosofier</a:t>
            </a:r>
          </a:p>
          <a:p>
            <a:pPr marL="457189" indent="-457189" defTabSz="609585">
              <a:buFont typeface="+mj-lt"/>
              <a:buAutoNum type="arabicPeriod"/>
            </a:pPr>
            <a:r>
              <a:rPr lang="nb-NO" sz="2133" dirty="0">
                <a:solidFill>
                  <a:prstClr val="white"/>
                </a:solidFill>
                <a:latin typeface="Calibri" panose="020F0502020204030204"/>
              </a:rPr>
              <a:t>Topp 3 oversiktsmodeller</a:t>
            </a:r>
          </a:p>
          <a:p>
            <a:pPr marL="914389" lvl="1" indent="-457189" defTabSz="609585">
              <a:buFont typeface="+mj-lt"/>
              <a:buAutoNum type="arabicPeriod"/>
            </a:pPr>
            <a:r>
              <a:rPr lang="nb-NO" sz="2133" dirty="0">
                <a:solidFill>
                  <a:prstClr val="white"/>
                </a:solidFill>
                <a:latin typeface="Calibri" panose="020F0502020204030204"/>
              </a:rPr>
              <a:t>PMI</a:t>
            </a:r>
          </a:p>
          <a:p>
            <a:pPr marL="914389" lvl="1" indent="-457189" defTabSz="609585">
              <a:buFont typeface="+mj-lt"/>
              <a:buAutoNum type="arabicPeriod"/>
            </a:pPr>
            <a:r>
              <a:rPr lang="nb-NO" sz="2133" dirty="0">
                <a:solidFill>
                  <a:prstClr val="white"/>
                </a:solidFill>
                <a:latin typeface="Calibri" panose="020F0502020204030204"/>
              </a:rPr>
              <a:t>PRINCE2</a:t>
            </a:r>
          </a:p>
          <a:p>
            <a:pPr marL="914389" lvl="1" indent="-457189" defTabSz="609585">
              <a:buFont typeface="+mj-lt"/>
              <a:buAutoNum type="arabicPeriod"/>
            </a:pPr>
            <a:r>
              <a:rPr lang="nb-NO" sz="2133" dirty="0">
                <a:solidFill>
                  <a:prstClr val="white"/>
                </a:solidFill>
                <a:latin typeface="Calibri" panose="020F0502020204030204"/>
              </a:rPr>
              <a:t>IPMA</a:t>
            </a:r>
          </a:p>
          <a:p>
            <a:pPr marL="457189" indent="-457189" defTabSz="609585">
              <a:buFont typeface="+mj-lt"/>
              <a:buAutoNum type="arabicPeriod"/>
            </a:pPr>
            <a:r>
              <a:rPr lang="nb-NO" sz="2133" dirty="0">
                <a:solidFill>
                  <a:prstClr val="white"/>
                </a:solidFill>
                <a:latin typeface="Calibri" panose="020F0502020204030204"/>
              </a:rPr>
              <a:t>Stadier – og fasemodeller</a:t>
            </a:r>
          </a:p>
          <a:p>
            <a:pPr marL="914389" lvl="1" indent="-457189" defTabSz="609585">
              <a:buFont typeface="+mj-lt"/>
              <a:buAutoNum type="arabicPeriod"/>
            </a:pPr>
            <a:r>
              <a:rPr lang="nb-NO" sz="2133" dirty="0">
                <a:solidFill>
                  <a:prstClr val="white"/>
                </a:solidFill>
                <a:latin typeface="Calibri" panose="020F0502020204030204"/>
              </a:rPr>
              <a:t>Eksempel: IKT-modell</a:t>
            </a:r>
          </a:p>
          <a:p>
            <a:pPr marL="914389" lvl="1" indent="-457189" defTabSz="609585">
              <a:buFont typeface="+mj-lt"/>
              <a:buAutoNum type="arabicPeriod"/>
            </a:pPr>
            <a:r>
              <a:rPr lang="nb-NO" sz="2133" dirty="0">
                <a:solidFill>
                  <a:prstClr val="white"/>
                </a:solidFill>
                <a:latin typeface="Calibri" panose="020F0502020204030204"/>
              </a:rPr>
              <a:t>Eksempel: Bygge –og </a:t>
            </a:r>
            <a:r>
              <a:rPr lang="nb-NO" sz="2133" dirty="0" err="1">
                <a:solidFill>
                  <a:prstClr val="white"/>
                </a:solidFill>
                <a:latin typeface="Calibri" panose="020F0502020204030204"/>
              </a:rPr>
              <a:t>anleggmodeller</a:t>
            </a:r>
            <a:endParaRPr lang="nb-NO" sz="2133" dirty="0">
              <a:solidFill>
                <a:prstClr val="white"/>
              </a:solidFill>
              <a:latin typeface="Calibri" panose="020F0502020204030204"/>
            </a:endParaRPr>
          </a:p>
          <a:p>
            <a:pPr marL="457189" indent="-457189" defTabSz="609585">
              <a:buFont typeface="+mj-lt"/>
              <a:buAutoNum type="arabicPeriod"/>
            </a:pPr>
            <a:endParaRPr lang="nb-NO" sz="2133" dirty="0">
              <a:solidFill>
                <a:prstClr val="white"/>
              </a:solidFill>
              <a:latin typeface="Calibri" panose="020F0502020204030204"/>
            </a:endParaRPr>
          </a:p>
          <a:p>
            <a:pPr marL="457189" indent="-457189" defTabSz="609585">
              <a:buFont typeface="+mj-lt"/>
              <a:buAutoNum type="arabicPeriod"/>
            </a:pPr>
            <a:endParaRPr lang="nb-NO" sz="2133" dirty="0">
              <a:solidFill>
                <a:prstClr val="white"/>
              </a:solidFill>
              <a:latin typeface="Calibri" panose="020F0502020204030204"/>
            </a:endParaRPr>
          </a:p>
          <a:p>
            <a:pPr marL="457189" indent="-457189" defTabSz="609585">
              <a:buFont typeface="+mj-lt"/>
              <a:buAutoNum type="arabicPeriod"/>
            </a:pPr>
            <a:endParaRPr lang="nb-NO" sz="2133" dirty="0">
              <a:solidFill>
                <a:prstClr val="white"/>
              </a:solidFill>
              <a:latin typeface="Calibri" panose="020F0502020204030204"/>
            </a:endParaRPr>
          </a:p>
          <a:p>
            <a:pPr marL="457189" indent="-457189" defTabSz="609585">
              <a:buFont typeface="+mj-lt"/>
              <a:buAutoNum type="arabicPeriod"/>
            </a:pPr>
            <a:endParaRPr lang="nb-NO" sz="2133" dirty="0">
              <a:solidFill>
                <a:prstClr val="white"/>
              </a:solidFill>
              <a:latin typeface="Calibri" panose="020F0502020204030204"/>
            </a:endParaRPr>
          </a:p>
          <a:p>
            <a:pPr marL="457189" indent="-457189" defTabSz="609585">
              <a:buFont typeface="+mj-lt"/>
              <a:buAutoNum type="arabicPeriod"/>
            </a:pPr>
            <a:endParaRPr lang="nb-NO" sz="2133" dirty="0">
              <a:solidFill>
                <a:prstClr val="white"/>
              </a:solidFill>
              <a:latin typeface="Calibri" panose="020F0502020204030204"/>
            </a:endParaRPr>
          </a:p>
          <a:p>
            <a:pPr marL="457189" indent="-457189" defTabSz="609585">
              <a:buFont typeface="+mj-lt"/>
              <a:buAutoNum type="arabicPeriod"/>
            </a:pPr>
            <a:endParaRPr lang="nb-NO" sz="2133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3" y="2115116"/>
            <a:ext cx="6309360" cy="0"/>
          </a:xfrm>
          <a:prstGeom prst="line">
            <a:avLst/>
          </a:prstGeom>
          <a:ln w="19050">
            <a:solidFill>
              <a:srgbClr val="CE93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Bilde 10">
            <a:extLst>
              <a:ext uri="{FF2B5EF4-FFF2-40B4-BE49-F238E27FC236}">
                <a16:creationId xmlns:a16="http://schemas.microsoft.com/office/drawing/2014/main" id="{60AFE042-EE8A-3560-D198-A671B7477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749195" cy="6858000"/>
          </a:xfrm>
          <a:prstGeom prst="rect">
            <a:avLst/>
          </a:prstGeom>
        </p:spPr>
      </p:pic>
      <p:pic>
        <p:nvPicPr>
          <p:cNvPr id="4" name="Picture 2" descr="Praktisk prosjektledelse - fra idé til gevinst (9788245045239) | Akademika  Bokhandel">
            <a:extLst>
              <a:ext uri="{FF2B5EF4-FFF2-40B4-BE49-F238E27FC236}">
                <a16:creationId xmlns:a16="http://schemas.microsoft.com/office/drawing/2014/main" id="{46ACB2ED-F5F0-3E8C-8090-B673C4497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485563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16925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932"/>
    </mc:Choice>
    <mc:Fallback xmlns="">
      <p:transition spd="slow" advTm="999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6F7A43-826F-99F3-CF7B-695FEB048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3FE7DB9E-CDD6-3136-137B-874B0D50DB1B}"/>
              </a:ext>
            </a:extLst>
          </p:cNvPr>
          <p:cNvSpPr txBox="1"/>
          <p:nvPr/>
        </p:nvSpPr>
        <p:spPr>
          <a:xfrm>
            <a:off x="-1" y="0"/>
            <a:ext cx="10194388" cy="74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42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Hva er en prosjektmodell?</a:t>
            </a:r>
            <a:endParaRPr kumimoji="0" lang="nb-NO" sz="53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932CC8-5B41-77E1-F12E-09EE9809B064}"/>
              </a:ext>
            </a:extLst>
          </p:cNvPr>
          <p:cNvSpPr txBox="1"/>
          <p:nvPr/>
        </p:nvSpPr>
        <p:spPr>
          <a:xfrm>
            <a:off x="450483" y="893273"/>
            <a:ext cx="10855624" cy="4607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6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Hovedhensikt: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2667" noProof="0" dirty="0">
              <a:solidFill>
                <a:prstClr val="white"/>
              </a:solidFill>
              <a:latin typeface="Calibri" panose="020F0502020204030204"/>
            </a:endParaRPr>
          </a:p>
          <a:p>
            <a:pPr marL="457200" marR="0" lvl="0" indent="-45720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2667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Standardisering for gjennomføring av prosjekt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2667" noProof="0" dirty="0">
              <a:solidFill>
                <a:prstClr val="white"/>
              </a:solidFill>
              <a:latin typeface="Calibri" panose="020F0502020204030204"/>
            </a:endParaRP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2667" dirty="0">
                <a:solidFill>
                  <a:prstClr val="white"/>
                </a:solidFill>
                <a:latin typeface="Calibri" panose="020F0502020204030204"/>
              </a:rPr>
              <a:t>Gevinster: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2667" noProof="0" dirty="0">
              <a:solidFill>
                <a:prstClr val="white"/>
              </a:solidFill>
              <a:latin typeface="Calibri" panose="020F0502020204030204"/>
            </a:endParaRPr>
          </a:p>
          <a:p>
            <a:pPr marL="457200" marR="0" lvl="0" indent="-45720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2667" b="0" i="0" u="none" strike="noStrike" kern="1200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Forenkler</a:t>
            </a:r>
            <a:r>
              <a:rPr kumimoji="0" lang="nb-NO" sz="2667" b="0" i="0" u="none" strike="noStrike" kern="1200" cap="none" spc="0" normalizeH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kommunikasjon internt og mot omgivelsene</a:t>
            </a:r>
          </a:p>
          <a:p>
            <a:pPr marL="457200" marR="0" lvl="0" indent="-45720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b-NO" sz="2667" baseline="0" noProof="0" dirty="0">
                <a:solidFill>
                  <a:srgbClr val="FFFF00"/>
                </a:solidFill>
                <a:latin typeface="Calibri" panose="020F0502020204030204"/>
              </a:rPr>
              <a:t>Benytter</a:t>
            </a:r>
            <a:r>
              <a:rPr lang="nb-NO" sz="2667" noProof="0" dirty="0">
                <a:solidFill>
                  <a:srgbClr val="FFFF00"/>
                </a:solidFill>
                <a:latin typeface="Calibri" panose="020F0502020204030204"/>
              </a:rPr>
              <a:t> «best </a:t>
            </a:r>
            <a:r>
              <a:rPr lang="nb-NO" sz="2667" noProof="0" dirty="0" err="1">
                <a:solidFill>
                  <a:srgbClr val="FFFF00"/>
                </a:solidFill>
                <a:latin typeface="Calibri" panose="020F0502020204030204"/>
              </a:rPr>
              <a:t>practice</a:t>
            </a:r>
            <a:r>
              <a:rPr lang="nb-NO" sz="2667" noProof="0" dirty="0">
                <a:solidFill>
                  <a:srgbClr val="FFFF00"/>
                </a:solidFill>
                <a:latin typeface="Calibri" panose="020F0502020204030204"/>
              </a:rPr>
              <a:t>»</a:t>
            </a:r>
          </a:p>
          <a:p>
            <a:pPr marL="457200" marR="0" lvl="0" indent="-45720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2667" b="0" i="0" u="none" strike="noStrike" kern="1200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Prosjekter bli forutsigbare og håndterbare</a:t>
            </a:r>
            <a:endParaRPr kumimoji="0" lang="nb-NO" sz="2667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2667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2667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Håndskrift 2">
                <a:extLst>
                  <a:ext uri="{FF2B5EF4-FFF2-40B4-BE49-F238E27FC236}">
                    <a16:creationId xmlns:a16="http://schemas.microsoft.com/office/drawing/2014/main" id="{9F689935-2CC6-F153-57A2-952B8BC98457}"/>
                  </a:ext>
                </a:extLst>
              </p14:cNvPr>
              <p14:cNvContentPartPr/>
              <p14:nvPr/>
            </p14:nvContentPartPr>
            <p14:xfrm>
              <a:off x="4525200" y="3810600"/>
              <a:ext cx="5921280" cy="313920"/>
            </p14:xfrm>
          </p:contentPart>
        </mc:Choice>
        <mc:Fallback>
          <p:pic>
            <p:nvPicPr>
              <p:cNvPr id="3" name="Håndskrift 2">
                <a:extLst>
                  <a:ext uri="{FF2B5EF4-FFF2-40B4-BE49-F238E27FC236}">
                    <a16:creationId xmlns:a16="http://schemas.microsoft.com/office/drawing/2014/main" id="{9F689935-2CC6-F153-57A2-952B8BC9845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15840" y="3801240"/>
                <a:ext cx="5940000" cy="33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5654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8225B0-6CF9-A607-7720-6D5241625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3ECFB58B-65C0-39D8-8C25-E409DBE77845}"/>
              </a:ext>
            </a:extLst>
          </p:cNvPr>
          <p:cNvSpPr txBox="1"/>
          <p:nvPr/>
        </p:nvSpPr>
        <p:spPr>
          <a:xfrm>
            <a:off x="-1" y="0"/>
            <a:ext cx="10194388" cy="74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42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Hva er en «god» prosjektmodell</a:t>
            </a:r>
            <a:endParaRPr kumimoji="0" lang="nb-NO" sz="53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5E1B7D-10AA-87D9-4A1D-C30475AC3A54}"/>
              </a:ext>
            </a:extLst>
          </p:cNvPr>
          <p:cNvSpPr txBox="1"/>
          <p:nvPr/>
        </p:nvSpPr>
        <p:spPr>
          <a:xfrm>
            <a:off x="450483" y="893273"/>
            <a:ext cx="10855624" cy="5841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6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 god prosjektmodell skal: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2667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0" indent="-45720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2667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 veiledning i hvordan prosjekter av en viss</a:t>
            </a:r>
            <a:r>
              <a:rPr kumimoji="0" lang="nb-NO" sz="2667" b="0" i="0" u="none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type skal gjennomføres, samt innarbeide en felles terminologi</a:t>
            </a:r>
          </a:p>
          <a:p>
            <a:pPr marL="457200" marR="0" lvl="0" indent="-45720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nb-NO" sz="2667" baseline="0" dirty="0">
              <a:solidFill>
                <a:srgbClr val="FFFF00"/>
              </a:solidFill>
              <a:latin typeface="Calibri" panose="020F0502020204030204"/>
            </a:endParaRPr>
          </a:p>
          <a:p>
            <a:pPr marL="457200" lvl="0" indent="-457200" defTabSz="609585">
              <a:buFont typeface="Arial" panose="020B0604020202020204" pitchFamily="34" charset="0"/>
              <a:buChar char="•"/>
              <a:defRPr/>
            </a:pPr>
            <a:r>
              <a:rPr lang="nb-NO" sz="2670" dirty="0">
                <a:solidFill>
                  <a:srgbClr val="FFFF00"/>
                </a:solidFill>
              </a:rPr>
              <a:t>Øke den enkelte medarbeiders innsikt i hva som skal utføres av faglige og administrative oppgaver på ulike trinn, og gi støtte i plan-leggingsarbeidet</a:t>
            </a:r>
            <a:endParaRPr lang="nb-NO" sz="2670" dirty="0">
              <a:solidFill>
                <a:srgbClr val="FFFF00"/>
              </a:solidFill>
              <a:latin typeface="Calibri" panose="020F0502020204030204"/>
            </a:endParaRPr>
          </a:p>
          <a:p>
            <a:pPr marL="457200" lvl="0" indent="-457200" defTabSz="609585">
              <a:buFont typeface="Arial" panose="020B0604020202020204" pitchFamily="34" charset="0"/>
              <a:buChar char="•"/>
              <a:defRPr/>
            </a:pPr>
            <a:endParaRPr kumimoji="0" lang="nb-NO" sz="267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lvl="0" indent="-457200" defTabSz="609585">
              <a:buFont typeface="Arial" panose="020B0604020202020204" pitchFamily="34" charset="0"/>
              <a:buChar char="•"/>
              <a:defRPr/>
            </a:pPr>
            <a:r>
              <a:rPr lang="nb-NO" sz="2670" dirty="0">
                <a:solidFill>
                  <a:srgbClr val="FFFF00"/>
                </a:solidFill>
              </a:rPr>
              <a:t>Sikre at prosjektdeltakerne har en felles forståelse av hvor i prosjektforløpet de til enhver tid befinner seg</a:t>
            </a:r>
          </a:p>
          <a:p>
            <a:pPr marL="457200" lvl="0" indent="-457200" defTabSz="609585">
              <a:buFont typeface="Arial" panose="020B0604020202020204" pitchFamily="34" charset="0"/>
              <a:buChar char="•"/>
              <a:defRPr/>
            </a:pPr>
            <a:endParaRPr kumimoji="0" lang="nb-NO" sz="267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</a:endParaRPr>
          </a:p>
          <a:p>
            <a:pPr marL="457200" lvl="0" indent="-457200" defTabSz="609585">
              <a:buFont typeface="Arial" panose="020B0604020202020204" pitchFamily="34" charset="0"/>
              <a:buChar char="•"/>
              <a:defRPr/>
            </a:pPr>
            <a:r>
              <a:rPr lang="nb-NO" sz="2670" dirty="0">
                <a:solidFill>
                  <a:srgbClr val="FFFF00"/>
                </a:solidFill>
              </a:rPr>
              <a:t>Bidra til å sikre at nødvendige beslutninger for prosjektets retning og fremdrift blir tatt i rett tid og av de riktige organer </a:t>
            </a:r>
            <a:endParaRPr kumimoji="0" lang="nb-NO" sz="267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2667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Håndskrift 2">
                <a:extLst>
                  <a:ext uri="{FF2B5EF4-FFF2-40B4-BE49-F238E27FC236}">
                    <a16:creationId xmlns:a16="http://schemas.microsoft.com/office/drawing/2014/main" id="{872459CE-4075-A790-2AA7-BC88D81F1638}"/>
                  </a:ext>
                </a:extLst>
              </p14:cNvPr>
              <p14:cNvContentPartPr/>
              <p14:nvPr/>
            </p14:nvContentPartPr>
            <p14:xfrm>
              <a:off x="5657760" y="1186560"/>
              <a:ext cx="6449760" cy="5080680"/>
            </p14:xfrm>
          </p:contentPart>
        </mc:Choice>
        <mc:Fallback>
          <p:pic>
            <p:nvPicPr>
              <p:cNvPr id="3" name="Håndskrift 2">
                <a:extLst>
                  <a:ext uri="{FF2B5EF4-FFF2-40B4-BE49-F238E27FC236}">
                    <a16:creationId xmlns:a16="http://schemas.microsoft.com/office/drawing/2014/main" id="{872459CE-4075-A790-2AA7-BC88D81F163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48400" y="1177200"/>
                <a:ext cx="6468480" cy="509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72621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A30D30-91C7-2E1A-B280-8C7058324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040F621A-CD89-AA7C-0053-BDC3779BA4B0}"/>
              </a:ext>
            </a:extLst>
          </p:cNvPr>
          <p:cNvSpPr txBox="1"/>
          <p:nvPr/>
        </p:nvSpPr>
        <p:spPr>
          <a:xfrm>
            <a:off x="-1" y="0"/>
            <a:ext cx="10194388" cy="74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42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kategorier for prosjektmodeller</a:t>
            </a:r>
            <a:endParaRPr kumimoji="0" lang="nb-NO" sz="53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A84412-2E29-69D6-03F4-CDAB640D8D1A}"/>
              </a:ext>
            </a:extLst>
          </p:cNvPr>
          <p:cNvSpPr txBox="1"/>
          <p:nvPr/>
        </p:nvSpPr>
        <p:spPr>
          <a:xfrm>
            <a:off x="450483" y="893273"/>
            <a:ext cx="10855624" cy="5428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6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 eksisterende</a:t>
            </a:r>
            <a:r>
              <a:rPr kumimoji="0" lang="nb-NO" sz="2667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prosjektmodellene kan grovt sett deles inn i 3 kategorier:</a:t>
            </a:r>
            <a:endParaRPr kumimoji="0" lang="nb-NO" sz="2667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2667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71550" lvl="1" indent="-514350" defTabSz="609585">
              <a:buFont typeface="+mj-lt"/>
              <a:buAutoNum type="arabicPeriod"/>
              <a:defRPr/>
            </a:pPr>
            <a:r>
              <a:rPr kumimoji="0" lang="nb-NO" sz="2667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Oversiktsmodeller</a:t>
            </a:r>
          </a:p>
          <a:p>
            <a:pPr marL="1428750" lvl="2" indent="-514350" defTabSz="609585">
              <a:buFont typeface="Arial" panose="020B0604020202020204" pitchFamily="34" charset="0"/>
              <a:buChar char="•"/>
              <a:defRPr/>
            </a:pPr>
            <a:r>
              <a:rPr lang="nb-NO" sz="2667" dirty="0">
                <a:solidFill>
                  <a:schemeClr val="bg1"/>
                </a:solidFill>
                <a:latin typeface="Calibri" panose="020F0502020204030204"/>
              </a:rPr>
              <a:t>Som har til formål å kommunisere hele eller deler av fagfeltets prosjektledelse</a:t>
            </a:r>
            <a:endParaRPr kumimoji="0" lang="nb-NO" sz="26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</a:endParaRPr>
          </a:p>
          <a:p>
            <a:pPr marL="971550" lvl="1" indent="-514350" defTabSz="609585">
              <a:buFont typeface="+mj-lt"/>
              <a:buAutoNum type="arabicPeriod"/>
              <a:defRPr/>
            </a:pPr>
            <a:endParaRPr lang="nb-NO" sz="2667" dirty="0">
              <a:solidFill>
                <a:srgbClr val="FFFF00"/>
              </a:solidFill>
              <a:latin typeface="Calibri" panose="020F0502020204030204"/>
            </a:endParaRPr>
          </a:p>
          <a:p>
            <a:pPr marL="971550" lvl="1" indent="-514350" defTabSz="609585">
              <a:buFont typeface="+mj-lt"/>
              <a:buAutoNum type="arabicPeriod"/>
              <a:defRPr/>
            </a:pPr>
            <a:r>
              <a:rPr kumimoji="0" lang="nb-NO" sz="2667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Stadier</a:t>
            </a:r>
            <a:r>
              <a:rPr kumimoji="0" lang="nb-NO" sz="2667" b="0" i="0" u="none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og fasemodeller</a:t>
            </a:r>
          </a:p>
          <a:p>
            <a:pPr marL="1428750" lvl="2" indent="-514350" defTabSz="609585">
              <a:buFont typeface="Arial" panose="020B0604020202020204" pitchFamily="34" charset="0"/>
              <a:buChar char="•"/>
              <a:defRPr/>
            </a:pPr>
            <a:r>
              <a:rPr lang="nb-NO" sz="2667" dirty="0">
                <a:solidFill>
                  <a:schemeClr val="bg1"/>
                </a:solidFill>
                <a:latin typeface="Calibri" panose="020F0502020204030204"/>
              </a:rPr>
              <a:t>Som viser de store overordnede trekkene med beslutningspunkter og kontrollporter for ulike prosjekter</a:t>
            </a:r>
            <a:endParaRPr kumimoji="0" lang="nb-NO" sz="2667" b="0" i="0" u="none" strike="noStrike" kern="1200" cap="none" spc="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</a:endParaRPr>
          </a:p>
          <a:p>
            <a:pPr marL="971550" lvl="1" indent="-514350" defTabSz="609585">
              <a:buFont typeface="+mj-lt"/>
              <a:buAutoNum type="arabicPeriod"/>
              <a:defRPr/>
            </a:pPr>
            <a:endParaRPr lang="nb-NO" sz="2667" baseline="0" dirty="0">
              <a:solidFill>
                <a:srgbClr val="FFFF00"/>
              </a:solidFill>
              <a:latin typeface="Calibri" panose="020F0502020204030204"/>
            </a:endParaRPr>
          </a:p>
          <a:p>
            <a:pPr marL="971550" lvl="1" indent="-514350" defTabSz="609585">
              <a:buFont typeface="+mj-lt"/>
              <a:buAutoNum type="arabicPeriod"/>
              <a:defRPr/>
            </a:pPr>
            <a:r>
              <a:rPr kumimoji="0" lang="nb-NO" sz="2667" b="0" i="0" u="none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Prosessmodeller</a:t>
            </a:r>
          </a:p>
          <a:p>
            <a:pPr marL="1428750" lvl="2" indent="-514350" defTabSz="609585">
              <a:buFont typeface="Arial" panose="020B0604020202020204" pitchFamily="34" charset="0"/>
              <a:buChar char="•"/>
              <a:defRPr/>
            </a:pPr>
            <a:r>
              <a:rPr lang="nb-NO" sz="2670" baseline="0" dirty="0">
                <a:solidFill>
                  <a:schemeClr val="bg1"/>
                </a:solidFill>
                <a:latin typeface="Calibri" panose="020F0502020204030204"/>
              </a:rPr>
              <a:t>Som viser arbeidsprosesser,</a:t>
            </a:r>
            <a:r>
              <a:rPr lang="nb-NO" sz="2670" dirty="0">
                <a:solidFill>
                  <a:schemeClr val="bg1"/>
                </a:solidFill>
                <a:latin typeface="Calibri" panose="020F0502020204030204"/>
              </a:rPr>
              <a:t> aktiviteter og leveranser</a:t>
            </a:r>
            <a:endParaRPr kumimoji="0" lang="nb-NO" sz="267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2667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Håndskrift 2">
                <a:extLst>
                  <a:ext uri="{FF2B5EF4-FFF2-40B4-BE49-F238E27FC236}">
                    <a16:creationId xmlns:a16="http://schemas.microsoft.com/office/drawing/2014/main" id="{4A5C1324-9EFB-B338-79AB-74FFED2416C8}"/>
                  </a:ext>
                </a:extLst>
              </p14:cNvPr>
              <p14:cNvContentPartPr/>
              <p14:nvPr/>
            </p14:nvContentPartPr>
            <p14:xfrm>
              <a:off x="9232200" y="1664280"/>
              <a:ext cx="2937240" cy="2813760"/>
            </p14:xfrm>
          </p:contentPart>
        </mc:Choice>
        <mc:Fallback>
          <p:pic>
            <p:nvPicPr>
              <p:cNvPr id="3" name="Håndskrift 2">
                <a:extLst>
                  <a:ext uri="{FF2B5EF4-FFF2-40B4-BE49-F238E27FC236}">
                    <a16:creationId xmlns:a16="http://schemas.microsoft.com/office/drawing/2014/main" id="{4A5C1324-9EFB-B338-79AB-74FFED2416C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22840" y="1654920"/>
                <a:ext cx="2955960" cy="2832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84764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4743CE-D833-73E0-AF48-C492D93B9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C43D7AB2-902E-DDF2-8FFE-A0959BF09B30}"/>
              </a:ext>
            </a:extLst>
          </p:cNvPr>
          <p:cNvSpPr txBox="1"/>
          <p:nvPr/>
        </p:nvSpPr>
        <p:spPr>
          <a:xfrm>
            <a:off x="-1" y="0"/>
            <a:ext cx="10194388" cy="74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42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Prosjektgjennomføring: 2 filosofier</a:t>
            </a:r>
            <a:endParaRPr kumimoji="0" lang="nb-NO" sz="53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5A6C36-4B1D-2F46-56AF-B33554A44B1D}"/>
              </a:ext>
            </a:extLst>
          </p:cNvPr>
          <p:cNvSpPr txBox="1"/>
          <p:nvPr/>
        </p:nvSpPr>
        <p:spPr>
          <a:xfrm>
            <a:off x="450483" y="893273"/>
            <a:ext cx="7141554" cy="6617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6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Enhver prosjektmodell har</a:t>
            </a:r>
            <a:r>
              <a:rPr kumimoji="0" lang="nb-NO" sz="2667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spor i seg fra 2 forskjellige</a:t>
            </a:r>
            <a:r>
              <a:rPr kumimoji="0" lang="nb-NO" sz="26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filosofier: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2667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14350" marR="0" lvl="0" indent="-5143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</a:rPr>
              <a:t>Sekvensiell gjennomføring: </a:t>
            </a:r>
          </a:p>
          <a:p>
            <a:pPr marL="971550" lvl="1" indent="-514350" defTabSz="609585">
              <a:buFont typeface="Arial" panose="020B0604020202020204" pitchFamily="34" charset="0"/>
              <a:buChar char="•"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«Fossefall» – tilnærming</a:t>
            </a:r>
          </a:p>
          <a:p>
            <a:pPr marL="971550" lvl="1" indent="-514350" defTabSz="609585">
              <a:buFont typeface="Arial" panose="020B0604020202020204" pitchFamily="34" charset="0"/>
              <a:buChar char="•"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Et prosjekt går gjennom «faser» med kontrollpunkt mellom hver fase</a:t>
            </a:r>
          </a:p>
          <a:p>
            <a:pPr marL="971550" lvl="1" indent="-514350" defTabSz="609585">
              <a:buFont typeface="Arial" panose="020B0604020202020204" pitchFamily="34" charset="0"/>
              <a:buChar char="•"/>
              <a:defRPr/>
            </a:pPr>
            <a:r>
              <a:rPr lang="nb-NO" sz="2400" dirty="0">
                <a:solidFill>
                  <a:schemeClr val="bg1"/>
                </a:solidFill>
                <a:latin typeface="Calibri" panose="020F0502020204030204"/>
              </a:rPr>
              <a:t>Ofte brukt i LEVERANSEPROSJEKTER</a:t>
            </a:r>
            <a:endParaRPr kumimoji="0" lang="nb-NO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</a:endParaRPr>
          </a:p>
          <a:p>
            <a:pPr marL="971550" lvl="1" indent="-514350" defTabSz="609585">
              <a:buFont typeface="+mj-lt"/>
              <a:buAutoNum type="arabicPeriod"/>
              <a:defRPr/>
            </a:pPr>
            <a:endParaRPr lang="nb-NO" sz="2400" dirty="0">
              <a:solidFill>
                <a:srgbClr val="FFFF00"/>
              </a:solidFill>
              <a:latin typeface="Calibri" panose="020F0502020204030204"/>
            </a:endParaRPr>
          </a:p>
          <a:p>
            <a:pPr marL="514350" marR="0" lvl="0" indent="-5143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</a:rPr>
              <a:t>Iterativ gjennomføring</a:t>
            </a:r>
          </a:p>
          <a:p>
            <a:pPr marL="971550" lvl="1" indent="-514350" defTabSz="609585">
              <a:buFont typeface="Arial" panose="020B0604020202020204" pitchFamily="34" charset="0"/>
              <a:buChar char="•"/>
              <a:defRPr/>
            </a:pPr>
            <a:r>
              <a:rPr lang="nb-NO" sz="2400" dirty="0">
                <a:solidFill>
                  <a:schemeClr val="bg1"/>
                </a:solidFill>
                <a:latin typeface="Calibri" panose="020F0502020204030204"/>
              </a:rPr>
              <a:t>«Smidig» – tilnærming</a:t>
            </a:r>
          </a:p>
          <a:p>
            <a:pPr marL="971550" lvl="1" indent="-514350" defTabSz="609585">
              <a:buFont typeface="Arial" panose="020B0604020202020204" pitchFamily="34" charset="0"/>
              <a:buChar char="•"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Et prosjekt går</a:t>
            </a:r>
            <a:r>
              <a:rPr kumimoji="0" lang="nb-NO" sz="2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 gjennom «iterasjoner» med kontrollpunkt mellom hver iterasjon</a:t>
            </a:r>
          </a:p>
          <a:p>
            <a:pPr marL="971550" lvl="1" indent="-514350" defTabSz="609585">
              <a:buFont typeface="Arial" panose="020B0604020202020204" pitchFamily="34" charset="0"/>
              <a:buChar char="•"/>
              <a:defRPr/>
            </a:pPr>
            <a:r>
              <a:rPr lang="nb-NO" sz="2400" baseline="0" dirty="0">
                <a:solidFill>
                  <a:schemeClr val="bg1"/>
                </a:solidFill>
                <a:latin typeface="Calibri" panose="020F0502020204030204"/>
              </a:rPr>
              <a:t>Ofte</a:t>
            </a:r>
            <a:r>
              <a:rPr lang="nb-NO" sz="2400" dirty="0">
                <a:solidFill>
                  <a:schemeClr val="bg1"/>
                </a:solidFill>
                <a:latin typeface="Calibri" panose="020F0502020204030204"/>
              </a:rPr>
              <a:t> brukt i UTVIKLINGSPROSJEKTER (f.eks. IT)</a:t>
            </a:r>
            <a:endParaRPr kumimoji="0" lang="nb-NO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2667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2667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2667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Håndskrift 2">
                <a:extLst>
                  <a:ext uri="{FF2B5EF4-FFF2-40B4-BE49-F238E27FC236}">
                    <a16:creationId xmlns:a16="http://schemas.microsoft.com/office/drawing/2014/main" id="{679F8301-B194-001B-7BF9-2447CCDF6E7D}"/>
                  </a:ext>
                </a:extLst>
              </p14:cNvPr>
              <p14:cNvContentPartPr/>
              <p14:nvPr/>
            </p14:nvContentPartPr>
            <p14:xfrm>
              <a:off x="4437360" y="1946160"/>
              <a:ext cx="7111440" cy="3594600"/>
            </p14:xfrm>
          </p:contentPart>
        </mc:Choice>
        <mc:Fallback>
          <p:pic>
            <p:nvPicPr>
              <p:cNvPr id="3" name="Håndskrift 2">
                <a:extLst>
                  <a:ext uri="{FF2B5EF4-FFF2-40B4-BE49-F238E27FC236}">
                    <a16:creationId xmlns:a16="http://schemas.microsoft.com/office/drawing/2014/main" id="{679F8301-B194-001B-7BF9-2447CCDF6E7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28000" y="1936800"/>
                <a:ext cx="7130160" cy="361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6034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734607-A7E8-F523-2CCD-C806FDD0D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8D4BB0D9-EBDF-91B1-F47E-62271F956BDE}"/>
              </a:ext>
            </a:extLst>
          </p:cNvPr>
          <p:cNvSpPr txBox="1"/>
          <p:nvPr/>
        </p:nvSpPr>
        <p:spPr>
          <a:xfrm>
            <a:off x="-1" y="0"/>
            <a:ext cx="1019438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585"/>
            <a:r>
              <a:rPr lang="nb-NO" sz="4400" dirty="0">
                <a:solidFill>
                  <a:prstClr val="white"/>
                </a:solidFill>
                <a:latin typeface="Calibri" panose="020F0502020204030204"/>
              </a:rPr>
              <a:t>Topp 3 oversiktsmodeller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A5645B-0DAC-BEF5-254B-FBAEF86BAA3D}"/>
              </a:ext>
            </a:extLst>
          </p:cNvPr>
          <p:cNvSpPr txBox="1"/>
          <p:nvPr/>
        </p:nvSpPr>
        <p:spPr>
          <a:xfrm>
            <a:off x="450483" y="893273"/>
            <a:ext cx="10855624" cy="4257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nb-NO" sz="2667" dirty="0">
                <a:solidFill>
                  <a:prstClr val="white"/>
                </a:solidFill>
                <a:latin typeface="Calibri" panose="020F0502020204030204"/>
              </a:rPr>
              <a:t>Det finnes svært mange sertifiseringer (rammeverk):</a:t>
            </a:r>
          </a:p>
          <a:p>
            <a:pPr defTabSz="609585">
              <a:defRPr/>
            </a:pPr>
            <a:endParaRPr lang="nb-NO" sz="2667" dirty="0">
              <a:solidFill>
                <a:srgbClr val="FFFF00"/>
              </a:solidFill>
              <a:latin typeface="Calibri" panose="020F0502020204030204"/>
            </a:endParaRPr>
          </a:p>
          <a:p>
            <a:pPr defTabSz="609585">
              <a:defRPr/>
            </a:pPr>
            <a:r>
              <a:rPr lang="nb-NO" sz="2000" dirty="0">
                <a:solidFill>
                  <a:srgbClr val="FFFF00"/>
                </a:solidFill>
                <a:latin typeface="Calibri" panose="020F0502020204030204"/>
              </a:rPr>
              <a:t>Her er de 3 mest utbredte:</a:t>
            </a:r>
          </a:p>
          <a:p>
            <a:pPr defTabSz="609585">
              <a:defRPr/>
            </a:pPr>
            <a:endParaRPr lang="nb-NO" sz="2667" dirty="0">
              <a:solidFill>
                <a:srgbClr val="FFFF00"/>
              </a:solidFill>
              <a:latin typeface="Calibri" panose="020F0502020204030204"/>
            </a:endParaRPr>
          </a:p>
          <a:p>
            <a:pPr marL="457189" indent="-457189" defTabSz="609585">
              <a:buFont typeface="+mj-lt"/>
              <a:buAutoNum type="arabicPeriod"/>
              <a:defRPr/>
            </a:pPr>
            <a:r>
              <a:rPr lang="nb-NO" sz="1600" dirty="0">
                <a:solidFill>
                  <a:srgbClr val="FFFF00"/>
                </a:solidFill>
                <a:latin typeface="Calibri" panose="020F0502020204030204"/>
              </a:rPr>
              <a:t>PMI</a:t>
            </a:r>
            <a:r>
              <a:rPr lang="nb-NO" sz="1600" dirty="0">
                <a:solidFill>
                  <a:schemeClr val="bg1"/>
                </a:solidFill>
                <a:latin typeface="Calibri" panose="020F0502020204030204"/>
              </a:rPr>
              <a:t> (Project Management </a:t>
            </a:r>
            <a:r>
              <a:rPr lang="nb-NO" sz="1600" dirty="0" err="1">
                <a:solidFill>
                  <a:schemeClr val="bg1"/>
                </a:solidFill>
                <a:latin typeface="Calibri" panose="020F0502020204030204"/>
              </a:rPr>
              <a:t>Institute</a:t>
            </a:r>
            <a:r>
              <a:rPr lang="nb-NO" sz="1600" dirty="0">
                <a:solidFill>
                  <a:schemeClr val="bg1"/>
                </a:solidFill>
                <a:latin typeface="Calibri" panose="020F0502020204030204"/>
              </a:rPr>
              <a:t>) – PMP-sertifisering</a:t>
            </a:r>
          </a:p>
          <a:p>
            <a:pPr marL="1371600" lvl="2" indent="-457200" defTabSz="609585">
              <a:buFont typeface="Arial" panose="020B0604020202020204" pitchFamily="34" charset="0"/>
              <a:buChar char="•"/>
              <a:defRPr/>
            </a:pPr>
            <a:r>
              <a:rPr lang="nb-NO" sz="1600" dirty="0">
                <a:solidFill>
                  <a:schemeClr val="bg1"/>
                </a:solidFill>
                <a:latin typeface="Calibri" panose="020F0502020204030204"/>
              </a:rPr>
              <a:t>En global organisasjon som tilbyr PMP-sertifisering og publiserer (årlig) PMBOK-guiden</a:t>
            </a:r>
          </a:p>
          <a:p>
            <a:pPr marL="1371600" lvl="2" indent="-457200" defTabSz="609585">
              <a:buFont typeface="Arial" panose="020B0604020202020204" pitchFamily="34" charset="0"/>
              <a:buChar char="•"/>
              <a:defRPr/>
            </a:pPr>
            <a:r>
              <a:rPr lang="nb-NO" sz="1600" dirty="0">
                <a:solidFill>
                  <a:schemeClr val="bg1"/>
                </a:solidFill>
                <a:latin typeface="Calibri" panose="020F0502020204030204"/>
              </a:rPr>
              <a:t>Nettside: </a:t>
            </a:r>
            <a:r>
              <a:rPr lang="nb-NO" sz="16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https://www.pmi.org/</a:t>
            </a:r>
            <a:endParaRPr lang="nb-NO" sz="1600" dirty="0">
              <a:solidFill>
                <a:schemeClr val="bg1"/>
              </a:solidFill>
            </a:endParaRPr>
          </a:p>
          <a:p>
            <a:pPr marL="457200" indent="-457200" defTabSz="609585">
              <a:buFont typeface="+mj-lt"/>
              <a:buAutoNum type="arabicPeriod"/>
              <a:defRPr/>
            </a:pPr>
            <a:r>
              <a:rPr lang="nb-NO" sz="1600" dirty="0">
                <a:solidFill>
                  <a:srgbClr val="FFFF00"/>
                </a:solidFill>
                <a:latin typeface="Calibri" panose="020F0502020204030204"/>
              </a:rPr>
              <a:t>PRINCE2</a:t>
            </a:r>
            <a:r>
              <a:rPr lang="nb-NO" sz="1600" dirty="0">
                <a:solidFill>
                  <a:schemeClr val="bg1"/>
                </a:solidFill>
                <a:latin typeface="Calibri" panose="020F0502020204030204"/>
              </a:rPr>
              <a:t> (Projects IN </a:t>
            </a:r>
            <a:r>
              <a:rPr lang="nb-NO" sz="1600" dirty="0" err="1">
                <a:solidFill>
                  <a:schemeClr val="bg1"/>
                </a:solidFill>
                <a:latin typeface="Calibri" panose="020F0502020204030204"/>
              </a:rPr>
              <a:t>Controlled</a:t>
            </a:r>
            <a:r>
              <a:rPr lang="nb-NO" sz="1600" dirty="0">
                <a:solidFill>
                  <a:schemeClr val="bg1"/>
                </a:solidFill>
                <a:latin typeface="Calibri" panose="020F0502020204030204"/>
              </a:rPr>
              <a:t> Environments)</a:t>
            </a:r>
          </a:p>
          <a:p>
            <a:pPr marL="1371600" lvl="2" indent="-457200" defTabSz="609585">
              <a:buFont typeface="Arial" panose="020B0604020202020204" pitchFamily="34" charset="0"/>
              <a:buChar char="•"/>
              <a:defRPr/>
            </a:pPr>
            <a:r>
              <a:rPr lang="nb-NO" sz="1600" dirty="0">
                <a:solidFill>
                  <a:schemeClr val="bg1"/>
                </a:solidFill>
              </a:rPr>
              <a:t>PRINCE2 er en prosessbasert metode for prosjektledelse utviklet av AXELOS.</a:t>
            </a:r>
          </a:p>
          <a:p>
            <a:pPr marL="1371600" lvl="2" indent="-457200" defTabSz="609585">
              <a:buFont typeface="Arial" panose="020B0604020202020204" pitchFamily="34" charset="0"/>
              <a:buChar char="•"/>
              <a:defRPr/>
            </a:pPr>
            <a:r>
              <a:rPr lang="nb-NO" sz="1600" dirty="0">
                <a:solidFill>
                  <a:schemeClr val="bg1"/>
                </a:solidFill>
              </a:rPr>
              <a:t>Nettside: </a:t>
            </a:r>
            <a:r>
              <a:rPr lang="nb-NO" sz="16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https://www.axelos.com/best-practice-solutions/prince2</a:t>
            </a:r>
            <a:endParaRPr lang="nb-NO" sz="1600" dirty="0">
              <a:solidFill>
                <a:schemeClr val="bg1"/>
              </a:solidFill>
            </a:endParaRPr>
          </a:p>
          <a:p>
            <a:pPr marL="457200" indent="-457200" defTabSz="609585">
              <a:buFont typeface="+mj-lt"/>
              <a:buAutoNum type="arabicPeriod"/>
              <a:defRPr/>
            </a:pPr>
            <a:r>
              <a:rPr lang="nb-NO" sz="1600" dirty="0">
                <a:solidFill>
                  <a:srgbClr val="FFFF00"/>
                </a:solidFill>
              </a:rPr>
              <a:t>IPMA</a:t>
            </a:r>
            <a:r>
              <a:rPr lang="nb-NO" sz="1600" dirty="0">
                <a:solidFill>
                  <a:schemeClr val="bg1"/>
                </a:solidFill>
              </a:rPr>
              <a:t> (International Project Management Association) – IPMA-sertifisering:</a:t>
            </a:r>
          </a:p>
          <a:p>
            <a:pPr marL="1371600" lvl="2" indent="-457200" defTabSz="609585">
              <a:buFont typeface="Arial" panose="020B0604020202020204" pitchFamily="34" charset="0"/>
              <a:buChar char="•"/>
              <a:defRPr/>
            </a:pPr>
            <a:r>
              <a:rPr lang="nb-NO" sz="1600" dirty="0">
                <a:solidFill>
                  <a:schemeClr val="bg1"/>
                </a:solidFill>
              </a:rPr>
              <a:t>IPMA er en internasjonal organisasjon som tilbyr sertifiseringer basert på kompetanse innen prosjektledelse.</a:t>
            </a:r>
          </a:p>
          <a:p>
            <a:pPr marL="1371600" lvl="2" indent="-457200" defTabSz="609585">
              <a:buFont typeface="Arial" panose="020B0604020202020204" pitchFamily="34" charset="0"/>
              <a:buChar char="•"/>
              <a:defRPr/>
            </a:pPr>
            <a:r>
              <a:rPr lang="nb-NO" sz="1600" dirty="0">
                <a:solidFill>
                  <a:schemeClr val="bg1"/>
                </a:solidFill>
              </a:rPr>
              <a:t>Nettside: </a:t>
            </a:r>
            <a:r>
              <a:rPr lang="nb-NO" sz="16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https://www.ipma.world/</a:t>
            </a:r>
            <a:endParaRPr lang="nb-NO" sz="1600" dirty="0">
              <a:solidFill>
                <a:schemeClr val="bg1"/>
              </a:solidFill>
            </a:endParaRPr>
          </a:p>
          <a:p>
            <a:pPr defTabSz="609585">
              <a:defRPr/>
            </a:pPr>
            <a:endParaRPr lang="nb-NO" sz="2667" dirty="0">
              <a:solidFill>
                <a:srgbClr val="FFFF00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Håndskrift 2">
                <a:extLst>
                  <a:ext uri="{FF2B5EF4-FFF2-40B4-BE49-F238E27FC236}">
                    <a16:creationId xmlns:a16="http://schemas.microsoft.com/office/drawing/2014/main" id="{A05AA1B7-A1B3-DAF0-60AC-825BF201341C}"/>
                  </a:ext>
                </a:extLst>
              </p14:cNvPr>
              <p14:cNvContentPartPr/>
              <p14:nvPr/>
            </p14:nvContentPartPr>
            <p14:xfrm>
              <a:off x="5854320" y="2372400"/>
              <a:ext cx="4986720" cy="357480"/>
            </p14:xfrm>
          </p:contentPart>
        </mc:Choice>
        <mc:Fallback>
          <p:pic>
            <p:nvPicPr>
              <p:cNvPr id="3" name="Håndskrift 2">
                <a:extLst>
                  <a:ext uri="{FF2B5EF4-FFF2-40B4-BE49-F238E27FC236}">
                    <a16:creationId xmlns:a16="http://schemas.microsoft.com/office/drawing/2014/main" id="{A05AA1B7-A1B3-DAF0-60AC-825BF201341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44960" y="2363040"/>
                <a:ext cx="5005440" cy="37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0424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C4086E-0B8F-5CCC-FCF1-7472218CC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34E259AA-F5C2-649A-AD24-4472C4C2A2CF}"/>
              </a:ext>
            </a:extLst>
          </p:cNvPr>
          <p:cNvSpPr txBox="1"/>
          <p:nvPr/>
        </p:nvSpPr>
        <p:spPr>
          <a:xfrm>
            <a:off x="-1" y="0"/>
            <a:ext cx="10194388" cy="74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42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PMI</a:t>
            </a:r>
            <a:endParaRPr kumimoji="0" lang="nb-NO" sz="53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1AE0D1-F515-56BA-4FC1-D0B3D32FE6D7}"/>
              </a:ext>
            </a:extLst>
          </p:cNvPr>
          <p:cNvSpPr txBox="1"/>
          <p:nvPr/>
        </p:nvSpPr>
        <p:spPr>
          <a:xfrm>
            <a:off x="450483" y="893273"/>
            <a:ext cx="10855624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kumimoji="0" lang="nb-NO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Hoveddokument: </a:t>
            </a:r>
            <a:r>
              <a:rPr lang="nb-NO" dirty="0">
                <a:solidFill>
                  <a:schemeClr val="bg1"/>
                </a:solidFill>
              </a:rPr>
              <a:t>PMBOK (Project management Body </a:t>
            </a:r>
            <a:r>
              <a:rPr lang="nb-NO" dirty="0" err="1">
                <a:solidFill>
                  <a:schemeClr val="bg1"/>
                </a:solidFill>
              </a:rPr>
              <a:t>of</a:t>
            </a:r>
            <a:r>
              <a:rPr lang="nb-NO" dirty="0">
                <a:solidFill>
                  <a:schemeClr val="bg1"/>
                </a:solidFill>
              </a:rPr>
              <a:t> Knowledge)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defTabSz="609585">
              <a:defRPr/>
            </a:pPr>
            <a:r>
              <a:rPr kumimoji="0" lang="nb-NO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</a:rPr>
              <a:t>Fokus</a:t>
            </a:r>
            <a:r>
              <a:rPr kumimoji="0" lang="nb-NO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:</a:t>
            </a:r>
            <a:r>
              <a:rPr lang="nb-NO" dirty="0">
                <a:solidFill>
                  <a:schemeClr val="bg1"/>
                </a:solidFill>
              </a:rPr>
              <a:t>Tradisjonell prosjektledelse, men en sterk struktur rundt prosjektets livssyklus</a:t>
            </a:r>
            <a:endParaRPr lang="nb-NO" dirty="0">
              <a:solidFill>
                <a:srgbClr val="FFFF00"/>
              </a:solidFill>
            </a:endParaRP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2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Kjennetegn: </a:t>
            </a:r>
            <a:r>
              <a:rPr kumimoji="0" lang="nb-NO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Prosessorientert</a:t>
            </a:r>
          </a:p>
          <a:p>
            <a:pPr marL="800100" marR="0" lvl="1" indent="-34290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Prosessorientert – 5 prosesser: Initiering, planlegging, gjennomføring, overvåking/kontroll og avslutning</a:t>
            </a:r>
          </a:p>
          <a:p>
            <a:pPr marL="800100" marR="0" lvl="1" indent="-34290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Standardisert tilnærming basert på 10 kunnskapsområder, som omfang, tid, kostnad og risiko.</a:t>
            </a:r>
          </a:p>
          <a:p>
            <a:pPr marL="800100" marR="0" lvl="1" indent="-34290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Passer for store, komplekse prosjekter med klart definerte mål (leveranseprosjekter)</a:t>
            </a:r>
          </a:p>
          <a:p>
            <a:pPr marL="800100" marR="0" lvl="1" indent="-34290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b-NO" sz="1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00100" marR="0" lvl="1" indent="-34290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b-NO" sz="1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Tilnærming: </a:t>
            </a:r>
            <a:r>
              <a:rPr kumimoji="0" lang="nb-NO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PMI har et sterkt fokus på dokumentasjon, prosesser og tradisjonell waterfall-tilnærming</a:t>
            </a:r>
          </a:p>
        </p:txBody>
      </p:sp>
      <p:graphicFrame>
        <p:nvGraphicFramePr>
          <p:cNvPr id="3" name="Tabell 2">
            <a:extLst>
              <a:ext uri="{FF2B5EF4-FFF2-40B4-BE49-F238E27FC236}">
                <a16:creationId xmlns:a16="http://schemas.microsoft.com/office/drawing/2014/main" id="{306859FC-5BB3-ACAC-5DCD-28E817CB2BC1}"/>
              </a:ext>
            </a:extLst>
          </p:cNvPr>
          <p:cNvGraphicFramePr>
            <a:graphicFrameLocks noGrp="1"/>
          </p:cNvGraphicFramePr>
          <p:nvPr/>
        </p:nvGraphicFramePr>
        <p:xfrm>
          <a:off x="2488222" y="4204384"/>
          <a:ext cx="5629713" cy="2444973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407428">
                  <a:extLst>
                    <a:ext uri="{9D8B030D-6E8A-4147-A177-3AD203B41FA5}">
                      <a16:colId xmlns:a16="http://schemas.microsoft.com/office/drawing/2014/main" val="3015749879"/>
                    </a:ext>
                  </a:extLst>
                </a:gridCol>
                <a:gridCol w="1151989">
                  <a:extLst>
                    <a:ext uri="{9D8B030D-6E8A-4147-A177-3AD203B41FA5}">
                      <a16:colId xmlns:a16="http://schemas.microsoft.com/office/drawing/2014/main" val="3219116478"/>
                    </a:ext>
                  </a:extLst>
                </a:gridCol>
                <a:gridCol w="1662868">
                  <a:extLst>
                    <a:ext uri="{9D8B030D-6E8A-4147-A177-3AD203B41FA5}">
                      <a16:colId xmlns:a16="http://schemas.microsoft.com/office/drawing/2014/main" val="1110883379"/>
                    </a:ext>
                  </a:extLst>
                </a:gridCol>
                <a:gridCol w="1407428">
                  <a:extLst>
                    <a:ext uri="{9D8B030D-6E8A-4147-A177-3AD203B41FA5}">
                      <a16:colId xmlns:a16="http://schemas.microsoft.com/office/drawing/2014/main" val="3049864456"/>
                    </a:ext>
                  </a:extLst>
                </a:gridCol>
              </a:tblGrid>
              <a:tr h="221637">
                <a:tc>
                  <a:txBody>
                    <a:bodyPr/>
                    <a:lstStyle/>
                    <a:p>
                      <a:pPr algn="ctr"/>
                      <a:r>
                        <a:rPr lang="nb-NO" sz="900" dirty="0"/>
                        <a:t>Oppstart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sz="900" dirty="0"/>
                        <a:t>Planlegging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sz="900" dirty="0"/>
                        <a:t>Gjennomføring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sz="900" dirty="0"/>
                        <a:t>Avslutning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952230"/>
                  </a:ext>
                </a:extLst>
              </a:tr>
              <a:tr h="221637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sz="900" dirty="0"/>
                        <a:t>Behov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sz="900" dirty="0"/>
                        <a:t>Prosjekteier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sz="900" dirty="0"/>
                        <a:t>Kunde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sz="900" dirty="0"/>
                        <a:t>Mål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sz="900" dirty="0"/>
                        <a:t>Antagelser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sz="900" dirty="0"/>
                        <a:t>Føringer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sz="900" dirty="0"/>
                        <a:t>Konsept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sz="900" dirty="0"/>
                        <a:t>Business case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sz="900" dirty="0"/>
                        <a:t>Interessenter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sz="900" dirty="0"/>
                        <a:t>Prosjektleder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sz="900" dirty="0"/>
                        <a:t>Milepæler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sz="900" dirty="0"/>
                        <a:t>Budsjett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sz="900" dirty="0"/>
                        <a:t>Omfang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sz="900" dirty="0"/>
                        <a:t>Tid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sz="900" dirty="0"/>
                        <a:t>Budsjett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sz="900" dirty="0"/>
                        <a:t>Risiko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nb-NO" sz="9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sz="900" dirty="0"/>
                        <a:t>Ressurser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sz="900" dirty="0"/>
                        <a:t>Anskaffelser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sz="900" dirty="0"/>
                        <a:t>Kvalitet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sz="900" dirty="0"/>
                        <a:t>Kommunikasjon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sz="900" dirty="0"/>
                        <a:t>Oppfølging og overvåking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sz="900" dirty="0"/>
                        <a:t>Omfang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sz="900" dirty="0"/>
                        <a:t>Tid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sz="900" dirty="0"/>
                        <a:t>Budsjett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sz="900" dirty="0"/>
                        <a:t>Risiko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sz="900" dirty="0"/>
                        <a:t>Kvalitet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nb-NO" sz="9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sz="900" dirty="0"/>
                        <a:t>Ukentlig status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sz="900" dirty="0"/>
                        <a:t>Månedlig status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nb-NO" sz="9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sz="900" dirty="0"/>
                        <a:t>Produkt, tjeneste, resultat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sz="900" dirty="0" err="1"/>
                        <a:t>Kontraktsavslutning</a:t>
                      </a:r>
                      <a:endParaRPr lang="nb-NO" sz="9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sz="900" dirty="0"/>
                        <a:t>Godkjenning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sz="900" dirty="0"/>
                        <a:t>Leveranse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sz="900" dirty="0"/>
                        <a:t>Lærdom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sz="900" dirty="0"/>
                        <a:t>Teamavslutning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sz="900" dirty="0"/>
                        <a:t>Sluttrapport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32523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Håndskrift 3">
                <a:extLst>
                  <a:ext uri="{FF2B5EF4-FFF2-40B4-BE49-F238E27FC236}">
                    <a16:creationId xmlns:a16="http://schemas.microsoft.com/office/drawing/2014/main" id="{A7FFC2A8-37E1-F86D-C534-29FCA14FC38F}"/>
                  </a:ext>
                </a:extLst>
              </p14:cNvPr>
              <p14:cNvContentPartPr/>
              <p14:nvPr/>
            </p14:nvContentPartPr>
            <p14:xfrm>
              <a:off x="4422960" y="2068920"/>
              <a:ext cx="7655760" cy="3944520"/>
            </p14:xfrm>
          </p:contentPart>
        </mc:Choice>
        <mc:Fallback>
          <p:pic>
            <p:nvPicPr>
              <p:cNvPr id="4" name="Håndskrift 3">
                <a:extLst>
                  <a:ext uri="{FF2B5EF4-FFF2-40B4-BE49-F238E27FC236}">
                    <a16:creationId xmlns:a16="http://schemas.microsoft.com/office/drawing/2014/main" id="{A7FFC2A8-37E1-F86D-C534-29FCA14FC38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13600" y="2059560"/>
                <a:ext cx="7674480" cy="396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8974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61C321-715D-D45E-6411-534A6DE3E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A95FA74B-0FB5-064B-AEA3-20D92746ED40}"/>
              </a:ext>
            </a:extLst>
          </p:cNvPr>
          <p:cNvSpPr txBox="1"/>
          <p:nvPr/>
        </p:nvSpPr>
        <p:spPr>
          <a:xfrm>
            <a:off x="-1" y="0"/>
            <a:ext cx="10194388" cy="74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42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PRINCE2</a:t>
            </a:r>
            <a:endParaRPr kumimoji="0" lang="nb-NO" sz="53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AC2380-5AAF-542A-BA94-AF78CC61275A}"/>
              </a:ext>
            </a:extLst>
          </p:cNvPr>
          <p:cNvSpPr txBox="1"/>
          <p:nvPr/>
        </p:nvSpPr>
        <p:spPr>
          <a:xfrm>
            <a:off x="450483" y="893273"/>
            <a:ext cx="10855624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kumimoji="0" lang="nb-NO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</a:rPr>
              <a:t>Hoveddokument:</a:t>
            </a:r>
            <a:r>
              <a:rPr lang="nb-NO" dirty="0">
                <a:solidFill>
                  <a:prstClr val="white"/>
                </a:solidFill>
              </a:rPr>
              <a:t>PRINCE2-manual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baseline="0" dirty="0">
              <a:solidFill>
                <a:schemeClr val="bg1"/>
              </a:solidFill>
              <a:latin typeface="Calibri" panose="020F0502020204030204"/>
            </a:endParaRPr>
          </a:p>
          <a:p>
            <a:pPr defTabSz="609585">
              <a:defRPr/>
            </a:pPr>
            <a:r>
              <a:rPr kumimoji="0" lang="nb-NO" b="0" i="0" u="none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</a:rPr>
              <a:t>Fokus</a:t>
            </a:r>
            <a:r>
              <a:rPr kumimoji="0" lang="nb-NO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: </a:t>
            </a:r>
            <a:r>
              <a:rPr lang="nb-NO" dirty="0">
                <a:solidFill>
                  <a:prstClr val="white"/>
                </a:solidFill>
              </a:rPr>
              <a:t>Prosjektstyring i kontrollerte omgivelser</a:t>
            </a:r>
          </a:p>
          <a:p>
            <a:pPr defTabSz="609585">
              <a:defRPr/>
            </a:pPr>
            <a:endParaRPr kumimoji="0" lang="nb-NO" sz="2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dirty="0">
                <a:solidFill>
                  <a:srgbClr val="FFFF00"/>
                </a:solidFill>
                <a:latin typeface="Calibri" panose="020F0502020204030204"/>
              </a:rPr>
              <a:t>Kjennetegn: </a:t>
            </a:r>
            <a:r>
              <a:rPr lang="nb-NO" dirty="0">
                <a:solidFill>
                  <a:schemeClr val="bg1"/>
                </a:solidFill>
                <a:latin typeface="Calibri" panose="020F0502020204030204"/>
              </a:rPr>
              <a:t>Prosessorientert</a:t>
            </a:r>
          </a:p>
          <a:p>
            <a:pPr marL="800100" lvl="1" indent="-342900" defTabSz="609585">
              <a:buFont typeface="Arial" panose="020B0604020202020204" pitchFamily="34" charset="0"/>
              <a:buChar char="•"/>
              <a:defRPr/>
            </a:pPr>
            <a:r>
              <a:rPr lang="nb-NO" dirty="0">
                <a:solidFill>
                  <a:schemeClr val="bg1"/>
                </a:solidFill>
              </a:rPr>
              <a:t>Vekt på fleksibilitet og tilpasning til prosjektets størrelse og kompleksitet.</a:t>
            </a:r>
            <a:endParaRPr lang="nb-NO" dirty="0">
              <a:solidFill>
                <a:schemeClr val="bg1"/>
              </a:solidFill>
              <a:latin typeface="Calibri" panose="020F0502020204030204"/>
            </a:endParaRPr>
          </a:p>
          <a:p>
            <a:pPr marL="800100" lvl="1" indent="-342900" defTabSz="609585">
              <a:buFont typeface="Arial" panose="020B0604020202020204" pitchFamily="34" charset="0"/>
              <a:buChar char="•"/>
              <a:defRPr/>
            </a:pPr>
            <a:r>
              <a:rPr lang="nb-NO" dirty="0">
                <a:solidFill>
                  <a:schemeClr val="bg1"/>
                </a:solidFill>
              </a:rPr>
              <a:t>Definerer klare roller og ansvar for alle interessenter.</a:t>
            </a:r>
          </a:p>
          <a:p>
            <a:pPr marL="800100" lvl="1" indent="-342900" defTabSz="609585">
              <a:buFont typeface="Arial" panose="020B0604020202020204" pitchFamily="34" charset="0"/>
              <a:buChar char="•"/>
              <a:defRPr/>
            </a:pPr>
            <a:r>
              <a:rPr lang="nb-NO" dirty="0">
                <a:solidFill>
                  <a:schemeClr val="bg1"/>
                </a:solidFill>
              </a:rPr>
              <a:t>Deles opp i 7 prinsipper, 7 temaer og 7 prosesser.</a:t>
            </a:r>
          </a:p>
          <a:p>
            <a:pPr marL="800100" lvl="1" indent="-342900" defTabSz="609585">
              <a:buFont typeface="Arial" panose="020B0604020202020204" pitchFamily="34" charset="0"/>
              <a:buChar char="•"/>
              <a:defRPr/>
            </a:pPr>
            <a:r>
              <a:rPr lang="nb-NO" dirty="0">
                <a:solidFill>
                  <a:schemeClr val="bg1"/>
                </a:solidFill>
              </a:rPr>
              <a:t>Passer godt for offentlige prosjekter og prosjekter med sterk styring.</a:t>
            </a:r>
            <a:endParaRPr lang="nb-NO" dirty="0">
              <a:solidFill>
                <a:schemeClr val="bg1"/>
              </a:solidFill>
              <a:latin typeface="Calibri" panose="020F0502020204030204"/>
            </a:endParaRPr>
          </a:p>
          <a:p>
            <a:pPr marL="800100" lvl="1" indent="-342900" defTabSz="609585">
              <a:buFont typeface="Arial" panose="020B0604020202020204" pitchFamily="34" charset="0"/>
              <a:buChar char="•"/>
              <a:defRPr/>
            </a:pPr>
            <a:endParaRPr kumimoji="0" lang="nb-NO" b="0" i="0" u="none" strike="noStrike" kern="1200" cap="none" spc="0" normalizeH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</a:endParaRPr>
          </a:p>
          <a:p>
            <a:pPr defTabSz="609585">
              <a:defRPr/>
            </a:pPr>
            <a:r>
              <a:rPr lang="nb-NO" dirty="0">
                <a:solidFill>
                  <a:srgbClr val="FFFF00"/>
                </a:solidFill>
                <a:latin typeface="Calibri" panose="020F0502020204030204"/>
              </a:rPr>
              <a:t>Tilnærming: </a:t>
            </a:r>
            <a:r>
              <a:rPr lang="nb-NO" dirty="0">
                <a:solidFill>
                  <a:schemeClr val="bg1"/>
                </a:solidFill>
              </a:rPr>
              <a:t>PRINCE2 er svært prosessdrevet og legger stor vekt på kontroll og styring gjennom hele prosjektet.</a:t>
            </a:r>
            <a:endParaRPr kumimoji="0" lang="nb-NO" b="0" i="0" u="none" strike="noStrike" kern="1200" cap="none" spc="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</a:endParaRPr>
          </a:p>
        </p:txBody>
      </p:sp>
      <p:pic>
        <p:nvPicPr>
          <p:cNvPr id="8" name="Bilde 7">
            <a:extLst>
              <a:ext uri="{FF2B5EF4-FFF2-40B4-BE49-F238E27FC236}">
                <a16:creationId xmlns:a16="http://schemas.microsoft.com/office/drawing/2014/main" id="{0036ACAC-C282-3CED-9E50-56ADA9663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141" y="4124927"/>
            <a:ext cx="2662651" cy="267979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Håndskrift 2">
                <a:extLst>
                  <a:ext uri="{FF2B5EF4-FFF2-40B4-BE49-F238E27FC236}">
                    <a16:creationId xmlns:a16="http://schemas.microsoft.com/office/drawing/2014/main" id="{15A089CF-3533-A5A0-252C-A5C30121B261}"/>
                  </a:ext>
                </a:extLst>
              </p14:cNvPr>
              <p14:cNvContentPartPr/>
              <p14:nvPr/>
            </p14:nvContentPartPr>
            <p14:xfrm>
              <a:off x="5307120" y="140760"/>
              <a:ext cx="6830640" cy="6618240"/>
            </p14:xfrm>
          </p:contentPart>
        </mc:Choice>
        <mc:Fallback>
          <p:pic>
            <p:nvPicPr>
              <p:cNvPr id="3" name="Håndskrift 2">
                <a:extLst>
                  <a:ext uri="{FF2B5EF4-FFF2-40B4-BE49-F238E27FC236}">
                    <a16:creationId xmlns:a16="http://schemas.microsoft.com/office/drawing/2014/main" id="{15A089CF-3533-A5A0-252C-A5C30121B26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97760" y="131400"/>
                <a:ext cx="6849360" cy="663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628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32AA11-1A3C-18AF-7736-9841E610A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ECF003F6-7357-46AB-8828-B11DEA59AEB1}"/>
              </a:ext>
            </a:extLst>
          </p:cNvPr>
          <p:cNvSpPr txBox="1"/>
          <p:nvPr/>
        </p:nvSpPr>
        <p:spPr>
          <a:xfrm>
            <a:off x="-1" y="0"/>
            <a:ext cx="10194388" cy="74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42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IPMA</a:t>
            </a:r>
            <a:endParaRPr kumimoji="0" lang="nb-NO" sz="53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506CE2-B6D7-C9BF-8D86-9C540CA3A2CA}"/>
              </a:ext>
            </a:extLst>
          </p:cNvPr>
          <p:cNvSpPr txBox="1"/>
          <p:nvPr/>
        </p:nvSpPr>
        <p:spPr>
          <a:xfrm>
            <a:off x="450482" y="893273"/>
            <a:ext cx="10975121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609585">
              <a:defRPr/>
            </a:pPr>
            <a:r>
              <a:rPr kumimoji="0" lang="nb-NO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Hoveddokument: </a:t>
            </a:r>
            <a:r>
              <a:rPr lang="nb-NO" dirty="0">
                <a:solidFill>
                  <a:schemeClr val="bg1"/>
                </a:solidFill>
              </a:rPr>
              <a:t>IPMA </a:t>
            </a:r>
            <a:r>
              <a:rPr lang="nb-NO" dirty="0" err="1">
                <a:solidFill>
                  <a:schemeClr val="bg1"/>
                </a:solidFill>
              </a:rPr>
              <a:t>Competence</a:t>
            </a:r>
            <a:r>
              <a:rPr lang="nb-NO" dirty="0">
                <a:solidFill>
                  <a:schemeClr val="bg1"/>
                </a:solidFill>
              </a:rPr>
              <a:t> Baseline (ICB).</a:t>
            </a:r>
          </a:p>
          <a:p>
            <a:pPr lvl="0" defTabSz="609585">
              <a:defRPr/>
            </a:pPr>
            <a:endParaRPr kumimoji="0" lang="nb-NO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 defTabSz="609585">
              <a:defRPr/>
            </a:pPr>
            <a:r>
              <a:rPr kumimoji="0" lang="nb-NO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Fokus</a:t>
            </a:r>
            <a:r>
              <a:rPr kumimoji="0" lang="nb-NO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lang="nb-NO" dirty="0">
                <a:solidFill>
                  <a:schemeClr val="bg1"/>
                </a:solidFill>
              </a:rPr>
              <a:t>Kompetansebasert tilnærming til prosjektledelse.</a:t>
            </a:r>
            <a:endParaRPr kumimoji="0" lang="nb-NO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2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Kjennetegn:</a:t>
            </a:r>
            <a:endParaRPr kumimoji="0" lang="nb-NO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00100" lvl="1" indent="-342900" defTabSz="609585">
              <a:buFont typeface="Arial" panose="020B0604020202020204" pitchFamily="34" charset="0"/>
              <a:buChar char="•"/>
              <a:defRPr/>
            </a:pPr>
            <a:r>
              <a:rPr lang="nb-NO" dirty="0">
                <a:solidFill>
                  <a:schemeClr val="bg1"/>
                </a:solidFill>
              </a:rPr>
              <a:t>Fokus på utvikling av personlige, tekniske og organisatoriske ferdigheter. Sertifisering er nivåbasert (A til D), avhengig av kompleksitet og erfaring.</a:t>
            </a:r>
          </a:p>
          <a:p>
            <a:pPr marL="800100" lvl="1" indent="-342900" defTabSz="609585">
              <a:buFont typeface="Arial" panose="020B0604020202020204" pitchFamily="34" charset="0"/>
              <a:buChar char="•"/>
              <a:defRPr/>
            </a:pPr>
            <a:r>
              <a:rPr lang="nb-NO" dirty="0">
                <a:solidFill>
                  <a:schemeClr val="bg1"/>
                </a:solidFill>
              </a:rPr>
              <a:t>Tilnærmingen er mindre rigid og gir rom for individuell tilpasning.</a:t>
            </a:r>
          </a:p>
          <a:p>
            <a:pPr marL="800100" lvl="1" indent="-342900" defTabSz="609585">
              <a:buFont typeface="Arial" panose="020B0604020202020204" pitchFamily="34" charset="0"/>
              <a:buChar char="•"/>
              <a:defRPr/>
            </a:pPr>
            <a:endParaRPr kumimoji="0" lang="nb-NO" sz="1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 defTabSz="609585">
              <a:defRPr/>
            </a:pPr>
            <a:r>
              <a:rPr kumimoji="0" lang="nb-NO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Tilnærming: </a:t>
            </a:r>
            <a:r>
              <a:rPr lang="nb-NO" dirty="0">
                <a:solidFill>
                  <a:schemeClr val="bg1"/>
                </a:solidFill>
              </a:rPr>
              <a:t>IPMA er kompetanseorientert og tar hensyn til både harde ferdigheter (som planlegging) og myke ferdigheter (som ledelse og kommunikasjon).</a:t>
            </a:r>
            <a:endParaRPr kumimoji="0" lang="nb-NO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</a:endParaRPr>
          </a:p>
        </p:txBody>
      </p:sp>
      <p:pic>
        <p:nvPicPr>
          <p:cNvPr id="2050" name="Picture 2" descr="What is IPMA? - Smartpedia - t2informatik">
            <a:extLst>
              <a:ext uri="{FF2B5EF4-FFF2-40B4-BE49-F238E27FC236}">
                <a16:creationId xmlns:a16="http://schemas.microsoft.com/office/drawing/2014/main" id="{6079520E-31FB-4328-027E-1036A4C2D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0" y="4124927"/>
            <a:ext cx="5844321" cy="2580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921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03AFB5-0DBC-EB92-E912-1A8D046A3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6911DBEB-E29D-F92C-9312-56429FDAA104}"/>
              </a:ext>
            </a:extLst>
          </p:cNvPr>
          <p:cNvSpPr txBox="1"/>
          <p:nvPr/>
        </p:nvSpPr>
        <p:spPr>
          <a:xfrm>
            <a:off x="-1" y="0"/>
            <a:ext cx="10194388" cy="74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42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Stadier – og fasemodeller</a:t>
            </a:r>
            <a:endParaRPr kumimoji="0" lang="nb-NO" sz="53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EB60B-47FA-D562-75E4-C6F3B05A684B}"/>
              </a:ext>
            </a:extLst>
          </p:cNvPr>
          <p:cNvSpPr txBox="1"/>
          <p:nvPr/>
        </p:nvSpPr>
        <p:spPr>
          <a:xfrm>
            <a:off x="450483" y="893273"/>
            <a:ext cx="10992100" cy="4914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2667" dirty="0">
                <a:solidFill>
                  <a:srgbClr val="FFFF00"/>
                </a:solidFill>
                <a:latin typeface="Calibri" panose="020F0502020204030204"/>
              </a:rPr>
              <a:t>Stadier –og fasemodeller er </a:t>
            </a:r>
            <a:r>
              <a:rPr lang="nb-NO" sz="2667" b="1" dirty="0">
                <a:solidFill>
                  <a:srgbClr val="FFFF00"/>
                </a:solidFill>
                <a:latin typeface="Calibri" panose="020F0502020204030204"/>
              </a:rPr>
              <a:t>domenespesifikke</a:t>
            </a:r>
            <a:r>
              <a:rPr lang="nb-NO" sz="2667" dirty="0">
                <a:solidFill>
                  <a:srgbClr val="FFFF00"/>
                </a:solidFill>
                <a:latin typeface="Calibri" panose="020F0502020204030204"/>
              </a:rPr>
              <a:t>: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2667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Ingen modeller er</a:t>
            </a:r>
            <a:r>
              <a:rPr kumimoji="0" lang="nb-NO" sz="20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 like</a:t>
            </a:r>
          </a:p>
          <a:p>
            <a:pPr marL="342900" marR="0" lvl="0" indent="-34290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b-NO" sz="2000" baseline="0" dirty="0">
                <a:solidFill>
                  <a:prstClr val="white"/>
                </a:solidFill>
                <a:latin typeface="Calibri" panose="020F0502020204030204"/>
              </a:rPr>
              <a:t>Avhengige</a:t>
            </a: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 av </a:t>
            </a:r>
            <a:r>
              <a:rPr lang="nb-NO" sz="2000" b="1" dirty="0">
                <a:solidFill>
                  <a:schemeClr val="bg1"/>
                </a:solidFill>
                <a:latin typeface="Calibri" panose="020F0502020204030204"/>
              </a:rPr>
              <a:t>domenet</a:t>
            </a: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:</a:t>
            </a:r>
          </a:p>
          <a:p>
            <a:pPr marL="800100" lvl="1" indent="-342900" defTabSz="609585">
              <a:buFont typeface="Arial" panose="020B0604020202020204" pitchFamily="34" charset="0"/>
              <a:buChar char="•"/>
              <a:defRPr/>
            </a:pP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Bygg – og anleggsprosjekter</a:t>
            </a:r>
          </a:p>
          <a:p>
            <a:pPr marL="800100" lvl="1" indent="-342900" defTabSz="609585">
              <a:buFont typeface="Arial" panose="020B0604020202020204" pitchFamily="34" charset="0"/>
              <a:buChar char="•"/>
              <a:defRPr/>
            </a:pP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IKT – prosjekter</a:t>
            </a:r>
          </a:p>
          <a:p>
            <a:pPr marL="800100" lvl="1" indent="-342900" defTabSz="609585">
              <a:buFont typeface="Arial" panose="020B0604020202020204" pitchFamily="34" charset="0"/>
              <a:buChar char="•"/>
              <a:defRPr/>
            </a:pP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Olje – og gassprosjekter</a:t>
            </a:r>
          </a:p>
          <a:p>
            <a:pPr marL="800100" lvl="1" indent="-342900" defTabSz="609585">
              <a:buFont typeface="Arial" panose="020B0604020202020204" pitchFamily="34" charset="0"/>
              <a:buChar char="•"/>
              <a:defRPr/>
            </a:pP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Organisasjonsutviklingsprosjekter</a:t>
            </a:r>
          </a:p>
          <a:p>
            <a:pPr marL="800100" lvl="1" indent="-342900" defTabSz="609585">
              <a:buFont typeface="Arial" panose="020B0604020202020204" pitchFamily="34" charset="0"/>
              <a:buChar char="•"/>
              <a:defRPr/>
            </a:pPr>
            <a:r>
              <a:rPr kumimoji="0" lang="nb-NO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Eventprosjekter</a:t>
            </a:r>
            <a:endParaRPr kumimoji="0" lang="nb-NO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  <a:p>
            <a:pPr marL="800100" lvl="1" indent="-342900" defTabSz="609585">
              <a:buFont typeface="Arial" panose="020B0604020202020204" pitchFamily="34" charset="0"/>
              <a:buChar char="•"/>
              <a:defRPr/>
            </a:pPr>
            <a:r>
              <a:rPr lang="nb-NO" sz="2000" dirty="0" err="1">
                <a:solidFill>
                  <a:prstClr val="white"/>
                </a:solidFill>
                <a:latin typeface="Calibri" panose="020F0502020204030204"/>
              </a:rPr>
              <a:t>Etc</a:t>
            </a:r>
            <a:endParaRPr lang="nb-NO" sz="2000" dirty="0">
              <a:solidFill>
                <a:prstClr val="white"/>
              </a:solidFill>
              <a:latin typeface="Calibri" panose="020F0502020204030204"/>
            </a:endParaRPr>
          </a:p>
          <a:p>
            <a:pPr marL="342900" indent="-342900" defTabSz="609585">
              <a:buFont typeface="Arial" panose="020B0604020202020204" pitchFamily="34" charset="0"/>
              <a:buChar char="•"/>
              <a:defRPr/>
            </a:pP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Store bedrifter utvikler sine egen varianter, som passer best for dem</a:t>
            </a:r>
          </a:p>
          <a:p>
            <a:pPr marL="342900" indent="-342900" defTabSz="609585">
              <a:buFont typeface="Arial" panose="020B0604020202020204" pitchFamily="34" charset="0"/>
              <a:buChar char="•"/>
              <a:defRPr/>
            </a:pP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Som</a:t>
            </a:r>
            <a:r>
              <a:rPr kumimoji="0" lang="nb-NO" sz="20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 ny prosjektleder, må man bare sette seg inn i disse domenespesifikke modellene – felles for dem alle er at den samme «best </a:t>
            </a:r>
            <a:r>
              <a:rPr kumimoji="0" lang="nb-NO" sz="2000" b="0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practice</a:t>
            </a:r>
            <a:r>
              <a:rPr kumimoji="0" lang="nb-NO" sz="20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» kommer igjen, bare i ulik form og farge.</a:t>
            </a:r>
          </a:p>
          <a:p>
            <a:pPr marL="342900" indent="-342900" defTabSz="609585">
              <a:buFont typeface="Arial" panose="020B0604020202020204" pitchFamily="34" charset="0"/>
              <a:buChar char="•"/>
              <a:defRPr/>
            </a:pPr>
            <a:r>
              <a:rPr lang="nb-NO" sz="2000" baseline="0" dirty="0">
                <a:solidFill>
                  <a:prstClr val="white"/>
                </a:solidFill>
                <a:latin typeface="Calibri" panose="020F0502020204030204"/>
              </a:rPr>
              <a:t>I vårt</a:t>
            </a: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 simuleringsprosjekt, vil vi definere en forenklet modell </a:t>
            </a:r>
            <a:r>
              <a:rPr lang="nb-NO" sz="2000" dirty="0" err="1">
                <a:solidFill>
                  <a:prstClr val="white"/>
                </a:solidFill>
                <a:latin typeface="Calibri" panose="020F0502020204030204"/>
              </a:rPr>
              <a:t>ift</a:t>
            </a: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 virkeligheten, med færre faser og aktiviteter.</a:t>
            </a:r>
            <a:endParaRPr kumimoji="0" lang="nb-NO" sz="2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2321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C7FD2C-6B51-BB29-E36E-6CA898C59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17F4E8E8-0993-FE17-1453-5016F2452DFD}"/>
              </a:ext>
            </a:extLst>
          </p:cNvPr>
          <p:cNvSpPr txBox="1"/>
          <p:nvPr/>
        </p:nvSpPr>
        <p:spPr>
          <a:xfrm>
            <a:off x="-1" y="0"/>
            <a:ext cx="10194388" cy="74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42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Eksempel: Systemutviklingsprosjekt</a:t>
            </a:r>
            <a:endParaRPr kumimoji="0" lang="nb-NO" sz="53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Bilde 3">
            <a:extLst>
              <a:ext uri="{FF2B5EF4-FFF2-40B4-BE49-F238E27FC236}">
                <a16:creationId xmlns:a16="http://schemas.microsoft.com/office/drawing/2014/main" id="{B5A9C09D-07B8-3320-6BFD-0AE6D36F8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598" y="2831872"/>
            <a:ext cx="6947388" cy="3657441"/>
          </a:xfrm>
          <a:prstGeom prst="rect">
            <a:avLst/>
          </a:prstGeom>
        </p:spPr>
      </p:pic>
      <p:sp>
        <p:nvSpPr>
          <p:cNvPr id="6" name="TekstSylinder 5">
            <a:extLst>
              <a:ext uri="{FF2B5EF4-FFF2-40B4-BE49-F238E27FC236}">
                <a16:creationId xmlns:a16="http://schemas.microsoft.com/office/drawing/2014/main" id="{56235E2B-5613-8F18-FFF4-AD9E38402784}"/>
              </a:ext>
            </a:extLst>
          </p:cNvPr>
          <p:cNvSpPr txBox="1"/>
          <p:nvPr/>
        </p:nvSpPr>
        <p:spPr>
          <a:xfrm>
            <a:off x="364919" y="959299"/>
            <a:ext cx="1120349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2000" dirty="0">
                <a:solidFill>
                  <a:srgbClr val="FFFF00"/>
                </a:solidFill>
                <a:latin typeface="Calibri" panose="020F0502020204030204"/>
              </a:rPr>
              <a:t>Eksempel på faser i et systemutviklingsprosjekt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b-NO" sz="2000" dirty="0">
                <a:solidFill>
                  <a:srgbClr val="FFFF00"/>
                </a:solidFill>
                <a:latin typeface="Calibri" panose="020F0502020204030204"/>
              </a:rPr>
              <a:t>Fasene er kjente fra PMI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b-NO" sz="2000" dirty="0">
                <a:solidFill>
                  <a:srgbClr val="FFFF00"/>
                </a:solidFill>
                <a:latin typeface="Calibri" panose="020F0502020204030204"/>
              </a:rPr>
              <a:t>Hver fase består av et sett med «trinn»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b-NO" sz="2000" dirty="0">
                <a:solidFill>
                  <a:srgbClr val="FFFF00"/>
                </a:solidFill>
                <a:latin typeface="Calibri" panose="020F0502020204030204"/>
              </a:rPr>
              <a:t>Legg merke til at trinnene krever kunnskap om fagfeltet (domenekunnskap)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b-NO" sz="2000" dirty="0">
                <a:solidFill>
                  <a:srgbClr val="FFFF00"/>
                </a:solidFill>
                <a:latin typeface="Calibri" panose="020F0502020204030204"/>
              </a:rPr>
              <a:t>Innen hvert trinn i prosjektgjennomføringen kan man bruke ulike filosofier (fossefall eller smidig)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Håndskrift 2">
                <a:extLst>
                  <a:ext uri="{FF2B5EF4-FFF2-40B4-BE49-F238E27FC236}">
                    <a16:creationId xmlns:a16="http://schemas.microsoft.com/office/drawing/2014/main" id="{FD68070E-794D-46B1-5570-3A45B4EC5165}"/>
                  </a:ext>
                </a:extLst>
              </p14:cNvPr>
              <p14:cNvContentPartPr/>
              <p14:nvPr/>
            </p14:nvContentPartPr>
            <p14:xfrm>
              <a:off x="1672200" y="3366360"/>
              <a:ext cx="5153040" cy="1852200"/>
            </p14:xfrm>
          </p:contentPart>
        </mc:Choice>
        <mc:Fallback>
          <p:pic>
            <p:nvPicPr>
              <p:cNvPr id="3" name="Håndskrift 2">
                <a:extLst>
                  <a:ext uri="{FF2B5EF4-FFF2-40B4-BE49-F238E27FC236}">
                    <a16:creationId xmlns:a16="http://schemas.microsoft.com/office/drawing/2014/main" id="{FD68070E-794D-46B1-5570-3A45B4EC516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62840" y="3357000"/>
                <a:ext cx="5171760" cy="187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2621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C5C65D-F251-56C1-C369-C3EF80AEE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93F90D80-3AB6-8333-06BE-7EBE89D3A32E}"/>
              </a:ext>
            </a:extLst>
          </p:cNvPr>
          <p:cNvSpPr txBox="1"/>
          <p:nvPr/>
        </p:nvSpPr>
        <p:spPr>
          <a:xfrm>
            <a:off x="-1" y="0"/>
            <a:ext cx="10194388" cy="74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42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Eksempel: Byggeprosjekt</a:t>
            </a:r>
            <a:endParaRPr kumimoji="0" lang="nb-NO" sz="53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FAEFAE52-99D6-06F2-5173-DA0CB393D6E6}"/>
              </a:ext>
            </a:extLst>
          </p:cNvPr>
          <p:cNvSpPr txBox="1"/>
          <p:nvPr/>
        </p:nvSpPr>
        <p:spPr>
          <a:xfrm>
            <a:off x="338415" y="948907"/>
            <a:ext cx="54852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Eksempel på faser i et byggeprosjekt (s.</a:t>
            </a:r>
            <a:r>
              <a:rPr kumimoji="0" lang="nb-NO" sz="2000" b="0" i="0" u="none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102-105)</a:t>
            </a:r>
            <a:endParaRPr kumimoji="0" lang="nb-NO" sz="2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FA0AD412-2725-2CAB-CB37-F48AF1258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415" y="1359409"/>
            <a:ext cx="5222180" cy="5188226"/>
          </a:xfrm>
          <a:prstGeom prst="rect">
            <a:avLst/>
          </a:prstGeom>
        </p:spPr>
      </p:pic>
      <p:pic>
        <p:nvPicPr>
          <p:cNvPr id="8" name="Bilde 7">
            <a:extLst>
              <a:ext uri="{FF2B5EF4-FFF2-40B4-BE49-F238E27FC236}">
                <a16:creationId xmlns:a16="http://schemas.microsoft.com/office/drawing/2014/main" id="{E62DDCCA-D31F-1322-7148-DC84C7B18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922" y="1359409"/>
            <a:ext cx="5668663" cy="4159966"/>
          </a:xfrm>
          <a:prstGeom prst="rect">
            <a:avLst/>
          </a:prstGeom>
        </p:spPr>
      </p:pic>
      <p:sp>
        <p:nvSpPr>
          <p:cNvPr id="9" name="TekstSylinder 8">
            <a:extLst>
              <a:ext uri="{FF2B5EF4-FFF2-40B4-BE49-F238E27FC236}">
                <a16:creationId xmlns:a16="http://schemas.microsoft.com/office/drawing/2014/main" id="{D17D2683-62F9-41EB-1D8D-D70C73CAFB29}"/>
              </a:ext>
            </a:extLst>
          </p:cNvPr>
          <p:cNvSpPr txBox="1"/>
          <p:nvPr/>
        </p:nvSpPr>
        <p:spPr>
          <a:xfrm>
            <a:off x="6524521" y="948907"/>
            <a:ext cx="42865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Formål med fasene og trinnene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Håndskrift 2">
                <a:extLst>
                  <a:ext uri="{FF2B5EF4-FFF2-40B4-BE49-F238E27FC236}">
                    <a16:creationId xmlns:a16="http://schemas.microsoft.com/office/drawing/2014/main" id="{13CC9047-6F4C-6BAC-0BD9-DCAF31964F6E}"/>
                  </a:ext>
                </a:extLst>
              </p14:cNvPr>
              <p14:cNvContentPartPr/>
              <p14:nvPr/>
            </p14:nvContentPartPr>
            <p14:xfrm>
              <a:off x="455760" y="68760"/>
              <a:ext cx="11308320" cy="5220000"/>
            </p14:xfrm>
          </p:contentPart>
        </mc:Choice>
        <mc:Fallback>
          <p:pic>
            <p:nvPicPr>
              <p:cNvPr id="3" name="Håndskrift 2">
                <a:extLst>
                  <a:ext uri="{FF2B5EF4-FFF2-40B4-BE49-F238E27FC236}">
                    <a16:creationId xmlns:a16="http://schemas.microsoft.com/office/drawing/2014/main" id="{13CC9047-6F4C-6BAC-0BD9-DCAF31964F6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6400" y="59400"/>
                <a:ext cx="11327040" cy="523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63728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4|6.4|9.3|12|11.7|9.8|15"/>
</p:tagLst>
</file>

<file path=ppt/theme/theme1.xml><?xml version="1.0" encoding="utf-8"?>
<a:theme xmlns:a="http://schemas.openxmlformats.org/drawingml/2006/main" name="1_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0c38e1-b6e2-4061-96f5-3a83e4f3492a" xsi:nil="true"/>
    <lcf76f155ced4ddcb4097134ff3c332f xmlns="15700c87-5547-428e-a808-210cffccada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D73479B3B86DF4F88CDECC6BD6FA5DC" ma:contentTypeVersion="18" ma:contentTypeDescription="Opprett et nytt dokument." ma:contentTypeScope="" ma:versionID="3754159ff34ddc46912f79acf55780a3">
  <xsd:schema xmlns:xsd="http://www.w3.org/2001/XMLSchema" xmlns:xs="http://www.w3.org/2001/XMLSchema" xmlns:p="http://schemas.microsoft.com/office/2006/metadata/properties" xmlns:ns2="15700c87-5547-428e-a808-210cffccada0" xmlns:ns3="400c38e1-b6e2-4061-96f5-3a83e4f3492a" targetNamespace="http://schemas.microsoft.com/office/2006/metadata/properties" ma:root="true" ma:fieldsID="ce4b15addf7a06b7b5dc3085e9adc893" ns2:_="" ns3:_="">
    <xsd:import namespace="15700c87-5547-428e-a808-210cffccada0"/>
    <xsd:import namespace="400c38e1-b6e2-4061-96f5-3a83e4f3492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700c87-5547-428e-a808-210cffccad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Bildemerkelapper" ma:readOnly="false" ma:fieldId="{5cf76f15-5ced-4ddc-b409-7134ff3c332f}" ma:taxonomyMulti="true" ma:sspId="7b32657b-12f9-4180-b5be-a75843c42e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0c38e1-b6e2-4061-96f5-3a83e4f3492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6cb161f-45c3-42c7-a6e9-be8c41fa98c8}" ma:internalName="TaxCatchAll" ma:showField="CatchAllData" ma:web="400c38e1-b6e2-4061-96f5-3a83e4f3492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6B316E5-DAD0-4878-9280-237989CE8AB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01873C2-DBDA-4E04-8B7A-278EB4E71C8D}">
  <ds:schemaRefs>
    <ds:schemaRef ds:uri="http://schemas.microsoft.com/office/2006/metadata/properties"/>
    <ds:schemaRef ds:uri="http://schemas.microsoft.com/office/infopath/2007/PartnerControls"/>
    <ds:schemaRef ds:uri="400c38e1-b6e2-4061-96f5-3a83e4f3492a"/>
    <ds:schemaRef ds:uri="15700c87-5547-428e-a808-210cffccada0"/>
  </ds:schemaRefs>
</ds:datastoreItem>
</file>

<file path=customXml/itemProps3.xml><?xml version="1.0" encoding="utf-8"?>
<ds:datastoreItem xmlns:ds="http://schemas.openxmlformats.org/officeDocument/2006/customXml" ds:itemID="{C46EE169-F72F-408D-9B0A-E84E8B2A51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700c87-5547-428e-a808-210cffccada0"/>
    <ds:schemaRef ds:uri="400c38e1-b6e2-4061-96f5-3a83e4f3492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861</Words>
  <Application>Microsoft Office PowerPoint</Application>
  <PresentationFormat>Widescreen</PresentationFormat>
  <Paragraphs>173</Paragraphs>
  <Slides>12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1_Office-tema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Company>Molde University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Bård Inge Austigard Pettersen</dc:creator>
  <cp:lastModifiedBy>Bård Inge Austigard Pettersen</cp:lastModifiedBy>
  <cp:revision>5</cp:revision>
  <dcterms:created xsi:type="dcterms:W3CDTF">2025-02-10T10:14:33Z</dcterms:created>
  <dcterms:modified xsi:type="dcterms:W3CDTF">2025-02-11T10:51:22Z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0x0101001D73479B3B86DF4F88CDECC6BD6FA5DC</vt:lpwstr>
  </property>
  <property fmtid="{D5CDD505-2E9C-101B-9397-08002B2CF9AE}" pid="3" name="MediaServiceImageTags">
    <vt:lpwstr/>
  </property>
</Properties>
</file>